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1" r:id="rId3"/>
    <p:sldId id="273" r:id="rId4"/>
    <p:sldId id="278" r:id="rId5"/>
    <p:sldId id="274" r:id="rId6"/>
    <p:sldId id="279" r:id="rId7"/>
    <p:sldId id="275" r:id="rId8"/>
    <p:sldId id="280" r:id="rId9"/>
    <p:sldId id="276" r:id="rId10"/>
    <p:sldId id="281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E3EC35-8D99-4BD3-9AE6-F40FDB36B814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54516D-1064-453F-899F-817EB0B73B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FC8CB7-BD22-48D0-A5A6-763BC21493A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46EA1-D485-4AC3-9194-40744DBC21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7CD061-E7C8-4A1E-A6DD-9023C58C74E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15423A-A7D2-46FF-AB01-5653D222F9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5DA6AF-B45D-4815-9533-FCF8CA225634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15A56-6CD9-46D3-9EA7-54C7CAF840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74F09C-7A2A-4983-A726-2050E081C78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FBA9E-8A87-48D6-8108-EDB4B7C65D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D944F-B18B-48FF-8BC6-BA6AA655A70B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9FD0ED-9818-451A-82A4-0558DF0E78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DE6F03-0991-43DC-B23C-80B4A2BF0098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C76AE2-DC9A-46C3-868F-07F8AFB565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B9D85-F94D-4E7F-A060-1067C798A59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38867A-CC9C-4081-B762-7EA4F3F772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AAC8AC-AB93-4CC9-A09B-EDD5168FC0D5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B74B49-2391-4F21-9151-8851D51708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F4D651-FE8C-43AF-B281-6D98C0110FD5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91690E-F914-44BF-968F-E62A81F77B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68814B-66CD-47FC-B60C-19D4351D1D57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9A8E57-32D6-43E0-88A4-EA3DC0D574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737CEC6-746A-4D3D-8F7F-647B1905A423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6DE92BF-15F2-4681-97D9-3B831DC6F1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B39D7-B0FC-468C-9A35-84CF8726B3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401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നിന്‍ സന്നിധിയില്‍ ദൈവമേ!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522318-114C-4F93-B0A2-A2F219A713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Nin </a:t>
            </a:r>
            <a:r>
              <a:rPr lang="en-US" sz="4000" b="1" dirty="0" err="1">
                <a:solidFill>
                  <a:srgbClr val="002060"/>
                </a:solidFill>
              </a:rPr>
              <a:t>sannidhiyil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daivame</a:t>
            </a:r>
            <a:r>
              <a:rPr lang="en-US" sz="4000" b="1" dirty="0">
                <a:solidFill>
                  <a:srgbClr val="002060"/>
                </a:solidFill>
              </a:rPr>
              <a:t>! </a:t>
            </a: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0F235D-D554-49B4-8047-4BEF1796295F}"/>
              </a:ext>
            </a:extLst>
          </p:cNvPr>
          <p:cNvSpPr/>
          <p:nvPr/>
        </p:nvSpPr>
        <p:spPr>
          <a:xfrm>
            <a:off x="1735873" y="4696573"/>
            <a:ext cx="2053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solidFill>
                  <a:schemeClr val="accent2">
                    <a:lumMod val="75000"/>
                  </a:schemeClr>
                </a:solidFill>
              </a:rPr>
              <a:t>(മോശവത്സലം)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3A5180-F318-4736-90AE-206C16E4C0D5}"/>
              </a:ext>
            </a:extLst>
          </p:cNvPr>
          <p:cNvSpPr/>
          <p:nvPr/>
        </p:nvSpPr>
        <p:spPr>
          <a:xfrm>
            <a:off x="8344699" y="4696573"/>
            <a:ext cx="2018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Moshavatsalam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) 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87014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3124200"/>
          </a:xfrm>
        </p:spPr>
        <p:txBody>
          <a:bodyPr anchor="t"/>
          <a:lstStyle/>
          <a:p>
            <a:pPr defTabSz="461963"/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സന്നിധിയില്‍ ദൈവമേ!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പൂര്‍ണ്ണസന്തോഷം പൂര്‍ണ്ണഭാഗ്യമേ</a:t>
            </a: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തൻ മക്കള്‍ക്കെല്ലായ്പ്പോഴും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സമ്മോദം ലഭിപ്പാനായ്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ഉണ്മയായന്തമില്ലാനന്മകള്‍ നിറഞ്ഞുള്ള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E104E8-BAE6-4B1B-ADBB-BD4AA6DE8B3A}"/>
              </a:ext>
            </a:extLst>
          </p:cNvPr>
          <p:cNvSpPr/>
          <p:nvPr/>
        </p:nvSpPr>
        <p:spPr>
          <a:xfrm>
            <a:off x="0" y="3505200"/>
            <a:ext cx="12192000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i="1" dirty="0">
                <a:solidFill>
                  <a:srgbClr val="002060"/>
                </a:solidFill>
                <a:latin typeface="+mn-lt"/>
              </a:rPr>
              <a:t>Pallavi</a:t>
            </a:r>
          </a:p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sannidhiyil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Poornha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santhosham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poornha-bhaagyame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2600" i="1" dirty="0" err="1">
                <a:solidFill>
                  <a:srgbClr val="002060"/>
                </a:solidFill>
                <a:latin typeface="+mn-lt"/>
              </a:rPr>
              <a:t>Anupallavi</a:t>
            </a:r>
            <a:endParaRPr lang="en-US" sz="2600" i="1" dirty="0">
              <a:solidFill>
                <a:srgbClr val="002060"/>
              </a:solidFill>
              <a:latin typeface="+mn-lt"/>
            </a:endParaRPr>
          </a:p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makkalhkkelaaippozhum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sammodam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labhippaanaai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Unhmayaayanthamillaa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nanmakalh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niranjullha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	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819400"/>
          </a:xfrm>
        </p:spPr>
        <p:txBody>
          <a:bodyPr anchor="t"/>
          <a:lstStyle/>
          <a:p>
            <a:pPr algn="l" defTabSz="461963">
              <a:lnSpc>
                <a:spcPct val="110000"/>
              </a:lnSpc>
            </a:pP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വൈരികളാല്‍ നിറഞ്ഞതാം മഹാ-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ഘോര വിപിനമാം ഭൂവി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സ്വൈര മായ്‌ നിന്‍ മക്കള്‍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സഞ്ചാരം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ചെയ്തീ ടാനായ്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‌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ചാരത്തു ചേര്‍ത്തു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ധൈര്യത്തോടെ നടത്തുന്ന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E104E8-BAE6-4B1B-ADBB-BD4AA6DE8B3A}"/>
              </a:ext>
            </a:extLst>
          </p:cNvPr>
          <p:cNvSpPr/>
          <p:nvPr/>
        </p:nvSpPr>
        <p:spPr>
          <a:xfrm>
            <a:off x="457200" y="3733800"/>
            <a:ext cx="11734800" cy="304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Vairikalhaal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niranjathaam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ghora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vipinamaam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bhoovi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Swairamaai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makkalh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sanchaaram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cheytheedaanaai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Chaaraththu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dairaththode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nadatheedunna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021871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95400"/>
            <a:ext cx="12192000" cy="1524000"/>
          </a:xfrm>
        </p:spPr>
        <p:txBody>
          <a:bodyPr anchor="t"/>
          <a:lstStyle/>
          <a:p>
            <a:pPr defTabSz="461963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സന്നിധിയില്‍ ദൈവമേ!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പൂര്‍ണ്ണസന്തോഷം പൂര്‍ണ്ണഭാഗ്യമേ</a:t>
            </a: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E104E8-BAE6-4B1B-ADBB-BD4AA6DE8B3A}"/>
              </a:ext>
            </a:extLst>
          </p:cNvPr>
          <p:cNvSpPr/>
          <p:nvPr/>
        </p:nvSpPr>
        <p:spPr>
          <a:xfrm>
            <a:off x="0" y="35052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sannidhiyil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Poornha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santhosham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poornha-bhaagyame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394433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819400"/>
          </a:xfrm>
        </p:spPr>
        <p:txBody>
          <a:bodyPr anchor="t"/>
          <a:lstStyle/>
          <a:p>
            <a:pPr algn="l" defTabSz="461963">
              <a:lnSpc>
                <a:spcPct val="110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</a:rPr>
              <a:t>ഉല്ലാസങ്ങൾ വൃഥാലാപം പല </a:t>
            </a:r>
            <a:br>
              <a:rPr lang="en-US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വല്ലാത്ത നിന്ദാ വചനം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ചൊല്ലാനരുതാതുള്ള ഭള്ളേറും വചനങ്ങൾ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എല്ലാം അല്ലാതെ കേൾപ്പാൻ ഇല്ല ലോകമക്കളിൽ </a:t>
            </a:r>
            <a:br>
              <a:rPr lang="ml-IN" sz="3400" b="1" dirty="0">
                <a:latin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E104E8-BAE6-4B1B-ADBB-BD4AA6DE8B3A}"/>
              </a:ext>
            </a:extLst>
          </p:cNvPr>
          <p:cNvSpPr/>
          <p:nvPr/>
        </p:nvSpPr>
        <p:spPr>
          <a:xfrm>
            <a:off x="457200" y="3733800"/>
            <a:ext cx="11734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Ullaasangalh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vridhaalaapam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vallaatha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ninnaa-vachanam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Chollaanaruthaathullha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bhallherhum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vachangangalh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Elaam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allaathe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kelhppaan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illa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lokamakkalhil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471891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95400"/>
            <a:ext cx="12192000" cy="1524000"/>
          </a:xfrm>
        </p:spPr>
        <p:txBody>
          <a:bodyPr anchor="t"/>
          <a:lstStyle/>
          <a:p>
            <a:pPr defTabSz="461963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സന്നിധിയില്‍ ദൈവമേ!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പൂര്‍ണ്ണസന്തോഷം പൂര്‍ണ്ണഭാഗ്യമേ</a:t>
            </a: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E104E8-BAE6-4B1B-ADBB-BD4AA6DE8B3A}"/>
              </a:ext>
            </a:extLst>
          </p:cNvPr>
          <p:cNvSpPr/>
          <p:nvPr/>
        </p:nvSpPr>
        <p:spPr>
          <a:xfrm>
            <a:off x="0" y="35052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sannidhiyil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Poornha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santhosham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poornha-bhaagyame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287777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819400"/>
          </a:xfrm>
        </p:spPr>
        <p:txBody>
          <a:bodyPr anchor="t"/>
          <a:lstStyle/>
          <a:p>
            <a:pPr algn="l" defTabSz="461963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ആധി സംശയങ്ങള്‍ കൊണ്ടും മഹാ-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വ്യാധി ചിന്താകുലം കൊണ്ടും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ഭീതി വളര്‍ന്നു മനമാകെ വിരണ്ടു ഞാന്‍ സ-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ങ്കേതം നാഥനേ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നിന്‍തൃപ്പാദം പ്രാപിച്ചീടുമ്പോൾ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E104E8-BAE6-4B1B-ADBB-BD4AA6DE8B3A}"/>
              </a:ext>
            </a:extLst>
          </p:cNvPr>
          <p:cNvSpPr/>
          <p:nvPr/>
        </p:nvSpPr>
        <p:spPr>
          <a:xfrm>
            <a:off x="457200" y="3733800"/>
            <a:ext cx="11734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Aadhi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samshayangalh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vyaadhi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chinthaakulam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Bheethi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valharnnu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manamaake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virandu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san-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naadhane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thripaadam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praapicheedumbolh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02458823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95400"/>
            <a:ext cx="12192000" cy="1524000"/>
          </a:xfrm>
        </p:spPr>
        <p:txBody>
          <a:bodyPr anchor="t"/>
          <a:lstStyle/>
          <a:p>
            <a:pPr defTabSz="461963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സന്നിധിയില്‍ ദൈവമേ!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പൂര്‍ണ്ണസന്തോഷം പൂര്‍ണ്ണഭാഗ്യമേ</a:t>
            </a: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E104E8-BAE6-4B1B-ADBB-BD4AA6DE8B3A}"/>
              </a:ext>
            </a:extLst>
          </p:cNvPr>
          <p:cNvSpPr/>
          <p:nvPr/>
        </p:nvSpPr>
        <p:spPr>
          <a:xfrm>
            <a:off x="0" y="35052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sannidhiyil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Poornha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santhosham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poornha-bhaagyame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17542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819400"/>
          </a:xfrm>
        </p:spPr>
        <p:txBody>
          <a:bodyPr anchor="t"/>
          <a:lstStyle/>
          <a:p>
            <a:pPr algn="l" defTabSz="461963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വാനസേനകളെപ്പോഴും സ്തോത്ര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ഗാനങ്ങളാല്‍ നിന്‍ സന്നിധൌ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ഊനമില്ലാതെ മനതാരില്‍ നിറഞ്ഞ ഭക്തി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ആനന്ദങ്ങളോടെന്നും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പാടി സ്തുതിച്ചീടുന്ന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E104E8-BAE6-4B1B-ADBB-BD4AA6DE8B3A}"/>
              </a:ext>
            </a:extLst>
          </p:cNvPr>
          <p:cNvSpPr/>
          <p:nvPr/>
        </p:nvSpPr>
        <p:spPr>
          <a:xfrm>
            <a:off x="457200" y="3733800"/>
            <a:ext cx="11734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senakalheppozhum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sthothra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gaanangalhaal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sannidhou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Oonamillathe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manathaaril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nirhanja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bhakthi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Aanandangalhodennum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sthuthicheedunna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3338295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95400"/>
            <a:ext cx="12192000" cy="1524000"/>
          </a:xfrm>
        </p:spPr>
        <p:txBody>
          <a:bodyPr anchor="t"/>
          <a:lstStyle/>
          <a:p>
            <a:pPr defTabSz="461963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സന്നിധിയില്‍ ദൈവമേ!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പൂര്‍ണ്ണസന്തോഷം പൂര്‍ണ്ണഭാഗ്യമേ</a:t>
            </a: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401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E104E8-BAE6-4B1B-ADBB-BD4AA6DE8B3A}"/>
              </a:ext>
            </a:extLst>
          </p:cNvPr>
          <p:cNvSpPr/>
          <p:nvPr/>
        </p:nvSpPr>
        <p:spPr>
          <a:xfrm>
            <a:off x="0" y="35052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sannidhiyil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Poornha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santhosham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poornha-bhaagyame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946433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148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401 നിന്‍ സന്നിധിയില്‍ ദൈവമേ!</vt:lpstr>
      <vt:lpstr>പല്ലവി നിന്‍ സന്നിധിയില്‍ ദൈവമേ!  പൂര്‍ണ്ണസന്തോഷം പൂര്‍ണ്ണഭാഗ്യമേ  അനുപല്ലവി തൻ മക്കള്‍ക്കെല്ലായ്പ്പോഴും സമ്മോദം ലഭിപ്പാനായ് ഉണ്മയായന്തമില്ലാനന്മകള്‍ നിറഞ്ഞുള്ള</vt:lpstr>
      <vt:lpstr>1 വൈരികളാല്‍ നിറഞ്ഞതാം മഹാ-   ഘോര വിപിനമാം ഭൂവി  സ്വൈര മായ്‌ നിന്‍ മക്കള്‍    സഞ്ചാരം ചെയ്തീ ടാനായ്‌ നിന്‍   ചാരത്തു ചേര്‍ത്തു ധൈര്യത്തോടെ നടത്തുന്ന</vt:lpstr>
      <vt:lpstr>നിന്‍ സന്നിധിയില്‍ ദൈവമേ!  പൂര്‍ണ്ണസന്തോഷം പൂര്‍ണ്ണഭാഗ്യമേ </vt:lpstr>
      <vt:lpstr>2 ഉല്ലാസങ്ങൾ വൃഥാലാപം പല   വല്ലാത്ത നിന്ദാ വചനം   ചൊല്ലാനരുതാതുള്ള ഭള്ളേറും വചനങ്ങൾ   എല്ലാം അല്ലാതെ കേൾപ്പാൻ ഇല്ല ലോകമക്കളിൽ  </vt:lpstr>
      <vt:lpstr>നിന്‍ സന്നിധിയില്‍ ദൈവമേ!  പൂര്‍ണ്ണസന്തോഷം പൂര്‍ണ്ണഭാഗ്യമേ </vt:lpstr>
      <vt:lpstr>3 ആധി സംശയങ്ങള്‍ കൊണ്ടും മഹാ-  വ്യാധി ചിന്താകുലം കൊണ്ടും   ഭീതി വളര്‍ന്നു മനമാകെ വിരണ്ടു ഞാന്‍ സ-  ങ്കേതം നാഥനേ! നിന്‍തൃപ്പാദം പ്രാപിച്ചീടുമ്പോൾ!</vt:lpstr>
      <vt:lpstr>നിന്‍ സന്നിധിയില്‍ ദൈവമേ!  പൂര്‍ണ്ണസന്തോഷം പൂര്‍ണ്ണഭാഗ്യമേ </vt:lpstr>
      <vt:lpstr>4 വാനസേനകളെപ്പോഴും സ്തോത്ര   ഗാനങ്ങളാല്‍ നിന്‍ സന്നിധൌ  ഊനമില്ലാതെ മനതാരില്‍ നിറഞ്ഞ ഭക്തി   ആനന്ദങ്ങളോടെന്നും പാടി സ്തുതിച്ചീടുന്ന</vt:lpstr>
      <vt:lpstr>നിന്‍ സന്നിധിയില്‍ ദൈവമേ!  പൂര്‍ണ്ണസന്തോഷം പൂര്‍ണ്ണഭാഗ്യമേ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 Sannidhiyil daivame</dc:title>
  <dc:creator>Digital Input:; GM JOHN; Acsah Mathews</dc:creator>
  <cp:lastModifiedBy>Acsah Mathews</cp:lastModifiedBy>
  <cp:revision>152</cp:revision>
  <dcterms:created xsi:type="dcterms:W3CDTF">2013-04-19T09:19:07Z</dcterms:created>
  <dcterms:modified xsi:type="dcterms:W3CDTF">2018-11-26T17:30:49Z</dcterms:modified>
</cp:coreProperties>
</file>