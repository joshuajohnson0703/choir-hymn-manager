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6659-D0AF-4865-872D-51DC4051A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AE71E-A70C-4920-A71C-B21D61F1C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2948-2E29-4B5E-97FE-BDF6E445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038D-B12C-468F-BCC6-E625BA62C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AC8A-89A0-4BF4-94D9-F250B908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8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F798-6932-4DE5-8705-19868645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09A92-578C-418B-BAD7-FD646ED62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7434-A107-4D00-84DA-1931C6B1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6D660-42D3-4569-B292-51D705E7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55394-7FB2-4FBD-8341-24E43105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9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0917-F492-4646-9C95-3C5D1F59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58311-E790-41F0-A469-C9087905A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B8A4F-5529-4516-810F-5243F7C8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36AE5-F911-439C-8BAE-6156873B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3777-2E59-4EC1-85A6-FCAE8CF8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3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149C-649D-43AB-9D70-3BFC7673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70BD6-C236-4809-9F3C-A82C958C5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95D0E-77ED-4AAD-B427-72DF20107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75E12-F148-4209-995B-72C8A923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B3B5E-E8F2-4BC2-AA53-C772CCFC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C41A2-33FE-465F-A10F-E50CDD14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9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1367-F579-41B0-894D-F97CC9DB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BCBF0-2454-48C7-9945-0F944A679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8CD30-3787-495F-AA27-5FFDF8B5D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2202F-3E7E-4A13-92B1-7646D96EB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29C57-7023-46A2-8666-556B9B1A3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F98EC-60DD-4EEE-92F2-4A3BABF4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CE37-7E43-4B23-B39E-9901B6B0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CFC31-272A-44CA-B92C-D04051E6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1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CA37-4A03-44DB-BD5C-FE15C391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02574-24AA-4746-954E-7E1DBEFA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26348-C127-48D6-93CC-7A80D421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1C63-DB71-41DD-82BD-276A902E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1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D3AF4-184D-49A0-8561-7ACF2E65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9CAC8-9D87-4AB0-91B9-B57B4636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3F19D-9620-41F6-9225-05295CA6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8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AE60-9A00-4478-88A4-34412980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9A0C8-DD87-4A70-BC7B-BD51E9D49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C5CB-554F-4E8C-8F55-6E57EB2A9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2B71B-AD2B-4812-85AE-6CD0A32B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220C1-2199-441C-A269-E3276509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B6A7B-7745-4945-BA4A-5254AEEB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6E7B-12FD-4642-A77D-9202E983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C02C4-953D-49CD-8B18-92F606833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5F97-6E34-4DCF-95DB-9DF68FBB5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5656F-4651-4F60-A035-1E702236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86460-0118-4A3D-A2D4-A1EF6144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96FC0-77EA-4E6A-BAAB-A4156A52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26C4-EBC4-49BA-AE5C-BC063A2C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46F9C-8497-447D-8EA9-A288813CA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EC47-586B-4B48-B3E8-51E4E1E1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CBB42-B311-46DB-8199-883F4885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E7058-218B-4412-9927-002FB4D1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8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D15F0-FCD9-4A87-9BF8-BF91B4B94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7D86C-303D-49B5-8B35-4448CFF17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BB6C0-F528-44B6-8D31-11912283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E7EA0-16E0-473F-89CD-0498F855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E690-6677-48E1-AA56-608E67B6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6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5E39C-E3B2-40E9-8FD0-D19A4AA7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847AD-3512-4C5E-A0BF-560DB197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9A901-9AC0-42B8-B799-60AAB77D2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EA65F-F38E-41C4-9146-8A316A0495C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5057-EED6-47FF-A574-AF17B77F2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2A4A-9003-4111-8B36-02055A243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1663C-5D57-450B-8629-C75210CFD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1486-A598-45CE-9ECE-930186030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444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അദ്ധ്വാനിക്കുന്ന ഭാരവാഹികളെ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383CF-FA64-44C7-9589-2BB556389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Adhvaanikkunna </a:t>
            </a:r>
            <a:r>
              <a:rPr lang="en-US" sz="4000" b="1" dirty="0" err="1">
                <a:solidFill>
                  <a:srgbClr val="002060"/>
                </a:solidFill>
              </a:rPr>
              <a:t>bhaaravahikalhey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Go bury thy sorrow </a:t>
            </a:r>
            <a:r>
              <a:rPr lang="en-US" sz="3800" i="1" dirty="0">
                <a:solidFill>
                  <a:srgbClr val="002060"/>
                </a:solidFill>
              </a:rPr>
              <a:t>– P. P. Bliss</a:t>
            </a:r>
          </a:p>
        </p:txBody>
      </p:sp>
    </p:spTree>
    <p:extLst>
      <p:ext uri="{BB962C8B-B14F-4D97-AF65-F5344CB8AC3E}">
        <p14:creationId xmlns:p14="http://schemas.microsoft.com/office/powerpoint/2010/main" val="148287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9B1CA-AC08-4717-88DA-A4F73E69434D}"/>
              </a:ext>
            </a:extLst>
          </p:cNvPr>
          <p:cNvSpPr txBox="1"/>
          <p:nvPr/>
        </p:nvSpPr>
        <p:spPr>
          <a:xfrm>
            <a:off x="11066584" y="0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DBCA1-7B42-4F2B-8625-9DEDC2C875DA}"/>
              </a:ext>
            </a:extLst>
          </p:cNvPr>
          <p:cNvSpPr/>
          <p:nvPr/>
        </p:nvSpPr>
        <p:spPr>
          <a:xfrm>
            <a:off x="1008185" y="1190240"/>
            <a:ext cx="1118381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അദ്ധ്വാനിക്കുന്ന ഭാരവാഹികളെ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എന്നരികിൽ വരുവിന്‍ നിങ്ങളെല്ലാം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ആശ്വസിപ്പിക്കും നിങ്ങളെ ഞാൻ എന്നു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അരുളുന്നു യേശു നിങ്ങൾ വരുവിന്‍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3B80-1771-4DBB-A591-FD5035D96FF5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84B46-DD00-47C2-AFB7-8B4EEC135065}"/>
              </a:ext>
            </a:extLst>
          </p:cNvPr>
          <p:cNvSpPr/>
          <p:nvPr/>
        </p:nvSpPr>
        <p:spPr>
          <a:xfrm>
            <a:off x="0" y="3811843"/>
            <a:ext cx="1071489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Adhvaanikkunna </a:t>
            </a:r>
            <a:r>
              <a:rPr lang="en-US" sz="3400" b="1" dirty="0" err="1">
                <a:solidFill>
                  <a:srgbClr val="002060"/>
                </a:solidFill>
              </a:rPr>
              <a:t>bhaaravahikalhey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Ennarikil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ningalhellaam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Ashwasippikkum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ningalhey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Arulhunnu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varuveen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322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9B1CA-AC08-4717-88DA-A4F73E69434D}"/>
              </a:ext>
            </a:extLst>
          </p:cNvPr>
          <p:cNvSpPr txBox="1"/>
          <p:nvPr/>
        </p:nvSpPr>
        <p:spPr>
          <a:xfrm>
            <a:off x="11066584" y="0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DBCA1-7B42-4F2B-8625-9DEDC2C875DA}"/>
              </a:ext>
            </a:extLst>
          </p:cNvPr>
          <p:cNvSpPr/>
          <p:nvPr/>
        </p:nvSpPr>
        <p:spPr>
          <a:xfrm>
            <a:off x="1008185" y="1190240"/>
            <a:ext cx="1118381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അരികിൽ വരുന്നവരെ അവൻ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തള്ളിക്കളക ഇല്ലൊരു നാളുമേ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ഏറ്റു പറവിന്‍ കുറ്റങ്ങൾ സര്‍വ്വവും 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മുറ്റും രക്ഷിച്ചിടും അവൻ നിങ്ങളെ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3B80-1771-4DBB-A591-FD5035D96FF5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84B46-DD00-47C2-AFB7-8B4EEC135065}"/>
              </a:ext>
            </a:extLst>
          </p:cNvPr>
          <p:cNvSpPr/>
          <p:nvPr/>
        </p:nvSpPr>
        <p:spPr>
          <a:xfrm>
            <a:off x="0" y="3811843"/>
            <a:ext cx="1071489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arikil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varunnavarey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Thallhikalhaka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illoru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naalhumey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Ettu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paraveen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kuttangalh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sarvavum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Muttum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rakshicheedum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ningalhey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7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9B1CA-AC08-4717-88DA-A4F73E69434D}"/>
              </a:ext>
            </a:extLst>
          </p:cNvPr>
          <p:cNvSpPr txBox="1"/>
          <p:nvPr/>
        </p:nvSpPr>
        <p:spPr>
          <a:xfrm>
            <a:off x="11066584" y="0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DBCA1-7B42-4F2B-8625-9DEDC2C875DA}"/>
              </a:ext>
            </a:extLst>
          </p:cNvPr>
          <p:cNvSpPr/>
          <p:nvPr/>
        </p:nvSpPr>
        <p:spPr>
          <a:xfrm>
            <a:off x="1008185" y="1190240"/>
            <a:ext cx="1118381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ആത്മാവും മണവാട്ടിയും നിങ്ങളെ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സാമോദം വിളിക്കുന്നു സൗജന്യമായ്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ഇന്നേരം ജീവ വെള്ളം വാങ്ങുവാനായ്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വന്നീടുവീന്‍ വേഗം യേശു അരികില്‍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3B80-1771-4DBB-A591-FD5035D96FF5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84B46-DD00-47C2-AFB7-8B4EEC135065}"/>
              </a:ext>
            </a:extLst>
          </p:cNvPr>
          <p:cNvSpPr/>
          <p:nvPr/>
        </p:nvSpPr>
        <p:spPr>
          <a:xfrm>
            <a:off x="0" y="3811843"/>
            <a:ext cx="1071489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Aathmavum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manhavaattiyum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ningalhey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Saamodham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vilhikkunnu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soujanyamaai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Inneram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vellham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vaanguvaanai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Vanneeduvin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vegam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arikil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21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9B1CA-AC08-4717-88DA-A4F73E69434D}"/>
              </a:ext>
            </a:extLst>
          </p:cNvPr>
          <p:cNvSpPr txBox="1"/>
          <p:nvPr/>
        </p:nvSpPr>
        <p:spPr>
          <a:xfrm>
            <a:off x="11066584" y="0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DBCA1-7B42-4F2B-8625-9DEDC2C875DA}"/>
              </a:ext>
            </a:extLst>
          </p:cNvPr>
          <p:cNvSpPr/>
          <p:nvPr/>
        </p:nvSpPr>
        <p:spPr>
          <a:xfrm>
            <a:off x="1008185" y="1190240"/>
            <a:ext cx="11183814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ദുഷ്ടന്‍റെ മരണത്തിൽ തനിക്കൊട്ടും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ഇഷ്ടമില്ലെന്നു  ദൈവം ചൊല്ലീടുന്നു വിട്ടുതരിവീന്‍ ദുര്‍മാർഗ്ഗങ്ങളെല്ലാം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ഇപ്പോളിഷ്ടകാലം ഇപ്പോൾ രക്ഷാനാള്‍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3B80-1771-4DBB-A591-FD5035D96FF5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84B46-DD00-47C2-AFB7-8B4EEC135065}"/>
              </a:ext>
            </a:extLst>
          </p:cNvPr>
          <p:cNvSpPr/>
          <p:nvPr/>
        </p:nvSpPr>
        <p:spPr>
          <a:xfrm>
            <a:off x="0" y="3811843"/>
            <a:ext cx="1071489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Dushtantey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maranhaththil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thanikkottum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Ishthamillannu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cholleedunnu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Vittuthiriveen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durmaargangalh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ellaam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Ippolhishta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ippolh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rakshaanaalh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42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444 അദ്ധ്വാനിക്കുന്ന ഭാരവാഹികളെ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Adhwaanikkunna bhaaravaahikale </dc:title>
  <dc:creator>Acsah Mathews</dc:creator>
  <cp:lastModifiedBy>Acsah Mathews</cp:lastModifiedBy>
  <cp:revision>1</cp:revision>
  <dcterms:created xsi:type="dcterms:W3CDTF">2018-11-29T17:03:33Z</dcterms:created>
  <dcterms:modified xsi:type="dcterms:W3CDTF">2018-11-29T17:04:08Z</dcterms:modified>
</cp:coreProperties>
</file>