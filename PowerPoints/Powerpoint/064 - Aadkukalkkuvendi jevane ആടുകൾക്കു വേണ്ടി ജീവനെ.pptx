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4" r:id="rId4"/>
    <p:sldId id="275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AFBD8-54C9-45C9-8579-90E26A1CEE1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984A1B-C139-422C-9419-0EDAD18142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C68BC-CB6F-4799-A3FD-7B1186A52A5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9AEF0-31A4-4923-9637-C2B13599BE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A100D2-5C40-4EA7-A813-742410257AB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A7A03-273F-4EC2-8B9B-C9C40E5C9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FE0F5-0553-4920-8CBF-0232BE4D127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89B75-69C5-49F3-A3D0-B6F7BED45E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FB05E-4C18-49FB-9179-9859A53E2BD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321BB-3ED5-423D-B93B-6670D67A95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442EC-442E-4A47-8357-177BAA23B91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C0142-6B72-4D6C-8E01-DFE120752E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CFFAC-A763-428A-B18C-3042164E2AD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FD2FF-F320-4A7B-B769-4AD93EACBC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8459A-B55E-4890-A801-C57F2937F90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2BFD0-9D7B-43D4-8A8D-6B102986D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5AEB4-899F-44F1-956A-F379EE7BEBC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A12662-B749-48E0-AB06-2325B4A1D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12521-50DB-4CCA-99E7-3BA9F754402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7EF27-3AE5-424C-8F5F-81881C81F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8055D-ED8A-45B3-8D72-9CDE5661ACB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75FB7-75E2-47E7-B428-4F3DDA9A25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33A58F4-053A-4F14-89BF-26721CCCC698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EF7BBD4-83B6-4046-A02D-1112A87E4D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1947-7B4C-445B-BA05-421607808E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ആടുകൾക്കു </a:t>
            </a:r>
            <a:r>
              <a:rPr lang="ml-IN" b="1">
                <a:latin typeface="Kartika" panose="02020503030404060203" pitchFamily="18" charset="0"/>
              </a:rPr>
              <a:t>വേണ്ടി ജീവനെ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F5A8D5-FDE3-4721-BFD9-FC08F7F2E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Aadukalhkku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vendi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jeevane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18030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75632"/>
            <a:ext cx="12192000" cy="2480846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ആടുകൾക്കു വേണ്ടി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 വെടിഞ്ഞതാം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ദേവാട്ടിൻകുട്ടിയേ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നിനക്കനന്ത വന്ദനം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dirty="0">
                <a:latin typeface="Kartika" panose="02020503030404060203" pitchFamily="18" charset="0"/>
              </a:rPr>
              <a:t>കാടുനീളെ ഓടി 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ആടലോടുഴന്നീടും</a:t>
            </a:r>
            <a:r>
              <a:rPr lang="en-US" sz="3600" b="1" dirty="0">
                <a:latin typeface="Kartika" panose="02020503030404060203" pitchFamily="18" charset="0"/>
              </a:rPr>
              <a:t>  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   </a:t>
            </a:r>
            <a:r>
              <a:rPr lang="ml-IN" sz="3600" b="1" dirty="0">
                <a:latin typeface="Kartika" panose="02020503030404060203" pitchFamily="18" charset="0"/>
              </a:rPr>
              <a:t>കുഞ്ഞാടുകൾക്കഭയമാം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നിൻപാദം വന്ദനം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108469-9EA1-48BF-B1ED-A2303CF760EC}"/>
              </a:ext>
            </a:extLst>
          </p:cNvPr>
          <p:cNvSpPr/>
          <p:nvPr/>
        </p:nvSpPr>
        <p:spPr>
          <a:xfrm>
            <a:off x="80211" y="3601522"/>
            <a:ext cx="1211178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Aadukalhkku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vendi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jeevane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vedinjathaam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Devaattinkuttiye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Ninakkanantha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endParaRPr lang="en-US" sz="3600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Kaaduneelhe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odi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aadaloduzhaneedum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Kunjaadukalkk-abhayamaam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paadam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75632"/>
            <a:ext cx="12192000" cy="2480846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ഭീതി പോക്കി ആടുകൾക്കു മുൻനടന്നു നീ-സം-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പ്രീതിയായ് നടത്തീടും കൃപയ്ക്കു വന്ദനം</a:t>
            </a: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പച്ചമേച്ചിലും പ്രശാന്ത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തോയവും സദാ-നീ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വീഴ്ചയെന്നിയെ തരുന്നതോർത്തു വന്ദനം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108469-9EA1-48BF-B1ED-A2303CF760EC}"/>
              </a:ext>
            </a:extLst>
          </p:cNvPr>
          <p:cNvSpPr/>
          <p:nvPr/>
        </p:nvSpPr>
        <p:spPr>
          <a:xfrm>
            <a:off x="80211" y="3601522"/>
            <a:ext cx="1211178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Bheethi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pokki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aadukalkku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mun-nadannu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nee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sam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-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Preethiyai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nadatheedum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kripakku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endParaRPr lang="en-US" sz="3600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4.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Pachamechilum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prashaanthathoyavum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sadaa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nee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Veezhchayenye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tharunnathorthu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74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14186"/>
            <a:ext cx="12192000" cy="1510368"/>
          </a:xfrm>
        </p:spPr>
        <p:txBody>
          <a:bodyPr anchor="t"/>
          <a:lstStyle/>
          <a:p>
            <a:pPr algn="l" defTabSz="46196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താതപുത്രനാത്മനാം ത്രിയേക ദൈവമേ-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സർ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വാത്മനാ നിനക്കനന്ത കീർത്തനം സദാ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108469-9EA1-48BF-B1ED-A2303CF760EC}"/>
              </a:ext>
            </a:extLst>
          </p:cNvPr>
          <p:cNvSpPr/>
          <p:nvPr/>
        </p:nvSpPr>
        <p:spPr>
          <a:xfrm>
            <a:off x="80211" y="3400186"/>
            <a:ext cx="121117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5.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Thaathaputhranaam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thriyekadaivame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sar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-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vaathmanaa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ninakkanantha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keerthanam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sadaa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4C46EB-0E45-48C9-BD3B-E624CE7B0F60}"/>
              </a:ext>
            </a:extLst>
          </p:cNvPr>
          <p:cNvSpPr/>
          <p:nvPr/>
        </p:nvSpPr>
        <p:spPr>
          <a:xfrm>
            <a:off x="9601200" y="4976037"/>
            <a:ext cx="16728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(T.J. </a:t>
            </a:r>
            <a:r>
              <a:rPr lang="en-US" sz="2000" i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Varkey</a:t>
            </a: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A1CB2F-0450-4FBB-BCC8-92B85BCBC441}"/>
              </a:ext>
            </a:extLst>
          </p:cNvPr>
          <p:cNvSpPr/>
          <p:nvPr/>
        </p:nvSpPr>
        <p:spPr>
          <a:xfrm>
            <a:off x="9601200" y="2643038"/>
            <a:ext cx="2443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i="1" dirty="0"/>
              <a:t>(റ്റി. ജെ. വർക്കി) 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91538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80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64 ആടുകൾക്കു വേണ്ടി ജീവനെ</vt:lpstr>
      <vt:lpstr>1 ആടുകൾക്കു വേണ്ടി  ജീവനെ വെടിഞ്ഞതാം  ദേവാട്ടിൻകുട്ടിയേ!  നിനക്കനന്ത വന്ദനം   2 കാടുനീളെ ഓടി  ആടലോടുഴന്നീടും       കുഞ്ഞാടുകൾക്കഭയമാം നിൻപാദം വന്ദനം</vt:lpstr>
      <vt:lpstr>3 ഭീതി പോക്കി ആടുകൾക്കു മുൻനടന്നു നീ-സം-  പ്രീതിയായ് നടത്തീടും കൃപയ്ക്കു വന്ദനം  4 പച്ചമേച്ചിലും പ്രശാന്ത  തോയവും സദാ-നീ  വീഴ്ചയെന്നിയെ തരുന്നതോർത്തു വന്ദനം</vt:lpstr>
      <vt:lpstr>5 താതപുത്രനാത്മനാം ത്രിയേക ദൈവമേ-  സർ-വാത്മനാ നിനക്കനന്ത കീർത്തനം സദാ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Aadukalkku vendi</dc:title>
  <dc:creator>Digital Input:; GM JOHN; Acsah Mathews</dc:creator>
  <cp:lastModifiedBy>Acsah Mathews</cp:lastModifiedBy>
  <cp:revision>269</cp:revision>
  <dcterms:created xsi:type="dcterms:W3CDTF">2013-04-19T09:19:07Z</dcterms:created>
  <dcterms:modified xsi:type="dcterms:W3CDTF">2018-10-31T15:23:09Z</dcterms:modified>
</cp:coreProperties>
</file>