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70" r:id="rId3"/>
    <p:sldId id="280" r:id="rId4"/>
    <p:sldId id="282" r:id="rId5"/>
    <p:sldId id="290" r:id="rId6"/>
    <p:sldId id="281" r:id="rId7"/>
    <p:sldId id="291" r:id="rId8"/>
    <p:sldId id="283" r:id="rId9"/>
    <p:sldId id="292" r:id="rId10"/>
    <p:sldId id="284" r:id="rId11"/>
    <p:sldId id="293" r:id="rId12"/>
    <p:sldId id="285" r:id="rId13"/>
    <p:sldId id="294" r:id="rId14"/>
    <p:sldId id="286" r:id="rId15"/>
    <p:sldId id="295" r:id="rId16"/>
    <p:sldId id="287" r:id="rId17"/>
    <p:sldId id="296" r:id="rId18"/>
    <p:sldId id="288" r:id="rId19"/>
    <p:sldId id="297" r:id="rId2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48" y="7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C4734E-DAF1-4D44-B775-2F23B5A97212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8C6FA-0974-402A-A243-F5CB0C3E16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94771-8C88-4436-B919-AC077F848002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15FF2-9CFF-4377-8AE4-9F19407129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7DB7D-8187-47C3-8AED-E25EDA72455E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31E3C-41CD-4999-956C-9EEAAC7C8F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111A0-8612-495B-BE00-92AE5D4BE639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209DD-29EA-4B17-802E-BEC1D263EE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D9E00-6073-42E0-8B58-64BC845B03B8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BA82A3-D1D2-47A8-B2C8-7487D63D0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FD998-7BEE-4F8D-A7EB-16A3FDE157E3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6CB0A-EB24-416F-9BE9-202057B34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CA6E6-8472-4FBB-9C35-6ED92BD740F2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2AD5E8-6BC4-4916-90C7-0F7E75F9D2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2D109-4E3C-4DBC-9196-EBD9931BBD32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39E29-73C3-4A9D-B4C3-73F95850DD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AEB11-A243-4D13-9D1F-A568BA50805C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18785A-FF0F-4304-92F3-3FA00D8401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1D0E8-427D-4209-9678-54D72487B840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518CC8-DD53-4668-A627-E51C3B355D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DE421-3E6F-46AC-AE52-C4589CC57A8B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42E5B-D9F1-41C9-9AE7-222F5B6638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2561B2D-6843-4C45-91E8-4F7889AE7CD7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76BBB93-333B-40BE-98B7-801AF84722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7634-666A-4185-867F-A73F50643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676400"/>
            <a:ext cx="11353800" cy="1924051"/>
          </a:xfrm>
        </p:spPr>
        <p:txBody>
          <a:bodyPr/>
          <a:lstStyle/>
          <a:p>
            <a:r>
              <a:rPr lang="en-US" dirty="0"/>
              <a:t>380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എൻ ക്രിസ്തൻ യോദ്ധാവാകുവാൻ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EF640-1898-409A-A0A1-6E60E05AA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5426" y="3600451"/>
            <a:ext cx="8534400" cy="1295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En </a:t>
            </a:r>
            <a:r>
              <a:rPr lang="en-US" sz="4000" b="1" dirty="0" err="1">
                <a:solidFill>
                  <a:srgbClr val="002060"/>
                </a:solidFill>
              </a:rPr>
              <a:t>Kristhan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yodhdhaavaakuvaan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4000" i="1" dirty="0"/>
              <a:t>Tune: Am I a soldier of the cross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45D53E-C1F0-44BA-8BD0-777BD6282F80}"/>
              </a:ext>
            </a:extLst>
          </p:cNvPr>
          <p:cNvSpPr/>
          <p:nvPr/>
        </p:nvSpPr>
        <p:spPr>
          <a:xfrm>
            <a:off x="1682093" y="5450784"/>
            <a:ext cx="18325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(വി. നാഗൽ)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66A9EF-39A3-480C-BD77-9F20F89A8BFD}"/>
              </a:ext>
            </a:extLst>
          </p:cNvPr>
          <p:cNvSpPr/>
          <p:nvPr/>
        </p:nvSpPr>
        <p:spPr>
          <a:xfrm>
            <a:off x="8950121" y="5467349"/>
            <a:ext cx="14130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(V. </a:t>
            </a:r>
            <a:r>
              <a:rPr lang="en-US" sz="2000" b="1" dirty="0" err="1">
                <a:solidFill>
                  <a:schemeClr val="accent2"/>
                </a:solidFill>
              </a:rPr>
              <a:t>Nagal</a:t>
            </a:r>
            <a:r>
              <a:rPr lang="en-US" sz="2000" b="1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829042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00554"/>
            <a:ext cx="11887200" cy="2514600"/>
          </a:xfrm>
        </p:spPr>
        <p:txBody>
          <a:bodyPr anchor="t"/>
          <a:lstStyle/>
          <a:p>
            <a:pPr algn="l"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എൻ ക്രിസ്തൻ യോദ്ധാവാകുവാൻ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ചേർന്നേൻ തൻ സൈന്യത്തിൽ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 ദിവ്യ വിളി കേട്ടു ഞാൻ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ദൈവാത്മ ശക്തിയാൽ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08BE5-CFF2-4ECD-A1B9-54642D4074D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304800" y="371101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yodhdhaavaakuvaan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chèrnnen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kèttu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Daivaathma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0734"/>
            <a:ext cx="12158870" cy="2514600"/>
          </a:xfrm>
        </p:spPr>
        <p:txBody>
          <a:bodyPr anchor="t"/>
          <a:lstStyle/>
          <a:p>
            <a:pPr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നല്ല പോർ പൊരുതും ഞാൻ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എൻ ക്രിസ്തൻ നാമത്തിൽ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വാടാ കിരീടം പ്രാപിപ്പാൻ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തൻ നിത്യ രാജ്യത്തിൽ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0" y="3711010"/>
            <a:ext cx="1215887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poruthum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Vaadaa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0155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00554"/>
            <a:ext cx="11887200" cy="2514600"/>
          </a:xfrm>
        </p:spPr>
        <p:txBody>
          <a:bodyPr anchor="t"/>
          <a:lstStyle/>
          <a:p>
            <a:pPr algn="l"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തൻ ക്രൂശു ചുമന്നീടുവാൻ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ഇല്ലൊരു ലജ്ജയും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എൻ പേർക്കു കഷ്ടപ്പെട്ടു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താൻ എന്നെന്നും ഓർത്തിടും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08BE5-CFF2-4ECD-A1B9-54642D4074D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304800" y="371101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krooshu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chumanneeduvaan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Illoru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lajjayum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perkku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kashtappettu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orththidum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8582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0734"/>
            <a:ext cx="12158870" cy="2514600"/>
          </a:xfrm>
        </p:spPr>
        <p:txBody>
          <a:bodyPr anchor="t"/>
          <a:lstStyle/>
          <a:p>
            <a:pPr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നല്ല പോർ പൊരുതും ഞാൻ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എൻ ക്രിസ്തൻ നാമത്തിൽ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വാടാ കിരീടം പ്രാപിപ്പാൻ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തൻ നിത്യ രാജ്യത്തിൽ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0" y="3711010"/>
            <a:ext cx="1215887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poruthum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Vaadaa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450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00554"/>
            <a:ext cx="11887200" cy="2514600"/>
          </a:xfrm>
        </p:spPr>
        <p:txBody>
          <a:bodyPr anchor="t"/>
          <a:lstStyle/>
          <a:p>
            <a:pPr algn="l"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പിശാചിനോടു ലോകവും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ചേർന്നീടും വഞ്ചിപ്പാൻ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വേണ്ട നിൻ ചപ്പും കുപ്പയും</a:t>
            </a:r>
            <a:b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എന്നുരച്ചീടും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08BE5-CFF2-4ECD-A1B9-54642D4074D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304800" y="371101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Pishaachinodu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lokavum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vanjippaan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Venda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chappum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kuppayum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Enn-urachcheedum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909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0734"/>
            <a:ext cx="12158870" cy="2514600"/>
          </a:xfrm>
        </p:spPr>
        <p:txBody>
          <a:bodyPr anchor="t"/>
          <a:lstStyle/>
          <a:p>
            <a:pPr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നല്ല പോർ പൊരുതും ഞാൻ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എൻ ക്രിസ്തൻ നാമത്തിൽ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വാടാ കിരീടം പ്രാപിപ്പാൻ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തൻ നിത്യ രാജ്യത്തിൽ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0" y="3711010"/>
            <a:ext cx="1215887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poruthum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Vaadaa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8028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00554"/>
            <a:ext cx="11887200" cy="2514600"/>
          </a:xfrm>
        </p:spPr>
        <p:txBody>
          <a:bodyPr anchor="t"/>
          <a:lstStyle/>
          <a:p>
            <a:pPr algn="l"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ഓർ മുൾ കിരീടം അല്ലയോ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എൻ നാഥൻ ലക്ഷണം?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തൻ യോദ്ധാ വാഗ്രഹിക്കുമോ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ഈ ലോകാഡംബരം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08BE5-CFF2-4ECD-A1B9-54642D4074D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304800" y="371101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Or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allayo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lakshanham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yodhaav-aagrahikkumo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lok-aadambharam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9959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0734"/>
            <a:ext cx="12158870" cy="2514600"/>
          </a:xfrm>
        </p:spPr>
        <p:txBody>
          <a:bodyPr anchor="t"/>
          <a:lstStyle/>
          <a:p>
            <a:pPr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നല്ല പോർ പൊരുതും ഞാൻ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എൻ ക്രിസ്തൻ നാമത്തിൽ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വാടാ കിരീടം പ്രാപിപ്പാൻ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തൻ നിത്യ രാജ്യത്തിൽ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0" y="3711010"/>
            <a:ext cx="1215887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poruthum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Vaadaa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318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00554"/>
            <a:ext cx="11887200" cy="2514600"/>
          </a:xfrm>
        </p:spPr>
        <p:txBody>
          <a:bodyPr anchor="t"/>
          <a:lstStyle/>
          <a:p>
            <a:pPr algn="l"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ഞാൻ കണ്ടു വലിയ സൈന്യമായ്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വിശ്വാസവീരരെ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പിഞ്ചെല്ലും ഞാനും നിശ്ചയം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ഈ ദൈവ ധീരരെ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08BE5-CFF2-4ECD-A1B9-54642D4074D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304800" y="371101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veerare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Pinchellum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nishchayam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dheerare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7367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0734"/>
            <a:ext cx="12158870" cy="2514600"/>
          </a:xfrm>
        </p:spPr>
        <p:txBody>
          <a:bodyPr anchor="t"/>
          <a:lstStyle/>
          <a:p>
            <a:pPr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നല്ല പോർ പൊരുതും ഞാൻ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എൻ ക്രിസ്തൻ നാമത്തിൽ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വാടാ കിരീടം പ്രാപിപ്പാൻ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തൻ നിത്യ രാജ്യത്തിൽ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0" y="3711010"/>
            <a:ext cx="1215887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poruthum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Vaadaa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9756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00554"/>
            <a:ext cx="11887200" cy="2514600"/>
          </a:xfrm>
        </p:spPr>
        <p:txBody>
          <a:bodyPr anchor="t"/>
          <a:lstStyle/>
          <a:p>
            <a:pPr algn="l"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കുഞ്ഞാട്ടിൻ തിരു രക്തത്താൽ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എനിക്കും ജയിക്കാം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തൻ സർവ്വായുധ വർഗ്ഗത്താൽ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എല്ലാം സമാപിക്കാം-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08BE5-CFF2-4ECD-A1B9-54642D4074D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304800" y="371101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Kunjaattin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rakthathaal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Enikku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jayikkaam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sarvv-aayudha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varggaththaal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samaapikkaam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2174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0734"/>
            <a:ext cx="12158870" cy="2514600"/>
          </a:xfrm>
        </p:spPr>
        <p:txBody>
          <a:bodyPr anchor="t"/>
          <a:lstStyle/>
          <a:p>
            <a:pPr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നല്ല പോർ പൊരുതും ഞാൻ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എൻ ക്രിസ്തൻ നാമത്തിൽ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വാടാ കിരീടം പ്രാപിപ്പാൻ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തൻ നിത്യ രാജ്യത്തിൽ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0" y="3711010"/>
            <a:ext cx="1215887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poruthum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Vaadaa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5473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00554"/>
            <a:ext cx="11887200" cy="2514600"/>
          </a:xfrm>
        </p:spPr>
        <p:txBody>
          <a:bodyPr anchor="t"/>
          <a:lstStyle/>
          <a:p>
            <a:pPr algn="l"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വല്ലൊരു മുറിവേൽക്കുകിൽ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നശിക്ക യില്ല ഞാൻ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തൻ ശത്രുവിന്‍റെ കൈകളിൽ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ഏല്പിക്കയില്ല താൻ!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08BE5-CFF2-4ECD-A1B9-54642D4074D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304800" y="371101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Valloru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murhiv-elkkukil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Nashikka-yilla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shathurvinte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kaikalhil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Elppikkayilla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than!</a:t>
            </a:r>
          </a:p>
        </p:txBody>
      </p:sp>
    </p:spTree>
    <p:extLst>
      <p:ext uri="{BB962C8B-B14F-4D97-AF65-F5344CB8AC3E}">
        <p14:creationId xmlns:p14="http://schemas.microsoft.com/office/powerpoint/2010/main" val="144544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0734"/>
            <a:ext cx="12158870" cy="2514600"/>
          </a:xfrm>
        </p:spPr>
        <p:txBody>
          <a:bodyPr anchor="t"/>
          <a:lstStyle/>
          <a:p>
            <a:pPr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നല്ല പോർ പൊരുതും ഞാൻ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എൻ ക്രിസ്തൻ നാമത്തിൽ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വാടാ കിരീടം പ്രാപിപ്പാൻ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തൻ നിത്യ രാജ്യത്തിൽ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0" y="3711010"/>
            <a:ext cx="1215887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poruthum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Vaadaa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5541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00554"/>
            <a:ext cx="11887200" cy="2514600"/>
          </a:xfrm>
        </p:spPr>
        <p:txBody>
          <a:bodyPr anchor="t"/>
          <a:lstStyle/>
          <a:p>
            <a:pPr algn="l"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എൻ ജീവനെയും വെക്കുവാൻ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എൻ നാഥൻ കൽപ്പിക്കിൽ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സന്തോഷ ത്തോടൊ രുങ്ങും ഞാൻ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തൻ ക്രൂശിൻ ശക്തിയാൽ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08BE5-CFF2-4ECD-A1B9-54642D4074D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304800" y="371101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vekkuvaan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kalppikkil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Santhoshaththod-orungum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krooshin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2189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0734"/>
            <a:ext cx="12158870" cy="2514600"/>
          </a:xfrm>
        </p:spPr>
        <p:txBody>
          <a:bodyPr anchor="t"/>
          <a:lstStyle/>
          <a:p>
            <a:pPr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നല്ല പോർ പൊരുതും ഞാൻ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എൻ ക്രിസ്തൻ നാമത്തിൽ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വാടാ കിരീടം പ്രാപിപ്പാൻ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തൻ നിത്യ രാജ്യത്തിൽ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0" y="3711010"/>
            <a:ext cx="1215887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poruthum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Vaadaa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7280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00554"/>
            <a:ext cx="11887200" cy="2514600"/>
          </a:xfrm>
        </p:spPr>
        <p:txBody>
          <a:bodyPr anchor="t"/>
          <a:lstStyle/>
          <a:p>
            <a:pPr algn="l"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വിശ്വാസത്തിന്‍റെ നായകാ!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ഈ നിന്‍റെ യോദ്ധാവെ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വിശ്വസ്തനാക്കി കാക്കുക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നൽ അന്ത്യത്തോളമേ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08BE5-CFF2-4ECD-A1B9-54642D4074D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304800" y="371101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Vishwaasaththinte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yodhaave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Vishwasthan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kaakkuka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anthyaththolhame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9065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0734"/>
            <a:ext cx="12158870" cy="2514600"/>
          </a:xfrm>
        </p:spPr>
        <p:txBody>
          <a:bodyPr anchor="t"/>
          <a:lstStyle/>
          <a:p>
            <a:pPr defTabSz="398463">
              <a:lnSpc>
                <a:spcPct val="114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</a:rPr>
              <a:t>നല്ല പോർ പൊരുതും ഞാൻ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എൻ ക്രിസ്തൻ നാമത്തിൽ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വാടാ കിരീടം പ്രാപിപ്പാൻ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തൻ നിത്യ രാജ്യത്തിൽ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16A1-CDDD-40BA-8C90-67F745DCCF7C}"/>
              </a:ext>
            </a:extLst>
          </p:cNvPr>
          <p:cNvSpPr/>
          <p:nvPr/>
        </p:nvSpPr>
        <p:spPr>
          <a:xfrm>
            <a:off x="0" y="3711010"/>
            <a:ext cx="1215887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poruthum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Vaadaa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4935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330</Words>
  <Application>Microsoft Office PowerPoint</Application>
  <PresentationFormat>Widescreen</PresentationFormat>
  <Paragraphs>122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Kartika</vt:lpstr>
      <vt:lpstr>Office Theme</vt:lpstr>
      <vt:lpstr>380 എൻ ക്രിസ്തൻ യോദ്ധാവാകുവാൻ</vt:lpstr>
      <vt:lpstr>എൻ ക്രിസ്തൻ യോദ്ധാവാകുവാൻ  ചേർന്നേൻ തൻ സൈന്യത്തിൽ തൻ ദിവ്യ വിളി കേട്ടു ഞാൻ  ദൈവാത്മ ശക്തിയാൽ</vt:lpstr>
      <vt:lpstr>നല്ല പോർ പൊരുതും ഞാൻ  എൻ ക്രിസ്തൻ നാമത്തിൽ വാടാ കിരീടം പ്രാപിപ്പാൻ  തൻ നിത്യ രാജ്യത്തിൽ</vt:lpstr>
      <vt:lpstr>തൻ ക്രൂശു ചുമന്നീടുവാൻ  ഇല്ലൊരു ലജ്ജയും എൻ പേർക്കു കഷ്ടപ്പെട്ടു  താൻ എന്നെന്നും ഓർത്തിടും </vt:lpstr>
      <vt:lpstr>നല്ല പോർ പൊരുതും ഞാൻ  എൻ ക്രിസ്തൻ നാമത്തിൽ വാടാ കിരീടം പ്രാപിപ്പാൻ  തൻ നിത്യ രാജ്യത്തിൽ</vt:lpstr>
      <vt:lpstr>പിശാചിനോടു ലോകവും  ചേർന്നീടും വഞ്ചിപ്പാൻ വേണ്ട നിൻ ചപ്പും കുപ്പയും എന്നുരച്ചീടും ഞാൻ</vt:lpstr>
      <vt:lpstr>നല്ല പോർ പൊരുതും ഞാൻ  എൻ ക്രിസ്തൻ നാമത്തിൽ വാടാ കിരീടം പ്രാപിപ്പാൻ  തൻ നിത്യ രാജ്യത്തിൽ</vt:lpstr>
      <vt:lpstr>ഓർ മുൾ കിരീടം അല്ലയോ  എൻ നാഥൻ ലക്ഷണം? തൻ യോദ്ധാ വാഗ്രഹിക്കുമോ  ഈ ലോകാഡംബരം</vt:lpstr>
      <vt:lpstr>നല്ല പോർ പൊരുതും ഞാൻ  എൻ ക്രിസ്തൻ നാമത്തിൽ വാടാ കിരീടം പ്രാപിപ്പാൻ  തൻ നിത്യ രാജ്യത്തിൽ</vt:lpstr>
      <vt:lpstr>ഞാൻ കണ്ടു വലിയ സൈന്യമായ്  വിശ്വാസവീരരെ പിഞ്ചെല്ലും ഞാനും നിശ്ചയം  ഈ ദൈവ ധീരരെ </vt:lpstr>
      <vt:lpstr>നല്ല പോർ പൊരുതും ഞാൻ  എൻ ക്രിസ്തൻ നാമത്തിൽ വാടാ കിരീടം പ്രാപിപ്പാൻ  തൻ നിത്യ രാജ്യത്തിൽ</vt:lpstr>
      <vt:lpstr>കുഞ്ഞാട്ടിൻ തിരു രക്തത്താൽ  എനിക്കും ജയിക്കാം തൻ സർവ്വായുധ വർഗ്ഗത്താൽ എല്ലാം സമാപിക്കാം- </vt:lpstr>
      <vt:lpstr>നല്ല പോർ പൊരുതും ഞാൻ  എൻ ക്രിസ്തൻ നാമത്തിൽ വാടാ കിരീടം പ്രാപിപ്പാൻ  തൻ നിത്യ രാജ്യത്തിൽ</vt:lpstr>
      <vt:lpstr>വല്ലൊരു മുറിവേൽക്കുകിൽ  നശിക്ക യില്ല ഞാൻ തൻ ശത്രുവിന്‍റെ കൈകളിൽ  ഏല്പിക്കയില്ല താൻ!</vt:lpstr>
      <vt:lpstr>നല്ല പോർ പൊരുതും ഞാൻ  എൻ ക്രിസ്തൻ നാമത്തിൽ വാടാ കിരീടം പ്രാപിപ്പാൻ  തൻ നിത്യ രാജ്യത്തിൽ</vt:lpstr>
      <vt:lpstr>എൻ ജീവനെയും വെക്കുവാൻ  എൻ നാഥൻ കൽപ്പിക്കിൽ സന്തോഷ ത്തോടൊ രുങ്ങും ഞാൻ തൻ ക്രൂശിൻ ശക്തിയാൽ</vt:lpstr>
      <vt:lpstr>നല്ല പോർ പൊരുതും ഞാൻ  എൻ ക്രിസ്തൻ നാമത്തിൽ വാടാ കിരീടം പ്രാപിപ്പാൻ  തൻ നിത്യ രാജ്യത്തിൽ</vt:lpstr>
      <vt:lpstr>വിശ്വാസത്തിന്‍റെ നായകാ!  ഈ നിന്‍റെ യോദ്ധാവെ  വിശ്വസ്തനാക്കി കാക്കുക  നൽ അന്ത്യത്തോളമേ</vt:lpstr>
      <vt:lpstr>നല്ല പോർ പൊരുതും ഞാൻ  എൻ ക്രിസ്തൻ നാമത്തിൽ വാടാ കിരീടം പ്രാപിപ്പാൻ  തൻ നിത്യ രാജ്യത്തിൽ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kristhan yodhavakuvan</dc:title>
  <dc:creator>Digital Input:; GM JOHN; Acsah Mathews</dc:creator>
  <cp:lastModifiedBy>Acsah Mathews</cp:lastModifiedBy>
  <cp:revision>278</cp:revision>
  <dcterms:created xsi:type="dcterms:W3CDTF">2013-04-19T09:19:07Z</dcterms:created>
  <dcterms:modified xsi:type="dcterms:W3CDTF">2019-03-08T13:50:03Z</dcterms:modified>
</cp:coreProperties>
</file>