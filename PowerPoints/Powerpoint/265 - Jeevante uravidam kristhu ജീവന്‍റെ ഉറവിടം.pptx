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9" r:id="rId4"/>
    <p:sldId id="262" r:id="rId5"/>
    <p:sldId id="260" r:id="rId6"/>
    <p:sldId id="263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48" y="7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46E89-613B-4113-B17F-6B6A19C348FA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B2AB1-439A-4EC5-A429-FA59EF5BC9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EC32B-AD2F-4063-9A74-C00EFDB8126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E6D70-014A-4FC1-9135-B4E4F37BF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049B8-2CAA-4276-BE54-05B61B73210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31B13-1CEB-4636-B916-9019425F36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F0679-7D1B-4CE7-B21D-EAF1996D21C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87EBE-FAB5-43C1-9455-B4CD892EFC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BA302-2DBA-42D1-BB92-F9628BBB079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FD72B-6F2C-45BC-A8F2-80BD4B50DF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CDB8-0114-4873-A03F-5F58D9E28FF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897D7-8876-4429-AEA6-A0FF95CECD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27B33-864B-4621-8C24-CE128A8F788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A7ECB-FCA6-436A-BBD6-973E35F42A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174EB-D2F6-4F5B-8376-73004A7A8C4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E1A31-4746-4140-AAF1-F75126EF7C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A5184A-B92A-4E01-869D-DDF5C4207C5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660DC-1074-4331-99E4-96761A44BF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94D76-EF90-46C7-A982-4C2FBCF3808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157DE0-84B9-46C4-B2BB-CCF34E1807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E3135F-ED40-4C16-9F14-98892B908DA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41BE34-1B6C-449C-B0C9-04BC440BE1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61F84B5-767E-4452-A679-F038CF53798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A6161E-2A56-4CE9-8F53-87C28BB13B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184FE-B7E0-4D83-95D1-603B74698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265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ജീവന്‍റെ ഉറവിടം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D85E8-0EB5-4833-845A-BE6116C904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Jeevantey </a:t>
            </a:r>
            <a:r>
              <a:rPr lang="en-US" sz="4000" b="1" dirty="0" err="1">
                <a:solidFill>
                  <a:schemeClr val="tx2"/>
                </a:solidFill>
              </a:rPr>
              <a:t>uravidam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3384943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51304"/>
            <a:ext cx="12192000" cy="2677696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577850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ജീവന്‍റെ ഉറവിടം ക്രിസ്തുവത്രേ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നാവിനാലവനെ നാം ഘോഷിക്കാം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അവനത്രെ എൻ പാപഹരൻ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ജീവനാലെന്നെയും വീണ്ടെടുത്തു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74934-97E3-4128-BCFB-890A0F0C7DFC}"/>
              </a:ext>
            </a:extLst>
          </p:cNvPr>
          <p:cNvSpPr/>
          <p:nvPr/>
        </p:nvSpPr>
        <p:spPr>
          <a:xfrm>
            <a:off x="21771" y="3483429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Jeevantey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uravidam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Kristhuvathrey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Naavinaalavaney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ghoshikkaam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Avanathrey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paapaharan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jeevanaalenneyum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veendeduththu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729343" y="1218293"/>
            <a:ext cx="11430000" cy="2677696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താഴ്ചയിലെനിക്കവൻ തണലേകി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താങ്ങിയെന്നെ വീഴ്ചയിൽ വഴി നടത്തി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തുടച്ചെന്‍റെ കണ്ണുനീർ പൊൻകരത്താൽ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തുടിക്കുന്നെൻ മനം സ്വർഗ്ഗസന്തോഷത്താൽ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74934-97E3-4128-BCFB-890A0F0C7DFC}"/>
              </a:ext>
            </a:extLst>
          </p:cNvPr>
          <p:cNvSpPr/>
          <p:nvPr/>
        </p:nvSpPr>
        <p:spPr>
          <a:xfrm>
            <a:off x="0" y="3895989"/>
            <a:ext cx="11154265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Thaazhchayilenikkavan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thanhalèki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Thaangiyenney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veezhchayil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vazhinadaththi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Thudachchentey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kannhuneer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karaththaal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Thudikkunnen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Swarga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santhoshaththaal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54847F-62C7-41A0-8911-0581902FAB95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453598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51304"/>
            <a:ext cx="12192000" cy="2677696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577850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ജീവന്‍റെ ഉറവിടം ക്രിസ്തുവത്രേ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നാവിനാലവനെ നാം ഘോഷിക്കാം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അവനത്രെ എൻ പാപഹരൻ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ജീവനാലെന്നെയും വീണ്ടെടുത്തു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74934-97E3-4128-BCFB-890A0F0C7DFC}"/>
              </a:ext>
            </a:extLst>
          </p:cNvPr>
          <p:cNvSpPr/>
          <p:nvPr/>
        </p:nvSpPr>
        <p:spPr>
          <a:xfrm>
            <a:off x="21771" y="3483429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Jeevantey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uravidam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Kristhuvathrey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Naavinaalavaney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ghoshikkaam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Avanathrey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paapaharan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jeevanaalenneyum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veendeduththu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692798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729343" y="1218293"/>
            <a:ext cx="11430000" cy="2677696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കരകാണാതാഴിയിൽ വലയുവോരേ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കരുണയെ കാംക്ഷിക്കും മൃതപ്രായരേ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വരികവൻ ചാരത്തു ബന്ധിതരേ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തരുമവൻ കൃപ മനഃശാന്തിയതും 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74934-97E3-4128-BCFB-890A0F0C7DFC}"/>
              </a:ext>
            </a:extLst>
          </p:cNvPr>
          <p:cNvSpPr/>
          <p:nvPr/>
        </p:nvSpPr>
        <p:spPr>
          <a:xfrm>
            <a:off x="0" y="3895989"/>
            <a:ext cx="11154265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Karakaanhaathaazhiyil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valayuvorey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Karunhaye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kaamshikkum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mrithapraayarey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chaaraththu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bandhitharey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Tharumavan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manashaanthiyathum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54847F-62C7-41A0-8911-0581902FAB95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1899302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51304"/>
            <a:ext cx="12192000" cy="2677696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577850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ജീവന്‍റെ ഉറവിടം ക്രിസ്തുവത്രേ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നാവിനാലവനെ നാം ഘോഷിക്കാം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അവനത്രെ എൻ പാപഹരൻ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ജീവനാലെന്നെയും വീണ്ടെടുത്തു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74934-97E3-4128-BCFB-890A0F0C7DFC}"/>
              </a:ext>
            </a:extLst>
          </p:cNvPr>
          <p:cNvSpPr/>
          <p:nvPr/>
        </p:nvSpPr>
        <p:spPr>
          <a:xfrm>
            <a:off x="21771" y="3483429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Jeevantey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uravidam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Kristhuvathrey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Naavinaalavaney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ghoshikkaam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Avanathrey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paapaharan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jeevanaalenneyum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veendeduththu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93602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729343" y="1218293"/>
            <a:ext cx="11430000" cy="2677696"/>
          </a:xfrm>
        </p:spPr>
        <p:txBody>
          <a:bodyPr anchor="t"/>
          <a:lstStyle/>
          <a:p>
            <a:pPr algn="l" defTabSz="465138" eaLnBrk="1" hangingPunct="1">
              <a:lnSpc>
                <a:spcPct val="125000"/>
              </a:lnSpc>
              <a:tabLst>
                <a:tab pos="465138" algn="l"/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നമുക്കു മുൻചൊന്നതാം വിശുദ്ധന്മാരാൽ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അലംകൃതമായ തിരുവചനം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അനുദിനം തരുമവൻ പുതുശക്തിയാൽ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അനുഭവിക്കും അതിസന്തോഷത്താൽ </a:t>
            </a: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74934-97E3-4128-BCFB-890A0F0C7DFC}"/>
              </a:ext>
            </a:extLst>
          </p:cNvPr>
          <p:cNvSpPr/>
          <p:nvPr/>
        </p:nvSpPr>
        <p:spPr>
          <a:xfrm>
            <a:off x="0" y="3895989"/>
            <a:ext cx="11154265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chonnathaam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vishudhdhanmaaraal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Alankruthamaaya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Thiruvachanam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Anudinam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tharumavan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puthushakthiyaal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Anubhavikkum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athisanthoshaththaal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54847F-62C7-41A0-8911-0581902FAB95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2244190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51304"/>
            <a:ext cx="12192000" cy="2677696"/>
          </a:xfrm>
        </p:spPr>
        <p:txBody>
          <a:bodyPr anchor="t"/>
          <a:lstStyle/>
          <a:p>
            <a:pPr defTabSz="465138" eaLnBrk="1" hangingPunct="1">
              <a:lnSpc>
                <a:spcPct val="125000"/>
              </a:lnSpc>
              <a:tabLst>
                <a:tab pos="465138" algn="l"/>
                <a:tab pos="577850" algn="l"/>
              </a:tabLst>
            </a:pP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ജീവന്‍റെ ഉറവിടം ക്രിസ്തുവത്രേ </a:t>
            </a:r>
            <a:b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നാവിനാലവനെ നാം ഘോഷിക്കാം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അവനത്രെ എൻ പാപഹരൻ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തൻ ജീവനാലെന്നെയും വീണ്ടെടുത്തു</a:t>
            </a: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74934-97E3-4128-BCFB-890A0F0C7DFC}"/>
              </a:ext>
            </a:extLst>
          </p:cNvPr>
          <p:cNvSpPr/>
          <p:nvPr/>
        </p:nvSpPr>
        <p:spPr>
          <a:xfrm>
            <a:off x="21771" y="3483429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Jeevantey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uravidam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Kristhuvathrey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Naavinaalavaney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ghoshikkaam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Avanathrey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paapaharan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Than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jeevanaalenneyum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veendeduththu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80988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115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265 ജീവന്‍റെ ഉറവിടം</vt:lpstr>
      <vt:lpstr>ജീവന്‍റെ ഉറവിടം ക്രിസ്തുവത്രേ  നാവിനാലവനെ നാം ഘോഷിക്കാം  അവനത്രെ എൻ പാപഹരൻ  തൻ ജീവനാലെന്നെയും വീണ്ടെടുത്തു</vt:lpstr>
      <vt:lpstr>താഴ്ചയിലെനിക്കവൻ തണലേകി  താങ്ങിയെന്നെ വീഴ്ചയിൽ വഴി നടത്തി തുടച്ചെന്‍റെ കണ്ണുനീർ പൊൻകരത്താൽ തുടിക്കുന്നെൻ മനം സ്വർഗ്ഗസന്തോഷത്താൽ</vt:lpstr>
      <vt:lpstr>ജീവന്‍റെ ഉറവിടം ക്രിസ്തുവത്രേ  നാവിനാലവനെ നാം ഘോഷിക്കാം  അവനത്രെ എൻ പാപഹരൻ  തൻ ജീവനാലെന്നെയും വീണ്ടെടുത്തു</vt:lpstr>
      <vt:lpstr>കരകാണാതാഴിയിൽ വലയുവോരേ  കരുണയെ കാംക്ഷിക്കും മൃതപ്രായരേ വരികവൻ ചാരത്തു ബന്ധിതരേ  തരുമവൻ കൃപ മനഃശാന്തിയതും </vt:lpstr>
      <vt:lpstr>ജീവന്‍റെ ഉറവിടം ക്രിസ്തുവത്രേ  നാവിനാലവനെ നാം ഘോഷിക്കാം  അവനത്രെ എൻ പാപഹരൻ  തൻ ജീവനാലെന്നെയും വീണ്ടെടുത്തു</vt:lpstr>
      <vt:lpstr>നമുക്കു മുൻചൊന്നതാം വിശുദ്ധന്മാരാൽ  അലംകൃതമായ തിരുവചനം  അനുദിനം തരുമവൻ പുതുശക്തിയാൽ അനുഭവിക്കും അതിസന്തോഷത്താൽ </vt:lpstr>
      <vt:lpstr>ജീവന്‍റെ ഉറവിടം ക്രിസ്തുവത്രേ  നാവിനാലവനെ നാം ഘോഷിക്കാം  അവനത്രെ എൻ പാപഹരൻ  തൻ ജീവനാലെന്നെയും വീണ്ടെടുത്തു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Jeevante uravidam kristhu athre</dc:title>
  <dc:creator>Digital Input:; GM JOHN; Acsah Mathews</dc:creator>
  <cp:lastModifiedBy>Acsah Mathews</cp:lastModifiedBy>
  <cp:revision>22</cp:revision>
  <dcterms:created xsi:type="dcterms:W3CDTF">2013-07-17T10:28:54Z</dcterms:created>
  <dcterms:modified xsi:type="dcterms:W3CDTF">2018-11-14T19:42:50Z</dcterms:modified>
</cp:coreProperties>
</file>