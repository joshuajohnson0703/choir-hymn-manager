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2" r:id="rId3"/>
    <p:sldId id="273" r:id="rId4"/>
    <p:sldId id="274" r:id="rId5"/>
    <p:sldId id="275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18" autoAdjust="0"/>
    <p:restoredTop sz="94660"/>
  </p:normalViewPr>
  <p:slideViewPr>
    <p:cSldViewPr>
      <p:cViewPr varScale="1">
        <p:scale>
          <a:sx n="51" d="100"/>
          <a:sy n="51" d="100"/>
        </p:scale>
        <p:origin x="78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006E46-1AB2-42BD-A583-CD562B0BC72C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94EF1C-8C3B-4021-8176-4A6A79459B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A3D171-5566-4AEC-A9D6-E0C303B34A49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7042D4-7DC6-4126-BE2A-99F8F19941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46481A-BDF0-43DE-85CF-253FCA2AC87C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3F2072-F05D-4026-B658-B9CDA6AFF7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72714A-73BE-4320-89E2-3B5AD15DC7A8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9D461A-180A-4C15-9131-099FC853C1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7A8B40-B5A7-4F64-9AE0-4ADBFD303546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97D52B-7B3D-4F67-8C10-10A8280F12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7E8BEA-7290-460D-8D3F-42417625B1F4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3AD8E4-CFF3-4734-81BA-E001167DDE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C1D12A-EE5F-4584-9773-7E9691BE8489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D2B71D-F920-400F-8FBB-FC3822288F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710D32-1051-44D9-811B-6DC44D211E52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94B04A-92D0-45AA-9B69-C627587083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06B996-8FA2-4DD3-862A-E8E998AE1FA6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E84CCB-37A8-4795-B891-7B9431D62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F5C36C-D434-463B-A094-1AB839B05CCF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E15A16-2CE1-42A8-99A8-3AB21A2452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61451F-C074-48CA-8272-5F25E3FDC383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E9974A-10F5-423C-A9DD-785FC5CBCF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0CC2B4F-C734-4A0E-9342-C53B5DC5B112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3740B42-5027-4234-9F91-EB64D181FFF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DEC84-BCCE-48DC-8B30-9FF2A59771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377</a:t>
            </a:r>
            <a:br>
              <a:rPr lang="en-US" dirty="0"/>
            </a:br>
            <a:r>
              <a:rPr lang="ml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പരമഗുരുവരനാം യേശുവേ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D2A8A9-4DF1-4A71-B4BB-8BAB5070D1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581400"/>
            <a:ext cx="8534400" cy="990600"/>
          </a:xfrm>
        </p:spPr>
        <p:txBody>
          <a:bodyPr/>
          <a:lstStyle/>
          <a:p>
            <a:r>
              <a:rPr lang="en-US" sz="4000" b="1" dirty="0" err="1">
                <a:solidFill>
                  <a:srgbClr val="002060"/>
                </a:solidFill>
              </a:rPr>
              <a:t>Paramaguruvaranaam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Yeshuvey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09A771-11D6-4E9D-8FFE-A97039BA18ED}"/>
              </a:ext>
            </a:extLst>
          </p:cNvPr>
          <p:cNvSpPr/>
          <p:nvPr/>
        </p:nvSpPr>
        <p:spPr>
          <a:xfrm>
            <a:off x="1693109" y="4387334"/>
            <a:ext cx="23631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  <a:latin typeface="Arial" panose="020B0604020202020204" pitchFamily="34" charset="0"/>
              </a:rPr>
              <a:t>(പി. ഡി. ജോൺ)</a:t>
            </a:r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6B12DC-695E-42BE-AF11-0538AE4DE92F}"/>
              </a:ext>
            </a:extLst>
          </p:cNvPr>
          <p:cNvSpPr/>
          <p:nvPr/>
        </p:nvSpPr>
        <p:spPr>
          <a:xfrm>
            <a:off x="8913059" y="4387334"/>
            <a:ext cx="164557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</a:rPr>
              <a:t>(P. D. John) </a:t>
            </a:r>
          </a:p>
        </p:txBody>
      </p:sp>
    </p:spTree>
    <p:extLst>
      <p:ext uri="{BB962C8B-B14F-4D97-AF65-F5344CB8AC3E}">
        <p14:creationId xmlns:p14="http://schemas.microsoft.com/office/powerpoint/2010/main" val="769336511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152400" y="1447800"/>
            <a:ext cx="11868149" cy="2318460"/>
          </a:xfrm>
        </p:spPr>
        <p:txBody>
          <a:bodyPr anchor="t"/>
          <a:lstStyle/>
          <a:p>
            <a:pPr algn="l">
              <a:lnSpc>
                <a:spcPct val="110000"/>
              </a:lnSpc>
              <a:tabLst>
                <a:tab pos="577850" algn="l"/>
              </a:tabLst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ഇരുവരോ മൂവരോ - തിരുനാമത്തിൽ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വരികിൽ വരുമെന്നരുളിയോനേ 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തിരുസാന്നിദ്ധ്യം സദാ നല്കേണം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ശരണം നീ മാത്രമെൻ നാഥനെ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-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…..</a:t>
            </a:r>
            <a:endParaRPr lang="ml-IN" sz="3400" b="1" spc="-2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582401" y="0"/>
            <a:ext cx="60959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377</a:t>
            </a:r>
            <a:endParaRPr lang="en-US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534383-6951-4842-BEB5-87A9211D2B06}"/>
              </a:ext>
            </a:extLst>
          </p:cNvPr>
          <p:cNvSpPr/>
          <p:nvPr/>
        </p:nvSpPr>
        <p:spPr>
          <a:xfrm>
            <a:off x="0" y="448017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പരമഗുരുവരനാം യേശുവേ നീ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വരം താ പ്രാർഥന ചെയ്തീടാൻ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263BD8-B9E2-424D-B987-A48BBC94DD34}"/>
              </a:ext>
            </a:extLst>
          </p:cNvPr>
          <p:cNvSpPr/>
          <p:nvPr/>
        </p:nvSpPr>
        <p:spPr>
          <a:xfrm>
            <a:off x="-19050" y="3657600"/>
            <a:ext cx="1221105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Paramaguruvaranaam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Yeshuvey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Nee </a:t>
            </a:r>
          </a:p>
          <a:p>
            <a:pPr algn="ctr"/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Varam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thaa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prarthana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cheithidaan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6CA031-501F-44BC-BE03-2B87868DE23A}"/>
              </a:ext>
            </a:extLst>
          </p:cNvPr>
          <p:cNvSpPr/>
          <p:nvPr/>
        </p:nvSpPr>
        <p:spPr>
          <a:xfrm>
            <a:off x="152399" y="4648200"/>
            <a:ext cx="11430001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Iruvaro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moovaro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Thirunaamathil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Varikil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varumennarulhiyoney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saanidhyam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sadaa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nalkanham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Sharanham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maathramen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Naathaney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94941667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534344"/>
            <a:ext cx="11868149" cy="2318460"/>
          </a:xfrm>
        </p:spPr>
        <p:txBody>
          <a:bodyPr anchor="t"/>
          <a:lstStyle/>
          <a:p>
            <a:pPr algn="l">
              <a:lnSpc>
                <a:spcPct val="110000"/>
              </a:lnSpc>
              <a:tabLst>
                <a:tab pos="577850" algn="l"/>
              </a:tabLst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.	തിരുമുമ്പിൽ കഴിക്കുന്ന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പ്രാർഥനയ്ക്കുത്തരം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അരുളണമേ പ്രിയനാഥനെ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മനം നൊന്തു യാചനചെയ്യുമ്പോഴെല്ലാം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കനിവിന്‍റെ ഉറവുകൾ തുറന്നവനെ</a:t>
            </a:r>
            <a:endParaRPr lang="ml-IN" sz="3400" b="1" spc="-2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582401" y="0"/>
            <a:ext cx="60959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377</a:t>
            </a:r>
            <a:endParaRPr lang="en-US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534383-6951-4842-BEB5-87A9211D2B06}"/>
              </a:ext>
            </a:extLst>
          </p:cNvPr>
          <p:cNvSpPr/>
          <p:nvPr/>
        </p:nvSpPr>
        <p:spPr>
          <a:xfrm>
            <a:off x="114299" y="2808982"/>
            <a:ext cx="1207770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പരമഗുരുവരനാം യേശുവേ നീ</a:t>
            </a:r>
            <a:b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വരം താ പ്രാർഥന ചെയ്തീടാൻ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263BD8-B9E2-424D-B987-A48BBC94DD34}"/>
              </a:ext>
            </a:extLst>
          </p:cNvPr>
          <p:cNvSpPr/>
          <p:nvPr/>
        </p:nvSpPr>
        <p:spPr>
          <a:xfrm>
            <a:off x="114299" y="5681008"/>
            <a:ext cx="1087755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Paramaguruvaranaam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Nee </a:t>
            </a:r>
          </a:p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prarthana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cheithidaan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6CA031-501F-44BC-BE03-2B87868DE23A}"/>
              </a:ext>
            </a:extLst>
          </p:cNvPr>
          <p:cNvSpPr/>
          <p:nvPr/>
        </p:nvSpPr>
        <p:spPr>
          <a:xfrm>
            <a:off x="0" y="3729097"/>
            <a:ext cx="11430001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+mn-lt"/>
              </a:rPr>
              <a:t>1.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Thiru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munbil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kazhikkunna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prarthanaikkuththaram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2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Arulhanhamey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priya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Naathaney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2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Manam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nonthu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yaachana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cheyyumbozhellaam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2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Kanivintey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uravukalh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thurannavaney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6106966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534344"/>
            <a:ext cx="11868149" cy="2318460"/>
          </a:xfrm>
        </p:spPr>
        <p:txBody>
          <a:bodyPr anchor="t"/>
          <a:lstStyle/>
          <a:p>
            <a:pPr algn="l">
              <a:lnSpc>
                <a:spcPct val="110000"/>
              </a:lnSpc>
              <a:tabLst>
                <a:tab pos="577850" algn="l"/>
              </a:tabLst>
              <a:defRPr/>
            </a:pPr>
            <a:r>
              <a:rPr lang="en-US" sz="3400" b="1" dirty="0">
                <a:latin typeface="Kartika" panose="02020503030404060203" pitchFamily="18" charset="0"/>
              </a:rPr>
              <a:t>2</a:t>
            </a:r>
            <a:r>
              <a:rPr lang="ml-IN" sz="3400" b="1" dirty="0">
                <a:latin typeface="Kartika" panose="02020503030404060203" pitchFamily="18" charset="0"/>
              </a:rPr>
              <a:t>.	ജനം നിന്നിലാനന്ദിച്ചീടുവാനവരിൽ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വിണ്ടും നിൻജിവനെ നൽകണേ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മാളികയിൽ തവ ദാസരിൽ നൽകിയ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വരമെങ്ങൾ ക്കരുളുക ഈ തരുണം</a:t>
            </a:r>
            <a:endParaRPr lang="ml-IN" sz="3400" b="1" spc="-2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582401" y="0"/>
            <a:ext cx="60959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377</a:t>
            </a:r>
            <a:endParaRPr lang="en-US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534383-6951-4842-BEB5-87A9211D2B06}"/>
              </a:ext>
            </a:extLst>
          </p:cNvPr>
          <p:cNvSpPr/>
          <p:nvPr/>
        </p:nvSpPr>
        <p:spPr>
          <a:xfrm>
            <a:off x="114299" y="2808982"/>
            <a:ext cx="1207770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പരമഗുരുവരനാം യേശുവേ നീ</a:t>
            </a:r>
            <a:b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വരം താ പ്രാർഥന ചെയ്തീടാൻ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263BD8-B9E2-424D-B987-A48BBC94DD34}"/>
              </a:ext>
            </a:extLst>
          </p:cNvPr>
          <p:cNvSpPr/>
          <p:nvPr/>
        </p:nvSpPr>
        <p:spPr>
          <a:xfrm>
            <a:off x="114299" y="5681008"/>
            <a:ext cx="1087755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Paramaguruvaranaam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Nee </a:t>
            </a:r>
          </a:p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prarthana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cheithidaan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6CA031-501F-44BC-BE03-2B87868DE23A}"/>
              </a:ext>
            </a:extLst>
          </p:cNvPr>
          <p:cNvSpPr/>
          <p:nvPr/>
        </p:nvSpPr>
        <p:spPr>
          <a:xfrm>
            <a:off x="0" y="3729097"/>
            <a:ext cx="11430001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+mn-lt"/>
              </a:rPr>
              <a:t>2.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Janam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Ninnil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aanandicheeduvaan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avaril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2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Veendum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Nin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jeevaney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nalkanhey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2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Maalhikayil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thava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daasaril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nalkiya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2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Varamengalhkkarulhuka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ee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tharunham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9438931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534344"/>
            <a:ext cx="11868149" cy="2318460"/>
          </a:xfrm>
        </p:spPr>
        <p:txBody>
          <a:bodyPr anchor="t"/>
          <a:lstStyle/>
          <a:p>
            <a:pPr algn="l">
              <a:lnSpc>
                <a:spcPct val="110000"/>
              </a:lnSpc>
              <a:tabLst>
                <a:tab pos="577850" algn="l"/>
              </a:tabLst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3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.	അനവധിയാവശ്യങ്ങൾ തിരുസവിധേ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ഉയർത്തുന്നു വിശ്വാസകൈകളാൽ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 	അശരണരാകുലർ രോഗികളായോർ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കരുണയിൻ കരതലം കണ്ടിടട്ടെ </a:t>
            </a:r>
            <a:endParaRPr lang="ml-IN" sz="3400" b="1" spc="-2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582401" y="0"/>
            <a:ext cx="60959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377</a:t>
            </a:r>
            <a:endParaRPr lang="en-US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534383-6951-4842-BEB5-87A9211D2B06}"/>
              </a:ext>
            </a:extLst>
          </p:cNvPr>
          <p:cNvSpPr/>
          <p:nvPr/>
        </p:nvSpPr>
        <p:spPr>
          <a:xfrm>
            <a:off x="114299" y="2808982"/>
            <a:ext cx="1207770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പരമഗുരുവരനാം യേശുവേ നീ</a:t>
            </a:r>
            <a:b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വരം താ പ്രാർഥന ചെയ്തീടാൻ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263BD8-B9E2-424D-B987-A48BBC94DD34}"/>
              </a:ext>
            </a:extLst>
          </p:cNvPr>
          <p:cNvSpPr/>
          <p:nvPr/>
        </p:nvSpPr>
        <p:spPr>
          <a:xfrm>
            <a:off x="114299" y="5681008"/>
            <a:ext cx="1087755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Paramaguruvaranaam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Nee </a:t>
            </a:r>
          </a:p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prarthana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cheithidaan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6CA031-501F-44BC-BE03-2B87868DE23A}"/>
              </a:ext>
            </a:extLst>
          </p:cNvPr>
          <p:cNvSpPr/>
          <p:nvPr/>
        </p:nvSpPr>
        <p:spPr>
          <a:xfrm>
            <a:off x="0" y="3729097"/>
            <a:ext cx="11430001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+mn-lt"/>
              </a:rPr>
              <a:t>3.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Anavathiyaavashyangalh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Thiru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savidhey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2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Uyarththunnu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vishwaasa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kaikalhaal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2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Asharanharaakular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rogikalhaayor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2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Karunhayin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karathalam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kandidattey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8142269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</TotalTime>
  <Words>139</Words>
  <Application>Microsoft Office PowerPoint</Application>
  <PresentationFormat>Widescreen</PresentationFormat>
  <Paragraphs>40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Kartika</vt:lpstr>
      <vt:lpstr>Office Theme</vt:lpstr>
      <vt:lpstr>377 പരമഗുരുവരനാം യേശുവേ</vt:lpstr>
      <vt:lpstr>ഇരുവരോ മൂവരോ - തിരുനാമത്തിൽ വരികിൽ വരുമെന്നരുളിയോനേ - തിരുസാന്നിദ്ധ്യം സദാ നല്കേണം ശരണം നീ മാത്രമെൻ നാഥനെ   -പര…..</vt:lpstr>
      <vt:lpstr>1. തിരുമുമ്പിൽ കഴിക്കുന്ന പ്രാർഥനയ്ക്കുത്തരം  അരുളണമേ പ്രിയനാഥനെ   മനം നൊന്തു യാചനചെയ്യുമ്പോഴെല്ലാം  കനിവിന്‍റെ ഉറവുകൾ തുറന്നവനെ</vt:lpstr>
      <vt:lpstr>2. ജനം നിന്നിലാനന്ദിച്ചീടുവാനവരിൽ  വിണ്ടും നിൻജിവനെ നൽകണേ  മാളികയിൽ തവ ദാസരിൽ നൽകിയ  വരമെങ്ങൾ ക്കരുളുക ഈ തരുണം</vt:lpstr>
      <vt:lpstr>3. അനവധിയാവശ്യങ്ങൾ തിരുസവിധേ  ഉയർത്തുന്നു വിശ്വാസകൈകളാൽ   അശരണരാകുലർ രോഗികളായോർ  കരുണയിൻ കരതലം കണ്ടിടട്ടെ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Paramaguruvaranaam yeshuve</dc:title>
  <dc:creator>Digital Input:; GM JOHN; Acsah Mathews</dc:creator>
  <cp:lastModifiedBy>Acsah Mathews</cp:lastModifiedBy>
  <cp:revision>111</cp:revision>
  <dcterms:created xsi:type="dcterms:W3CDTF">2013-04-25T00:28:25Z</dcterms:created>
  <dcterms:modified xsi:type="dcterms:W3CDTF">2018-11-23T18:05:01Z</dcterms:modified>
</cp:coreProperties>
</file>