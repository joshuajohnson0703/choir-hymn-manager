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2" autoAdjust="0"/>
    <p:restoredTop sz="94660"/>
  </p:normalViewPr>
  <p:slideViewPr>
    <p:cSldViewPr>
      <p:cViewPr varScale="1">
        <p:scale>
          <a:sx n="44" d="100"/>
          <a:sy n="44" d="100"/>
        </p:scale>
        <p:origin x="42" y="79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6D5206-A21B-47CF-9A71-2596216572E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24237-B5BC-4284-AEAE-E4E3DD548B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408360-30B6-46F4-8BC4-994E2B1AE89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BB0A6-66EF-4F6E-8A10-C290A857813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E3077B-1FDD-45B1-A439-25104001336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98A1C-CDAA-4E1C-ACD1-9835DADC19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00A73A-AB21-4C2D-B328-10AECE1F63B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3E3421-5402-468B-8989-BE59A2F7FF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0E061-227B-45EB-8E75-3428A781423C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A8552-AE4B-4FDE-BF16-FD9520762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FBF55D-3661-4193-8972-F46008B6750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99AB6-FA28-4455-95E6-5138103D35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AEFBBF-12C6-475D-9821-794497A7E05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50D43-CB17-4CCA-B12E-C0062AA80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C7066-1710-47E6-813C-9691E72C855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F2666-AD3E-4D97-B7B4-EB963C9EE0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E473A-64D3-4318-B4A0-52A785AE88F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6AC998-8585-42D9-8E69-67C88ACDF7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E5E9B1-D285-4828-AB51-F3AE6CEA0D3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DED1-F6C1-4E4E-B571-D257826CAE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DEC8E5-92B8-4D85-80A2-BF7F1F6CE03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A320C9-6858-418F-8933-3EA8AC76B3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8061A9F-23AB-4719-9537-C0F391842AF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3D9DE1E-5C42-454D-8521-8BB8BC9729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D8465-B680-4E0B-80A6-4EAA34CB02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309</a:t>
            </a:r>
            <a:br>
              <a:rPr lang="en-US" dirty="0"/>
            </a:br>
            <a:r>
              <a:rPr lang="ml-IN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</a:rPr>
              <a:t>യേശുനാഥൻ ജയിക്കുന്നു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A5EA9-BB7A-4D34-AFAF-1D0501F86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Yeshu </a:t>
            </a:r>
            <a:r>
              <a:rPr lang="en-US" sz="4000" b="1" dirty="0" err="1">
                <a:solidFill>
                  <a:srgbClr val="002060"/>
                </a:solidFill>
              </a:rPr>
              <a:t>naadhan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jayikunnu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60AD6B-D1D0-4031-A0CB-82E55A306C07}"/>
              </a:ext>
            </a:extLst>
          </p:cNvPr>
          <p:cNvSpPr/>
          <p:nvPr/>
        </p:nvSpPr>
        <p:spPr>
          <a:xfrm>
            <a:off x="2434765" y="4676745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>
                    <a:lumMod val="75000"/>
                  </a:schemeClr>
                </a:solidFill>
              </a:rPr>
              <a:t>(മോശവത്സലം)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73F655-8F5E-46E0-9503-4AEEA5FE2328}"/>
              </a:ext>
            </a:extLst>
          </p:cNvPr>
          <p:cNvSpPr/>
          <p:nvPr/>
        </p:nvSpPr>
        <p:spPr>
          <a:xfrm>
            <a:off x="7848600" y="4676745"/>
            <a:ext cx="22204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sz="2000" i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Moshavatsalam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4107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85446"/>
            <a:ext cx="12192000" cy="1981200"/>
          </a:xfrm>
        </p:spPr>
        <p:txBody>
          <a:bodyPr anchor="t"/>
          <a:lstStyle/>
          <a:p>
            <a:pPr defTabSz="457200">
              <a:lnSpc>
                <a:spcPct val="150000"/>
              </a:lnSpc>
            </a:pP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യേശുനാഥൻ ജയിക്കുന്നു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– ഹല്ലേലുയ്യാ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ഇഹലോകം മുഴുവനും – ഹല്ലേലുയ്യാ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CCAF0-F869-48C6-9A5A-B5396D473C90}"/>
              </a:ext>
            </a:extLst>
          </p:cNvPr>
          <p:cNvSpPr/>
          <p:nvPr/>
        </p:nvSpPr>
        <p:spPr>
          <a:xfrm>
            <a:off x="0" y="317930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Yeshu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naadhan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jayikunnu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muzhuvanum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Halleluyya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53583" y="1093881"/>
            <a:ext cx="11353800" cy="2395954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ഓരോരോ രാജ്യങ്ങളിൽ സുവിശേഷം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ഓടി നിറഞ്ഞീടുന്നു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ഹല്ലേലുയ്യാ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ഏറെപേരാണ്ടുതോറും ചേർന്നിടുന്നു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സഭയിൽ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ഹല്ലേലുയ്യാ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CCAF0-F869-48C6-9A5A-B5396D473C90}"/>
              </a:ext>
            </a:extLst>
          </p:cNvPr>
          <p:cNvSpPr/>
          <p:nvPr/>
        </p:nvSpPr>
        <p:spPr>
          <a:xfrm>
            <a:off x="3124200" y="3629609"/>
            <a:ext cx="9067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Ororo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niranjeedunnu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…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Aerepperaandu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Yeshuivn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CCFE1-1836-4E31-B964-DBF8DA253767}"/>
              </a:ext>
            </a:extLst>
          </p:cNvPr>
          <p:cNvSpPr txBox="1"/>
          <p:nvPr/>
        </p:nvSpPr>
        <p:spPr>
          <a:xfrm>
            <a:off x="304800" y="338554"/>
            <a:ext cx="11506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2647558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53583" y="1093881"/>
            <a:ext cx="11353800" cy="2395954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പേയിൻ മാർഗ്ഗങ്ങളെങ്ങും ക്ഷയിച്ചിടുന്നു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പേടിച്ചോടുന്നു സാത്താൻ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ശ്രീയേശു മാർഗ്ഗമെങ്ങും ബലപ്പെടുന്നു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തിരിയുന്നു ലോകരിതിൽ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CCAF0-F869-48C6-9A5A-B5396D473C90}"/>
              </a:ext>
            </a:extLst>
          </p:cNvPr>
          <p:cNvSpPr/>
          <p:nvPr/>
        </p:nvSpPr>
        <p:spPr>
          <a:xfrm>
            <a:off x="3124200" y="3629609"/>
            <a:ext cx="9067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Maargangalh-engum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kshayicheedunuu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pedichchodunnu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saaththaan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Shreeyeshu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maargam-engum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balappedunnu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thiriyunnu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Lokatharil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CCFE1-1836-4E31-B964-DBF8DA253767}"/>
              </a:ext>
            </a:extLst>
          </p:cNvPr>
          <p:cNvSpPr txBox="1"/>
          <p:nvPr/>
        </p:nvSpPr>
        <p:spPr>
          <a:xfrm>
            <a:off x="304800" y="338554"/>
            <a:ext cx="11506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5041393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53583" y="1093881"/>
            <a:ext cx="11353800" cy="2395954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ജാതിഭേദങ്ങൾ പലതും നീങ്ങിടുന്നു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ജയിക്കുന്നു സ്നേഹക്കൊടി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പാതകങ്ങൾ പാരിൽനിന്നു കുറഞ്ഞീടുന്നു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ഫലിക്കുന്നു സുവിശേഷം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CCAF0-F869-48C6-9A5A-B5396D473C90}"/>
              </a:ext>
            </a:extLst>
          </p:cNvPr>
          <p:cNvSpPr/>
          <p:nvPr/>
        </p:nvSpPr>
        <p:spPr>
          <a:xfrm>
            <a:off x="3124200" y="3629609"/>
            <a:ext cx="9067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Jaathibhedangalh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palathum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neengidunnu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Jayikunnu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snehakkodi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Paathakangalh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paarilninnu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kurranjidunnu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Phalikkunnu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CCFE1-1836-4E31-B964-DBF8DA253767}"/>
              </a:ext>
            </a:extLst>
          </p:cNvPr>
          <p:cNvSpPr txBox="1"/>
          <p:nvPr/>
        </p:nvSpPr>
        <p:spPr>
          <a:xfrm>
            <a:off x="304800" y="338554"/>
            <a:ext cx="11506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946315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53583" y="1093881"/>
            <a:ext cx="11353800" cy="2395954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ആലയങ്ങൾ ഉയരുന്നു യേശുവിന്നു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ആരാധന യേറുന്നു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നാലുപാടും വിഗ്രഹങ്ങൾ വീണിടുന്നു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നാശവഴി അടയുന്നു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CCAF0-F869-48C6-9A5A-B5396D473C90}"/>
              </a:ext>
            </a:extLst>
          </p:cNvPr>
          <p:cNvSpPr/>
          <p:nvPr/>
        </p:nvSpPr>
        <p:spPr>
          <a:xfrm>
            <a:off x="3124200" y="3629609"/>
            <a:ext cx="9067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Aalayangalh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aaraadhanayerrunnu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Naalupaadum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vigrahangalh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veenhidunnu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adayunnu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CCFE1-1836-4E31-B964-DBF8DA253767}"/>
              </a:ext>
            </a:extLst>
          </p:cNvPr>
          <p:cNvSpPr txBox="1"/>
          <p:nvPr/>
        </p:nvSpPr>
        <p:spPr>
          <a:xfrm>
            <a:off x="304800" y="338554"/>
            <a:ext cx="11506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97418625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553583" y="1093881"/>
            <a:ext cx="11353800" cy="2395954"/>
          </a:xfrm>
        </p:spPr>
        <p:txBody>
          <a:bodyPr anchor="t"/>
          <a:lstStyle/>
          <a:p>
            <a:pPr algn="l" defTabSz="457200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വളർന്നു നിറഞ്ഞീടുന്നു യേശുരാജ്യം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മങ്ങുന്നു പേയിൻരാജ്യം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വിളങ്ങുന്നു ദിവ്യശക്തിയധികാരം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മേദിനിയിൽ ദിനംദിനം</a:t>
            </a:r>
            <a:r>
              <a:rPr lang="ml-IN" sz="3400" b="1" dirty="0">
                <a:solidFill>
                  <a:prstClr val="black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- ഹല്ലേലുയ്യാ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309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BCCAF0-F869-48C6-9A5A-B5396D473C90}"/>
              </a:ext>
            </a:extLst>
          </p:cNvPr>
          <p:cNvSpPr/>
          <p:nvPr/>
        </p:nvSpPr>
        <p:spPr>
          <a:xfrm>
            <a:off x="3124200" y="3629609"/>
            <a:ext cx="90678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Valharnnu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nirranjeedunnu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Mangunnu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Vilhangunnu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divyashakthi-yadhikaaram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Mediniyil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Haalelujah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0CCFE1-1836-4E31-B964-DBF8DA253767}"/>
              </a:ext>
            </a:extLst>
          </p:cNvPr>
          <p:cNvSpPr txBox="1"/>
          <p:nvPr/>
        </p:nvSpPr>
        <p:spPr>
          <a:xfrm>
            <a:off x="304800" y="338554"/>
            <a:ext cx="11506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315177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116</Words>
  <Application>Microsoft Office PowerPoint</Application>
  <PresentationFormat>Widescreen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309 യേശുനാഥൻ ജയിക്കുന്നു</vt:lpstr>
      <vt:lpstr>യേശുനാഥൻ ജയിക്കുന്നു – ഹല്ലേലുയ്യാ   ഇഹലോകം മുഴുവനും – ഹല്ലേലുയ്യാ</vt:lpstr>
      <vt:lpstr>ഓരോരോ രാജ്യങ്ങളിൽ സുവിശേഷം ഓടി നിറഞ്ഞീടുന്നു - ഹല്ലേലുയ്യാ ഏറെപേരാണ്ടുതോറും ചേർന്നിടുന്നു യേശുവിൻ സഭയിൽ - ഹല്ലേലുയ്യാ</vt:lpstr>
      <vt:lpstr>പേയിൻ മാർഗ്ഗങ്ങളെങ്ങും ക്ഷയിച്ചിടുന്നു പേടിച്ചോടുന്നു സാത്താൻ - ഹല്ലേലുയ്യാ ശ്രീയേശു മാർഗ്ഗമെങ്ങും ബലപ്പെടുന്നു തിരിയുന്നു ലോകരിതിൽ - ഹല്ലേലുയ്യാ</vt:lpstr>
      <vt:lpstr>ജാതിഭേദങ്ങൾ പലതും നീങ്ങിടുന്നു ജയിക്കുന്നു സ്നേഹക്കൊടി - ഹല്ലേലുയ്യാ പാതകങ്ങൾ പാരിൽനിന്നു കുറഞ്ഞീടുന്നു ഫലിക്കുന്നു സുവിശേഷം - ഹല്ലേലുയ്യാ</vt:lpstr>
      <vt:lpstr>ആലയങ്ങൾ ഉയരുന്നു യേശുവിന്നു ആരാധന യേറുന്നു - ഹല്ലേലുയ്യാ നാലുപാടും വിഗ്രഹങ്ങൾ വീണിടുന്നു നാശവഴി അടയുന്നു - ഹല്ലേലുയ്യാ</vt:lpstr>
      <vt:lpstr>വളർന്നു നിറഞ്ഞീടുന്നു യേശുരാജ്യം മങ്ങുന്നു പേയിൻരാജ്യം - ഹല്ലേലുയ്യാ വിളങ്ങുന്നു ദിവ്യശക്തിയധികാരം മേദിനിയിൽ ദിനംദിനം - ഹല്ലേലുയ്യാ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Yeshunadhan jayikkunnu</dc:title>
  <dc:creator>Digital Input:; GM JOHN; Acsah Mathews</dc:creator>
  <cp:lastModifiedBy>Acsah Mathews</cp:lastModifiedBy>
  <cp:revision>189</cp:revision>
  <dcterms:created xsi:type="dcterms:W3CDTF">2013-04-19T09:19:07Z</dcterms:created>
  <dcterms:modified xsi:type="dcterms:W3CDTF">2018-11-16T18:59:32Z</dcterms:modified>
</cp:coreProperties>
</file>