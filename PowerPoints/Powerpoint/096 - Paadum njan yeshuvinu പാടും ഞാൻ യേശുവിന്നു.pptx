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1" r:id="rId3"/>
    <p:sldId id="274" r:id="rId4"/>
    <p:sldId id="275" r:id="rId5"/>
    <p:sldId id="276" r:id="rId6"/>
    <p:sldId id="27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2" autoAdjust="0"/>
    <p:restoredTop sz="94660"/>
  </p:normalViewPr>
  <p:slideViewPr>
    <p:cSldViewPr>
      <p:cViewPr varScale="1">
        <p:scale>
          <a:sx n="41" d="100"/>
          <a:sy n="41" d="100"/>
        </p:scale>
        <p:origin x="54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BD340-A128-45DD-A796-8710373F69B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6CA39-E2B4-433C-92CD-61D07E22B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E7BFC-2C68-4853-A3AF-EDFFD34D966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9CE769-3B93-431B-8DFC-6BF2613947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345CE-422E-4EE6-81D4-63F5E660D29F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75F1-5E3B-4361-BDF5-22AEFD0813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1894C-5523-469C-8552-B4958072615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58BE4-F631-47AF-8340-A994853FEB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25FDE-524B-45F1-9993-161C0D11705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2474A-A4C0-412F-9B16-841ACF51F2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D00F2-EEA3-4550-B58A-D119F5E87414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757AB1-1428-4931-AA18-A5008B33B4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6C72F-F427-405F-A272-066F8F9CFBE8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3E5A1-97C3-4A02-93ED-3BCF3CD4F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788A1-3404-4398-B93F-0983F114F05E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47AA6-F20F-4F38-AFDF-444D3396C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FC40F-6046-47F7-905E-902EE159C57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A54BE9-E0DA-4570-B75B-7D4FD26ABC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E8478-4818-42AE-97BB-5A7DC1CBD0F0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6A3151-293C-4A93-8CFD-D2108BC041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B3D768-97B3-4609-96C2-14EA08E93A9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78E9-EF39-422E-A399-5131B95172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04225E8-4B8F-4FD6-A385-1E7A7A70504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DA80D50-191D-47CF-B442-A35B70982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EF78-7AD0-4EA8-9F19-6C53DBAC5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96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പാടും ഞാൻ യേശുവിന്നു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C342F-0912-4006-8B41-EDC293394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40744"/>
            <a:ext cx="8534400" cy="1752600"/>
          </a:xfrm>
        </p:spPr>
        <p:txBody>
          <a:bodyPr/>
          <a:lstStyle/>
          <a:p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Paadum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njaan</a:t>
            </a:r>
            <a:r>
              <a:rPr lang="en-US" sz="4000" b="1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4000" b="1" dirty="0" err="1">
                <a:solidFill>
                  <a:srgbClr val="1F497D">
                    <a:lumMod val="75000"/>
                  </a:srgbClr>
                </a:solidFill>
              </a:rPr>
              <a:t>yeshuvinu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698D4E-F371-42F2-B379-FE0AA3DBB627}"/>
              </a:ext>
            </a:extLst>
          </p:cNvPr>
          <p:cNvSpPr/>
          <p:nvPr/>
        </p:nvSpPr>
        <p:spPr>
          <a:xfrm>
            <a:off x="1828800" y="4968389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spc="-1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000" b="1" spc="-1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ml-IN" sz="2000" b="1" spc="-100" dirty="0">
                <a:solidFill>
                  <a:schemeClr val="accent2">
                    <a:lumMod val="75000"/>
                  </a:schemeClr>
                </a:solidFill>
              </a:rPr>
              <a:t>പി. വി. തൊമ്മി</a:t>
            </a:r>
            <a:r>
              <a:rPr lang="en-US" sz="2000" b="1" spc="-100" dirty="0">
                <a:solidFill>
                  <a:schemeClr val="accent2">
                    <a:lumMod val="75000"/>
                  </a:schemeClr>
                </a:solidFill>
              </a:rPr>
              <a:t>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D443B-1439-4DE9-9E24-7B08236530E3}"/>
              </a:ext>
            </a:extLst>
          </p:cNvPr>
          <p:cNvSpPr/>
          <p:nvPr/>
        </p:nvSpPr>
        <p:spPr>
          <a:xfrm>
            <a:off x="8839200" y="4768334"/>
            <a:ext cx="18450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(P.V.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Thommi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9045658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34644"/>
            <a:ext cx="12191999" cy="2276472"/>
          </a:xfrm>
        </p:spPr>
        <p:txBody>
          <a:bodyPr anchor="t"/>
          <a:lstStyle/>
          <a:p>
            <a:pPr algn="l" defTabSz="463550">
              <a:lnSpc>
                <a:spcPts val="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ഞാനെന്നകതാരിലനുദിനം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വാഴും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ശ്രീയേശുവിന്നു - ഒരു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കേടും കൂടാതെന്നെ പാലിക്കും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നാഥനെ 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സ്തുതിക്കുമെന്നും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-				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പാടും 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ml-IN" sz="3200" b="1" spc="-1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062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096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054CA-C3B1-4DED-8646-F573862E3C84}"/>
              </a:ext>
            </a:extLst>
          </p:cNvPr>
          <p:cNvSpPr/>
          <p:nvPr/>
        </p:nvSpPr>
        <p:spPr>
          <a:xfrm>
            <a:off x="-1" y="726757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ഞാൻ യേശുവിന്നു - ജീവൻ പോവോളം നന്ദിയോടെ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253DB-B312-44AF-913B-1C0767312F5C}"/>
              </a:ext>
            </a:extLst>
          </p:cNvPr>
          <p:cNvSpPr/>
          <p:nvPr/>
        </p:nvSpPr>
        <p:spPr>
          <a:xfrm>
            <a:off x="0" y="4376318"/>
            <a:ext cx="12192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njanennakathaaril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anidinam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shreeyeshuvinu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koodathenne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paalikkum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sthuthikkumennum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7B317-B111-4E99-8B9B-0C19AAABD3A3}"/>
              </a:ext>
            </a:extLst>
          </p:cNvPr>
          <p:cNvSpPr/>
          <p:nvPr/>
        </p:nvSpPr>
        <p:spPr>
          <a:xfrm>
            <a:off x="-4" y="3643607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njaan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yeshuvinu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povolham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nanniyode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34644"/>
            <a:ext cx="12191999" cy="2276472"/>
          </a:xfrm>
        </p:spPr>
        <p:txBody>
          <a:bodyPr anchor="t"/>
          <a:lstStyle/>
          <a:p>
            <a:pPr algn="l" defTabSz="463550">
              <a:lnSpc>
                <a:spcPts val="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സ്വന്തജനമായ യൂദന്മാരെ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തള്ളിയന്ധതയിൽ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കിടന്നു - ബഹു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സന്താപത്തോടുഴന്നീടും പുറജാതി -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സന്തതിയെ വീണ്ടോനേ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				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പാടും 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ml-IN" sz="3200" b="1" spc="-1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062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096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054CA-C3B1-4DED-8646-F573862E3C84}"/>
              </a:ext>
            </a:extLst>
          </p:cNvPr>
          <p:cNvSpPr/>
          <p:nvPr/>
        </p:nvSpPr>
        <p:spPr>
          <a:xfrm>
            <a:off x="-1" y="726757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ഞാൻ യേശുവിന്നു - ജീവൻ പോവോളം നന്ദിയോടെ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253DB-B312-44AF-913B-1C0767312F5C}"/>
              </a:ext>
            </a:extLst>
          </p:cNvPr>
          <p:cNvSpPr/>
          <p:nvPr/>
        </p:nvSpPr>
        <p:spPr>
          <a:xfrm>
            <a:off x="0" y="4376318"/>
            <a:ext cx="12192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Swanthajanamaaya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yoodanmaare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thallhi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andathayil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kidannu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bahu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Santhaapathoduzhaneedum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purhajaathi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veendone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7B317-B111-4E99-8B9B-0C19AAABD3A3}"/>
              </a:ext>
            </a:extLst>
          </p:cNvPr>
          <p:cNvSpPr/>
          <p:nvPr/>
        </p:nvSpPr>
        <p:spPr>
          <a:xfrm>
            <a:off x="-4" y="3643607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njaan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yeshuvinu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povolham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nanniyode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1507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34644"/>
            <a:ext cx="12191999" cy="2276472"/>
          </a:xfrm>
        </p:spPr>
        <p:txBody>
          <a:bodyPr anchor="t"/>
          <a:lstStyle/>
          <a:p>
            <a:pPr algn="l" defTabSz="463550">
              <a:lnSpc>
                <a:spcPts val="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കാട്ടൊലിവിൻ ശാഖയായിരുന്ന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നല്ലഫലം നിറപ്പാൻ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അവൻ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വെട്ടിയിണച്ചെന്നെ നല്ലൊലിവിൻ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 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തരുവോടതു ചിന്തിച്ചെന്നും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 					-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പാടും 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b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ml-IN" sz="3200" b="1" spc="-1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062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096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054CA-C3B1-4DED-8646-F573862E3C84}"/>
              </a:ext>
            </a:extLst>
          </p:cNvPr>
          <p:cNvSpPr/>
          <p:nvPr/>
        </p:nvSpPr>
        <p:spPr>
          <a:xfrm>
            <a:off x="-1" y="726757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ഞാൻ യേശുവിന്നു - ജീവൻ പോവോളം നന്ദിയോടെ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253DB-B312-44AF-913B-1C0767312F5C}"/>
              </a:ext>
            </a:extLst>
          </p:cNvPr>
          <p:cNvSpPr/>
          <p:nvPr/>
        </p:nvSpPr>
        <p:spPr>
          <a:xfrm>
            <a:off x="0" y="4376318"/>
            <a:ext cx="12192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Kaattolivin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shaakhayaayirunna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nallaphalam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nirappam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Vettiyinhachenne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nallolivin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tharu-vodanhachathu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chinthichennum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7B317-B111-4E99-8B9B-0C19AAABD3A3}"/>
              </a:ext>
            </a:extLst>
          </p:cNvPr>
          <p:cNvSpPr/>
          <p:nvPr/>
        </p:nvSpPr>
        <p:spPr>
          <a:xfrm>
            <a:off x="-4" y="3643607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njaan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yeshuvinu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povolham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nanniyode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33375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34644"/>
            <a:ext cx="12191999" cy="2276472"/>
          </a:xfrm>
        </p:spPr>
        <p:txBody>
          <a:bodyPr anchor="t"/>
          <a:lstStyle/>
          <a:p>
            <a:pPr algn="l" defTabSz="463550">
              <a:lnSpc>
                <a:spcPts val="4000"/>
              </a:lnSpc>
              <a:defRPr/>
            </a:pPr>
            <a:r>
              <a:rPr lang="en-US" sz="3200" b="1" spc="-100" dirty="0"/>
              <a:t>4	</a:t>
            </a:r>
            <a:r>
              <a:rPr lang="ml-IN" sz="3200" b="1" dirty="0"/>
              <a:t>കൺമണിപോലെന്നെ ഭദ്രമായ് </a:t>
            </a:r>
            <a:br>
              <a:rPr lang="en-US" sz="3200" b="1" dirty="0"/>
            </a:br>
            <a:r>
              <a:rPr lang="en-US" sz="3200" b="1" dirty="0"/>
              <a:t>     </a:t>
            </a:r>
            <a:r>
              <a:rPr lang="ml-IN" sz="3200" b="1" dirty="0"/>
              <a:t>നിത്യവും</a:t>
            </a:r>
            <a:r>
              <a:rPr lang="en-US" sz="3200" b="1" dirty="0"/>
              <a:t> </a:t>
            </a:r>
            <a:r>
              <a:rPr lang="ml-IN" sz="3200" b="1" dirty="0"/>
              <a:t>കാവൽ ചെയ്തിടാമെന്നും</a:t>
            </a:r>
            <a:r>
              <a:rPr lang="en-US" sz="3200" b="1" dirty="0"/>
              <a:t> </a:t>
            </a:r>
            <a:r>
              <a:rPr lang="ml-IN" sz="3200" b="1" dirty="0"/>
              <a:t>തന്‍റെ </a:t>
            </a:r>
            <a:br>
              <a:rPr lang="en-US" sz="3200" b="1" dirty="0"/>
            </a:br>
            <a:r>
              <a:rPr lang="en-US" sz="3200" b="1" dirty="0"/>
              <a:t>     </a:t>
            </a:r>
            <a:r>
              <a:rPr lang="ml-IN" sz="3200" b="1" dirty="0"/>
              <a:t>കണ്ണുകൊണ്ടെന്നെ</a:t>
            </a:r>
            <a:r>
              <a:rPr lang="en-US" sz="3200" b="1" dirty="0"/>
              <a:t> </a:t>
            </a:r>
            <a:r>
              <a:rPr lang="ml-IN" sz="3200" b="1" dirty="0"/>
              <a:t>നടത്തീടാമെന്നതും - </a:t>
            </a:r>
            <a:r>
              <a:rPr lang="en-US" sz="3200" b="1" dirty="0"/>
              <a:t>     </a:t>
            </a:r>
            <a:br>
              <a:rPr lang="en-US" sz="3200" b="1" dirty="0"/>
            </a:br>
            <a:r>
              <a:rPr lang="en-US" sz="3200" b="1" dirty="0"/>
              <a:t>     </a:t>
            </a:r>
            <a:r>
              <a:rPr lang="ml-IN" sz="3200" b="1" dirty="0"/>
              <a:t>ഓർത്തതിമോദമോടെ</a:t>
            </a:r>
            <a:r>
              <a:rPr lang="en-US" sz="3200" b="1" dirty="0"/>
              <a:t>      				</a:t>
            </a:r>
            <a:r>
              <a:rPr lang="en-US" sz="3200" b="1" spc="-100" dirty="0"/>
              <a:t>-</a:t>
            </a:r>
            <a:r>
              <a:rPr lang="ml-IN" sz="3200" b="1" spc="-100" dirty="0"/>
              <a:t>പാടും </a:t>
            </a:r>
            <a:r>
              <a:rPr lang="en-US" sz="3200" b="1" spc="-100" dirty="0"/>
              <a:t>…</a:t>
            </a:r>
            <a:endParaRPr lang="ml-IN" sz="3200" b="1" spc="-1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062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096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054CA-C3B1-4DED-8646-F573862E3C84}"/>
              </a:ext>
            </a:extLst>
          </p:cNvPr>
          <p:cNvSpPr/>
          <p:nvPr/>
        </p:nvSpPr>
        <p:spPr>
          <a:xfrm>
            <a:off x="-1" y="726757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ഞാൻ യേശുവിന്നു - ജീവൻ പോവോളം നന്ദിയോടെ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253DB-B312-44AF-913B-1C0767312F5C}"/>
              </a:ext>
            </a:extLst>
          </p:cNvPr>
          <p:cNvSpPr/>
          <p:nvPr/>
        </p:nvSpPr>
        <p:spPr>
          <a:xfrm>
            <a:off x="0" y="4376318"/>
            <a:ext cx="12192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Kanhmanhi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bhadramai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nithyavum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kaaval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cheytheedamennum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kondenne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nadatheedaamennathum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orthadimodamode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7B317-B111-4E99-8B9B-0C19AAABD3A3}"/>
              </a:ext>
            </a:extLst>
          </p:cNvPr>
          <p:cNvSpPr/>
          <p:nvPr/>
        </p:nvSpPr>
        <p:spPr>
          <a:xfrm>
            <a:off x="-4" y="3643607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njaan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yeshuvinu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povolham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nanniyode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19264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34644"/>
            <a:ext cx="12191999" cy="2276472"/>
          </a:xfrm>
        </p:spPr>
        <p:txBody>
          <a:bodyPr anchor="t"/>
          <a:lstStyle/>
          <a:p>
            <a:pPr algn="l" defTabSz="463550">
              <a:lnSpc>
                <a:spcPts val="4000"/>
              </a:lnSpc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കാന്തനിവനതി മോദമോടെ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മേഘവാഹനത്തിൽ കയറി - തന്‍റെ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കാന്തയോടുല്ലസിച്ചാനന്ദിപ്പാനെഴു -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ന്നള്ളുന്നതോർത്തുകൊണ്ടും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		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പാടും </a:t>
            </a:r>
            <a:r>
              <a:rPr lang="en-US" sz="3200" b="1" spc="-100" dirty="0">
                <a:latin typeface="Kartika" panose="02020503030404060203" pitchFamily="18" charset="0"/>
                <a:cs typeface="Kartika" panose="02020503030404060203" pitchFamily="18" charset="0"/>
              </a:rPr>
              <a:t>…</a:t>
            </a:r>
            <a:endParaRPr lang="ml-IN" sz="3200" b="1" spc="-1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50062" y="0"/>
            <a:ext cx="1447800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+mn-lt"/>
                <a:cs typeface="+mn-cs"/>
              </a:rPr>
              <a:t>096</a:t>
            </a:r>
            <a:endParaRPr lang="en-US" sz="16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3054CA-C3B1-4DED-8646-F573862E3C84}"/>
              </a:ext>
            </a:extLst>
          </p:cNvPr>
          <p:cNvSpPr/>
          <p:nvPr/>
        </p:nvSpPr>
        <p:spPr>
          <a:xfrm>
            <a:off x="-1" y="726757"/>
            <a:ext cx="121919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പാടും ഞാൻ യേശുവിന്നു - ജീവൻ പോവോളം നന്ദിയോടെ 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C253DB-B312-44AF-913B-1C0767312F5C}"/>
              </a:ext>
            </a:extLst>
          </p:cNvPr>
          <p:cNvSpPr/>
          <p:nvPr/>
        </p:nvSpPr>
        <p:spPr>
          <a:xfrm>
            <a:off x="0" y="4376318"/>
            <a:ext cx="1219200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5.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Kaanthanivanathi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modamode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meghavaahanathil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kayari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Kaanthayod-ullasichaananthippanezhu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nellhunnathorthu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kondum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7B317-B111-4E99-8B9B-0C19AAABD3A3}"/>
              </a:ext>
            </a:extLst>
          </p:cNvPr>
          <p:cNvSpPr/>
          <p:nvPr/>
        </p:nvSpPr>
        <p:spPr>
          <a:xfrm>
            <a:off x="-4" y="3643607"/>
            <a:ext cx="121920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Paadum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njaan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yeshuvinu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-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jeevan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povolham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  <a:r>
              <a:rPr lang="en-US" sz="3200" b="1" dirty="0" err="1">
                <a:solidFill>
                  <a:srgbClr val="1F497D">
                    <a:lumMod val="75000"/>
                  </a:srgbClr>
                </a:solidFill>
                <a:latin typeface="Calibri"/>
              </a:rPr>
              <a:t>nanniyode</a:t>
            </a:r>
            <a:r>
              <a:rPr lang="en-US" sz="3200" b="1" dirty="0">
                <a:solidFill>
                  <a:srgbClr val="1F497D">
                    <a:lumMod val="75000"/>
                  </a:srgbClr>
                </a:solidFill>
                <a:latin typeface="Calibri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32F92C-0411-471A-81E0-DE7A0AE4332F}"/>
              </a:ext>
            </a:extLst>
          </p:cNvPr>
          <p:cNvSpPr/>
          <p:nvPr/>
        </p:nvSpPr>
        <p:spPr>
          <a:xfrm>
            <a:off x="9985945" y="3414392"/>
            <a:ext cx="2206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spc="-100" dirty="0"/>
              <a:t> </a:t>
            </a:r>
            <a:r>
              <a:rPr lang="en-US" b="1" spc="-100" dirty="0"/>
              <a:t>(</a:t>
            </a:r>
            <a:r>
              <a:rPr lang="ml-IN" b="1" spc="-100" dirty="0"/>
              <a:t>പി. വി. തൊമ്മി</a:t>
            </a:r>
            <a:r>
              <a:rPr lang="en-US" b="1" spc="-100" dirty="0"/>
              <a:t>)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1EA1D1-32A4-4A39-9968-D0AE1390DBCE}"/>
              </a:ext>
            </a:extLst>
          </p:cNvPr>
          <p:cNvSpPr/>
          <p:nvPr/>
        </p:nvSpPr>
        <p:spPr>
          <a:xfrm>
            <a:off x="10487258" y="6392723"/>
            <a:ext cx="1681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(P.V. </a:t>
            </a:r>
            <a:r>
              <a:rPr lang="en-US" dirty="0" err="1">
                <a:solidFill>
                  <a:srgbClr val="000000"/>
                </a:solidFill>
              </a:rPr>
              <a:t>Thommi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47249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197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96 പാടും ഞാൻ യേശുവിന്നു</vt:lpstr>
      <vt:lpstr>1 പാടും ഞാനെന്നകതാരിലനുദിനം വാഴും        ശ്രീയേശുവിന്നു - ഒരു  കേടും കൂടാതെന്നെ പാലിക്കും നാഥനെ       പാടി സ്തുതിക്കുമെന്നും -    പാടും …</vt:lpstr>
      <vt:lpstr>2 സ്വന്തജനമായ യൂദന്മാരെ  തള്ളിയന്ധതയിൽ   കിടന്നു - ബഹു  സന്താപത്തോടുഴന്നീടും പുറജാതി -    സന്തതിയെ വീണ്ടോനേ        -പാടും …</vt:lpstr>
      <vt:lpstr>3 കാട്ടൊലിവിൻ ശാഖയായിരുന്ന        എന്നിൽ നല്ലഫലം നിറപ്പാൻ അവൻ    വെട്ടിയിണച്ചെന്നെ നല്ലൊലിവിൻ        തരുവോടതു ചിന്തിച്ചെന്നും      -പാടും … </vt:lpstr>
      <vt:lpstr>4 കൺമണിപോലെന്നെ ഭദ്രമായ്       നിത്യവും കാവൽ ചെയ്തിടാമെന്നും തന്‍റെ       കണ്ണുകൊണ്ടെന്നെ നടത്തീടാമെന്നതും -            ഓർത്തതിമോദമോടെ          -പാടും …</vt:lpstr>
      <vt:lpstr>5 കാന്തനിവനതി മോദമോടെ       മേഘവാഹനത്തിൽ കയറി - തന്‍റെ  കാന്തയോടുല്ലസിച്ചാനന്ദിപ്പാനെഴു -  ന്നള്ളുന്നതോർത്തുകൊണ്ടും      -പാടും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Paadum njan yeshuvinu</dc:title>
  <dc:creator>Digital Input;GM JOHN</dc:creator>
  <cp:lastModifiedBy>Acsah Mathews</cp:lastModifiedBy>
  <cp:revision>126</cp:revision>
  <dcterms:created xsi:type="dcterms:W3CDTF">2013-04-25T00:28:25Z</dcterms:created>
  <dcterms:modified xsi:type="dcterms:W3CDTF">2018-11-01T18:24:35Z</dcterms:modified>
</cp:coreProperties>
</file>