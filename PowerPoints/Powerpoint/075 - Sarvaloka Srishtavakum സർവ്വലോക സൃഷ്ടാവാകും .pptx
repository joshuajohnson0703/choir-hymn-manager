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1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4" autoAdjust="0"/>
    <p:restoredTop sz="94660"/>
  </p:normalViewPr>
  <p:slideViewPr>
    <p:cSldViewPr>
      <p:cViewPr varScale="1">
        <p:scale>
          <a:sx n="43" d="100"/>
          <a:sy n="43" d="100"/>
        </p:scale>
        <p:origin x="66" y="5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0DEEB-5F7E-472B-8780-8577764D5A2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4E911-F2B6-4660-AAA4-A1BE1E59F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1D174-42F8-4872-BB23-A7B78A0204E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91AA3-F73A-4CA5-A0E9-63313E7448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B997C-DCBD-4A62-AD06-628BA8D7D34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7068B-43A2-44DC-B2C9-CD9163B055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1CB59-8187-429E-889F-33AAFECB8AE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C827F-73F9-4724-AE5D-A1A86E78F3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1002B-6828-4896-B851-E7D23935EF9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AE669-2C13-4E80-9131-F2E4E06624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99438-F277-4891-8E5E-48DE5150DAB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B0DDB-9DC7-4B86-93D5-D3C596216A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50D02-A454-4ACD-84A0-5DEFE212C1A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BEACE-CEC7-4B84-99DF-CD255AE352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4565B-F42E-407E-A9DE-A0C3E2569B9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AB9A1-BCE4-4FB0-937B-6A44FACA2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99FF1-5CCE-4461-A52C-D7A4C75E345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1D298-1EA8-431A-BC2D-592BF0E325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76477-2A61-4509-A255-E4B2DC0BE55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60ACE-26C1-4B97-905C-507E135953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E22D6-99B8-4654-8594-AC38B031DFC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6F6E4-8800-4C7F-A79F-8D8E64FC73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B9E19BF-4BF8-4B67-B6D6-D29609010C2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9A818CF-905A-4146-8DDE-068676ED3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1932-5857-4CC8-AD0F-C1125D72F0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75</a:t>
            </a:r>
            <a:br>
              <a:rPr lang="en-US" dirty="0"/>
            </a:br>
            <a:r>
              <a:rPr lang="ml-IN" b="1"/>
              <a:t>സർവ്വലോക സൃഷ്ടാവാകും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E1C2B-6ED0-41FE-BFA3-D3E64037CC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Sarva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loka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srishtaavaakum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668080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cs typeface="+mn-cs"/>
              </a:rPr>
              <a:t>1	</a:t>
            </a:r>
            <a:r>
              <a:rPr lang="ml-IN" sz="3200" b="1" dirty="0">
                <a:cs typeface="+mn-cs"/>
              </a:rPr>
              <a:t>സർവ്വലോക സൃഷ്ടാവാകും സർവ്വത്തിനും  നാഥാ!</a:t>
            </a:r>
            <a:br>
              <a:rPr lang="ml-IN" sz="3200" b="1" dirty="0">
                <a:cs typeface="+mn-cs"/>
              </a:rPr>
            </a:br>
            <a:r>
              <a:rPr lang="en-US" sz="3200" b="1" dirty="0">
                <a:cs typeface="+mn-cs"/>
              </a:rPr>
              <a:t>	</a:t>
            </a:r>
            <a:r>
              <a:rPr lang="ml-IN" sz="3200" b="1" dirty="0">
                <a:cs typeface="+mn-cs"/>
              </a:rPr>
              <a:t>സർവ്വസൃഷ്ടികളും വാഴ്ത്തി വണ്ടിക്കും മഹേശാ!</a:t>
            </a:r>
            <a:r>
              <a:rPr lang="en-US" sz="3200" b="1" dirty="0">
                <a:cs typeface="+mn-cs"/>
              </a:rPr>
              <a:t> </a:t>
            </a:r>
            <a:br>
              <a:rPr lang="ml-IN" sz="1600" b="1" dirty="0">
                <a:cs typeface="+mn-cs"/>
              </a:rPr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srishtaavaakum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sarvvaththinum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srishtikalhum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cs typeface="+mn-cs"/>
              </a:rPr>
              <a:t>2	</a:t>
            </a:r>
            <a:r>
              <a:rPr lang="ml-IN" sz="3200" b="1" dirty="0">
                <a:cs typeface="+mn-cs"/>
              </a:rPr>
              <a:t>എണ്ണമില്ലാ ദൂതസംഘം വാഴ്ത്തിടുന്ന ദേവാ!</a:t>
            </a:r>
            <a:br>
              <a:rPr lang="ml-IN" sz="3200" b="1" dirty="0">
                <a:cs typeface="+mn-cs"/>
              </a:rPr>
            </a:br>
            <a:r>
              <a:rPr lang="en-US" sz="3200" b="1" dirty="0">
                <a:cs typeface="+mn-cs"/>
              </a:rPr>
              <a:t>	</a:t>
            </a:r>
            <a:r>
              <a:rPr lang="ml-IN" sz="3200" b="1" dirty="0">
                <a:cs typeface="+mn-cs"/>
              </a:rPr>
              <a:t>ഖെർബികളും സ്രാഫികളും പുകഴ്ത്തും മഹേശാ!</a:t>
            </a:r>
            <a:br>
              <a:rPr lang="ml-IN" sz="1600" b="1" dirty="0">
                <a:cs typeface="+mn-cs"/>
              </a:rPr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Ennhamillaa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doothasangham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Kherbikalhum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sraafikalhum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pukazhththum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55132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/>
              <a:t>3	</a:t>
            </a:r>
            <a:r>
              <a:rPr lang="ml-IN" sz="3200" b="1" dirty="0"/>
              <a:t>വാനം ഭൂമി സൂര്യ ചന്ദ്ര നക്ഷത്രാദികളെ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മാനമായ് ചമച്ച ദേവ! നാഥനേ! മഹേശാ!</a:t>
            </a:r>
            <a:br>
              <a:rPr lang="ml-IN" sz="1600" b="1" dirty="0"/>
            </a:br>
            <a:br>
              <a:rPr lang="ml-IN" sz="1600" b="1" dirty="0"/>
            </a:br>
            <a:r>
              <a:rPr lang="en-US" sz="3200" b="1" dirty="0"/>
              <a:t>	</a:t>
            </a:r>
            <a:r>
              <a:rPr lang="ml-IN" sz="3200" b="1" dirty="0"/>
              <a:t>വാഴ്ത്തിടുന്നു വാഴ്ത്തിടുന്നു നന്ദിയോടടിയാർ </a:t>
            </a:r>
            <a:br>
              <a:rPr lang="ml-IN" sz="3200" b="1" dirty="0"/>
            </a:br>
            <a:r>
              <a:rPr lang="en-US" sz="3200" b="1" spc="-150" dirty="0"/>
              <a:t>	</a:t>
            </a:r>
            <a:r>
              <a:rPr lang="ml-IN" sz="3200" b="1" spc="-150" dirty="0"/>
              <a:t>കീർത്തിക്കുന്നു ഘോഷിക്കുന്നു ആർത്തുമോദമോടെ </a:t>
            </a:r>
            <a:endParaRPr lang="en-US" sz="32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soorya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Chandra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nakshathraadikalhey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chamachcha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Deva!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63727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ml-IN" sz="3200" b="1" dirty="0">
                <a:cs typeface="+mn-cs"/>
              </a:rPr>
              <a:t>4	ജീവനുള്ള സർവ്വത്തിനും ഭക്ഷണം നൽകുന്ന </a:t>
            </a:r>
            <a:br>
              <a:rPr lang="ml-IN" sz="3200" b="1" dirty="0">
                <a:cs typeface="+mn-cs"/>
              </a:rPr>
            </a:br>
            <a:r>
              <a:rPr lang="ml-IN" sz="3200" b="1" dirty="0">
                <a:cs typeface="+mn-cs"/>
              </a:rPr>
              <a:t>	ജീവനാഥാ ദേവദേവ! പാഹിമാം മഹേശാ!</a:t>
            </a:r>
            <a:br>
              <a:rPr lang="ml-IN" sz="1600" b="1" dirty="0"/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Jeevanullha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sarvaththinum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bhakshanham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nalkunna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Jeevanaathaa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Paahimaam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42021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/>
              <a:t>5	</a:t>
            </a:r>
            <a:r>
              <a:rPr lang="ml-IN" sz="3200" b="1" dirty="0"/>
              <a:t>വൃക്ഷസസ്യാദികൾക്കെല്ലാം ഭംഗിയെ നൽകുന്ന </a:t>
            </a:r>
            <a:br>
              <a:rPr lang="ml-IN" sz="3200" b="1" dirty="0"/>
            </a:br>
            <a:r>
              <a:rPr lang="en-US" sz="3200" b="1" dirty="0"/>
              <a:t>	</a:t>
            </a:r>
            <a:r>
              <a:rPr lang="ml-IN" sz="3200" b="1" dirty="0"/>
              <a:t>അക്ഷയനാം ദേവദേവ! പാഹിമാം മഹേശാ!</a:t>
            </a:r>
            <a:br>
              <a:rPr lang="ml-IN" sz="1600" b="1" dirty="0"/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Vriksha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sasyaadikalhkkellaam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bhangiyey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nalkunna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Akshayanaam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Deva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Paahimaam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123056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cs typeface="+mn-cs"/>
              </a:rPr>
              <a:t>6	</a:t>
            </a:r>
            <a:r>
              <a:rPr lang="ml-IN" sz="3200" b="1" dirty="0">
                <a:cs typeface="+mn-cs"/>
              </a:rPr>
              <a:t>ഗംഭീരധ്വാനം മുഴക്കും വൻപിച്ച സമുദ്രം </a:t>
            </a:r>
            <a:br>
              <a:rPr lang="ml-IN" sz="3200" b="1" dirty="0">
                <a:cs typeface="+mn-cs"/>
              </a:rPr>
            </a:br>
            <a:r>
              <a:rPr lang="en-US" sz="3200" b="1" dirty="0">
                <a:cs typeface="+mn-cs"/>
              </a:rPr>
              <a:t>	</a:t>
            </a:r>
            <a:r>
              <a:rPr lang="ml-IN" sz="3200" b="1" dirty="0">
                <a:cs typeface="+mn-cs"/>
              </a:rPr>
              <a:t>സാമ്പ്രതം നിൻവാക്കിനങ്ങുകീഴ്പ്പെടും മഹേശാ!</a:t>
            </a:r>
            <a:br>
              <a:rPr lang="ml-IN" sz="1600" b="1" dirty="0"/>
            </a:br>
            <a:br>
              <a:rPr lang="ml-IN" sz="1600" b="1" dirty="0"/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/>
              <a:t>വാഴ്ത്തിടുന്നു വാഴ്ത്തിടുന്നു നന്ദിയോടടിയാർ </a:t>
            </a:r>
            <a:br>
              <a:rPr lang="ml-IN" sz="3200" b="1" dirty="0"/>
            </a:br>
            <a:r>
              <a:rPr lang="en-US" sz="3200" b="1" spc="-150" dirty="0">
                <a:latin typeface="Kartika" panose="02020503030404060203" pitchFamily="18" charset="0"/>
              </a:rPr>
              <a:t>	</a:t>
            </a:r>
            <a:r>
              <a:rPr lang="ml-IN" sz="3200" b="1" spc="-150" dirty="0"/>
              <a:t>കീർത്തിക്കുന്നു ഘോഷിക്കുന്നു ആർത്തുമോദമോടെ </a:t>
            </a:r>
            <a:endParaRPr lang="en-US" sz="32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Gambheeradhwanam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muzhukum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vanpichcha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samudram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Saambratham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vaakkinangu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keezhppedum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71883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200" b="1" dirty="0">
                <a:cs typeface="+mn-cs"/>
              </a:rPr>
              <a:t>ഊറ്റമായടിക്കും കൊടുങ്കാറ്റിനെയും തന്‍റെ </a:t>
            </a:r>
            <a:br>
              <a:rPr lang="en-US" sz="32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cs typeface="+mn-cs"/>
              </a:rPr>
              <a:t>ശ്രേഷ്ഠ കരംതന്നിൽ വഹിച്ചിടുന്ന മഹേശാ!</a:t>
            </a:r>
            <a:br>
              <a:rPr lang="ml-IN" sz="1600" b="1" dirty="0">
                <a:cs typeface="+mn-cs"/>
              </a:rPr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Oottamaayadikkum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kodunkaattineyum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vahichchidunna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23567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200" b="1" dirty="0">
                <a:cs typeface="+mn-cs"/>
              </a:rPr>
              <a:t>ദുഷ്ടരാകും ജനങ്ങൾക്കും നീതിയുള്ളവർക്കും </a:t>
            </a:r>
            <a:br>
              <a:rPr lang="ml-IN" sz="32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cs typeface="+mn-cs"/>
              </a:rPr>
              <a:t>വൃഷ്ടിയും വെയിലും നൽകും ഉന്നതാ മഹേശാ!</a:t>
            </a:r>
            <a:br>
              <a:rPr lang="ml-IN" sz="1600" b="1" dirty="0">
                <a:cs typeface="+mn-cs"/>
              </a:rPr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Dushtaraakum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janangalhkkum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neethiyullhavarkkum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Vrishtiyum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veyilum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49530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cs typeface="+mn-cs"/>
              </a:rPr>
              <a:t>9	</a:t>
            </a:r>
            <a:r>
              <a:rPr lang="ml-IN" sz="3200" b="1" dirty="0">
                <a:cs typeface="+mn-cs"/>
              </a:rPr>
              <a:t>സ്വർഗ്ഗത്തിലും ഭൂമിയിലും സര്വ്വ ലോകങ്ങളിലും </a:t>
            </a:r>
            <a:br>
              <a:rPr lang="ml-IN" sz="3200" b="1" dirty="0">
                <a:cs typeface="+mn-cs"/>
              </a:rPr>
            </a:br>
            <a:r>
              <a:rPr lang="en-US" sz="3200" b="1" dirty="0">
                <a:cs typeface="+mn-cs"/>
              </a:rPr>
              <a:t>	</a:t>
            </a:r>
            <a:r>
              <a:rPr lang="ml-IN" sz="3200" b="1" dirty="0">
                <a:cs typeface="+mn-cs"/>
              </a:rPr>
              <a:t>സ്തോത്രത്തിനു യോഗ്യനായ കീർത്തിമാൻ മഹേശാ!</a:t>
            </a:r>
            <a:br>
              <a:rPr lang="ml-IN" sz="1600" b="1" dirty="0">
                <a:cs typeface="+mn-cs"/>
              </a:rPr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9.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Swargaththilum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bhoomiyilum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lokangalhilum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Sthothraththinu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yogyanaaya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keerthimaan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163987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7878" y="685800"/>
            <a:ext cx="12219878" cy="2514600"/>
          </a:xfrm>
        </p:spPr>
        <p:txBody>
          <a:bodyPr anchor="t"/>
          <a:lstStyle/>
          <a:p>
            <a:pPr algn="l" defTabSz="465138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10 </a:t>
            </a:r>
            <a:r>
              <a:rPr lang="ml-IN" sz="3200" b="1" dirty="0">
                <a:cs typeface="+mn-cs"/>
              </a:rPr>
              <a:t>മൂവുലകം നിന്‍റെ  പാദം തന്നിൽ വണങ്ങിടും </a:t>
            </a:r>
            <a:br>
              <a:rPr lang="en-US" sz="32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cs typeface="+mn-cs"/>
              </a:rPr>
              <a:t>നിൻമഹത്വം വെളിപ്പെടും ആ ദിനം മഹേശാ!</a:t>
            </a:r>
            <a:br>
              <a:rPr lang="ml-IN" sz="1600" b="1" dirty="0">
                <a:cs typeface="+mn-cs"/>
              </a:rPr>
            </a:br>
            <a:br>
              <a:rPr lang="ml-IN" sz="1600" b="1" dirty="0">
                <a:cs typeface="+mn-cs"/>
              </a:rPr>
            </a:br>
            <a:r>
              <a:rPr lang="en-US" sz="3200" b="1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dirty="0">
                <a:cs typeface="+mn-cs"/>
              </a:rPr>
              <a:t>വാഴ്ത്തിടുന്നു വാഴ്ത്തിടുന്നു നന്ദിയോടടിയാർ </a:t>
            </a:r>
            <a:br>
              <a:rPr lang="ml-IN" sz="3200" b="1" dirty="0">
                <a:cs typeface="+mn-cs"/>
              </a:rPr>
            </a:br>
            <a:r>
              <a:rPr lang="en-US" sz="3200" b="1" spc="-150" dirty="0">
                <a:latin typeface="Kartika" panose="02020503030404060203" pitchFamily="18" charset="0"/>
                <a:cs typeface="+mn-cs"/>
              </a:rPr>
              <a:t>	</a:t>
            </a:r>
            <a:r>
              <a:rPr lang="ml-IN" sz="3200" b="1" spc="-150" dirty="0">
                <a:cs typeface="+mn-cs"/>
              </a:rPr>
              <a:t>കീർത്തിക്കുന്നു ഘോഷിക്കുന്നു ആർത്തുമോദമോടെ </a:t>
            </a:r>
            <a:endParaRPr lang="en-US" sz="3200" b="1" dirty="0"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67C7E-BE5A-48AC-9312-D10927A86FFD}"/>
              </a:ext>
            </a:extLst>
          </p:cNvPr>
          <p:cNvSpPr/>
          <p:nvPr/>
        </p:nvSpPr>
        <p:spPr>
          <a:xfrm>
            <a:off x="-27878" y="3919354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10.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Moovulakam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vanhangeedum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  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velhippedum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aa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nanniyodadiyaar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aarththumôdamodey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585738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226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75 സർവ്വലോക സൃഷ്ടാവാകും</vt:lpstr>
      <vt:lpstr>1 സർവ്വലോക സൃഷ്ടാവാകും സർവ്വത്തിനും  നാഥാ!  സർവ്വസൃഷ്ടികളും വാഴ്ത്തി വണ്ടിക്കും മഹേശാ! 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2 എണ്ണമില്ലാ ദൂതസംഘം വാഴ്ത്തിടുന്ന ദേവാ!  ഖെർബികളും സ്രാഫികളും പുകഴ്ത്തും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3 വാനം ഭൂമി സൂര്യ ചന്ദ്ര നക്ഷത്രാദികളെ  മാനമായ് ചമച്ച ദേവ! നാഥനേ!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4 ജീവനുള്ള സർവ്വത്തിനും ഭക്ഷണം നൽകുന്ന   ജീവനാഥാ ദേവദേവ! പാഹിമാം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5 വൃക്ഷസസ്യാദികൾക്കെല്ലാം ഭംഗിയെ നൽകുന്ന   അക്ഷയനാം ദേവദേവ! പാഹിമാം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6 ഗംഭീരധ്വാനം മുഴക്കും വൻപിച്ച സമുദ്രം   സാമ്പ്രതം നിൻവാക്കിനങ്ങുകീഴ്പ്പെടും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7 ഊറ്റമായടിക്കും കൊടുങ്കാറ്റിനെയും തന്‍റെ   ശ്രേഷ്ഠ കരംതന്നിൽ വഹിച്ചിടുന്ന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8 ദുഷ്ടരാകും ജനങ്ങൾക്കും നീതിയുള്ളവർക്കും   വൃഷ്ടിയും വെയിലും നൽകും ഉന്നതാ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9 സ്വർഗ്ഗത്തിലും ഭൂമിയിലും സര്വ്വ ലോകങ്ങളിലും   സ്തോത്രത്തിനു യോഗ്യനായ കീർത്തിമാൻ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  <vt:lpstr>10 മൂവുലകം നിന്‍റെ  പാദം തന്നിൽ വണങ്ങിടും   നിൻമഹത്വം വെളിപ്പെടും ആ ദിനം മഹേശാ!   വാഴ്ത്തിടുന്നു വാഴ്ത്തിടുന്നു നന്ദിയോടടിയാർ   കീർത്തിക്കുന്നു ഘോഷിക്കുന്നു ആർത്തുമോദമോടെ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Sarvaloka Srishtavakum</dc:title>
  <dc:creator>Digital Input:; GM JOHN; Acsah Mathews</dc:creator>
  <cp:lastModifiedBy>Acsah Mathews</cp:lastModifiedBy>
  <cp:revision>229</cp:revision>
  <dcterms:created xsi:type="dcterms:W3CDTF">2013-04-19T09:19:07Z</dcterms:created>
  <dcterms:modified xsi:type="dcterms:W3CDTF">2018-10-31T21:53:57Z</dcterms:modified>
</cp:coreProperties>
</file>