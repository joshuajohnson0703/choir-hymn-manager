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2" r:id="rId3"/>
    <p:sldId id="274" r:id="rId4"/>
    <p:sldId id="275" r:id="rId5"/>
    <p:sldId id="276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90609-5228-4EFC-BA55-38C508F6D4C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0C93E-8273-4878-B73E-9819CCCFBD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5DF96-9AF8-4370-91BD-B036ABF1A5D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B19ED-CC89-4F5B-A2F9-D6D2E344BF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ED834-F129-42DD-B7DF-C67E2971E5C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9419F-0AE6-4BFA-B3F3-6039B08F21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52B424-065F-4CD3-9581-707DDC2B95C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99EA44-BC13-4C91-BAB1-765D56921E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0BD56-77FD-4D21-9D91-3A75BA203F77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C2CE8D-61AD-4263-876E-4371C4C885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0ACAC6-BF1B-4081-AE97-BE63A482437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3A33B-F985-427F-BE5C-CD70FD6EFF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648AE9-21C7-401A-9558-36B1DD8173A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F347BE-AD67-4E59-8ACA-81C1AEAC0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71944-48BA-4795-AC28-8CF42792409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AB75A-1CBC-4AEE-AA2E-7E291CA55E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DCA4C-1EAD-45EB-9725-B4314193077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FD8E9-CEF1-4745-A364-773DC91729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F1494-A17A-4BAD-9A3C-A8E07354774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CDB34-F428-44CD-9E0D-26E82FC2DF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6E81AD-3DB0-4B3D-95C8-67561C488B1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12E10B-8680-4260-A17D-7C2B2A746B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5851B82-D849-4044-9AD2-6C0571DCB434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CFA3F4F-699B-47DC-8ACC-340490DD5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9B4A2-608F-404E-927B-488866891B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111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വാഴ്ത്തെൻ ദേഹീ, സ്വർ രാജനെ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750B8-DBA0-4968-84AD-B95F85992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Vaazhthen </a:t>
            </a:r>
            <a:r>
              <a:rPr lang="en-US" sz="4000" b="1" dirty="0" err="1">
                <a:solidFill>
                  <a:schemeClr val="tx2"/>
                </a:solidFill>
              </a:rPr>
              <a:t>dèhi</a:t>
            </a:r>
            <a:r>
              <a:rPr lang="en-US" sz="4000" b="1" dirty="0">
                <a:solidFill>
                  <a:schemeClr val="tx2"/>
                </a:solidFill>
              </a:rPr>
              <a:t>, </a:t>
            </a:r>
            <a:r>
              <a:rPr lang="en-US" sz="4000" b="1" dirty="0" err="1">
                <a:solidFill>
                  <a:schemeClr val="tx2"/>
                </a:solidFill>
              </a:rPr>
              <a:t>swar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Raajaney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endParaRPr lang="en-US" b="1" dirty="0">
              <a:solidFill>
                <a:schemeClr val="tx2"/>
              </a:solidFill>
            </a:endParaRPr>
          </a:p>
          <a:p>
            <a:r>
              <a:rPr lang="en-US" i="1" dirty="0">
                <a:solidFill>
                  <a:schemeClr val="tx2">
                    <a:lumMod val="75000"/>
                  </a:schemeClr>
                </a:solidFill>
              </a:rPr>
              <a:t>Praise My Soul, the King of Heaven – H. F.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</a:rPr>
              <a:t>Lyte</a:t>
            </a:r>
            <a:endParaRPr lang="en-US" i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63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D09D84-7A12-44CC-BDEA-882A36C951F6}"/>
              </a:ext>
            </a:extLst>
          </p:cNvPr>
          <p:cNvSpPr/>
          <p:nvPr/>
        </p:nvSpPr>
        <p:spPr>
          <a:xfrm>
            <a:off x="152400" y="681354"/>
            <a:ext cx="12039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വാഴ്ത്തെൻ ദേഹീ, സ്വർ രാജനെ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കാഴ്ചവയ്ക്കു തൻ പാദെ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തന്നാൻ രക്ഷ, സുഖം,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ക്ഷമ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പ്പോലാർ സ്തുതിക്കും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ചൊൽക സ്തുതി ചൊൽക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 രാജാ സ്തുതി ചൊൽ</a:t>
            </a:r>
            <a:endParaRPr lang="en-US" sz="3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850FF4-5A33-4749-A84B-64BB82C92F57}"/>
              </a:ext>
            </a:extLst>
          </p:cNvPr>
          <p:cNvSpPr/>
          <p:nvPr/>
        </p:nvSpPr>
        <p:spPr>
          <a:xfrm>
            <a:off x="0" y="31354"/>
            <a:ext cx="12192000" cy="614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200" b="1" dirty="0">
                <a:latin typeface="+mn-lt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186EA7-DC42-4F64-86FB-0BEC05ECD3F1}"/>
              </a:ext>
            </a:extLst>
          </p:cNvPr>
          <p:cNvSpPr/>
          <p:nvPr/>
        </p:nvSpPr>
        <p:spPr>
          <a:xfrm>
            <a:off x="152400" y="3581400"/>
            <a:ext cx="11277600" cy="3372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200" b="1" dirty="0">
                <a:solidFill>
                  <a:schemeClr val="tx2"/>
                </a:solidFill>
                <a:latin typeface="+mn-lt"/>
              </a:rPr>
              <a:t>Vaazhthen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dèhi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swar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Raajaney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Kaazhcha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vekku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, than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paathey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Thannaan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raksha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sukham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kshama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pôlaar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sthuthikkum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cholka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cholka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200" b="1" dirty="0">
                <a:solidFill>
                  <a:schemeClr val="tx2"/>
                </a:solidFill>
                <a:latin typeface="+mn-lt"/>
              </a:rPr>
              <a:t>Nithya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raajaa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chol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D09D84-7A12-44CC-BDEA-882A36C951F6}"/>
              </a:ext>
            </a:extLst>
          </p:cNvPr>
          <p:cNvSpPr/>
          <p:nvPr/>
        </p:nvSpPr>
        <p:spPr>
          <a:xfrm>
            <a:off x="152400" y="681354"/>
            <a:ext cx="12039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പിതാക്കൾക്കാപത്തിൽ ചെയ്ത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കൃപകൾക്കായ് സ്തുതിക്ക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ഇന്നും ആശീർവദിക്കുന്ന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യഥാവാനെ സ്തുതിക്ക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ചൊൽക സ്തുതി ചൊൽക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വിശ്വസ്തതാ പൂർണ്ണനായ് </a:t>
            </a:r>
            <a:endParaRPr lang="en-US" sz="3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850FF4-5A33-4749-A84B-64BB82C92F57}"/>
              </a:ext>
            </a:extLst>
          </p:cNvPr>
          <p:cNvSpPr/>
          <p:nvPr/>
        </p:nvSpPr>
        <p:spPr>
          <a:xfrm>
            <a:off x="0" y="31354"/>
            <a:ext cx="12192000" cy="614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200" b="1" dirty="0">
                <a:latin typeface="+mn-lt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186EA7-DC42-4F64-86FB-0BEC05ECD3F1}"/>
              </a:ext>
            </a:extLst>
          </p:cNvPr>
          <p:cNvSpPr/>
          <p:nvPr/>
        </p:nvSpPr>
        <p:spPr>
          <a:xfrm>
            <a:off x="152400" y="3485795"/>
            <a:ext cx="11277600" cy="3372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200" b="1" dirty="0">
                <a:solidFill>
                  <a:schemeClr val="tx2"/>
                </a:solidFill>
                <a:latin typeface="+mn-lt"/>
              </a:rPr>
              <a:t>Pithaakkalh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aapaththil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cheitha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Kripakalhkkaai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sthuthikka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Innum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aasheervaadikkunna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Yathaavaney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sthuthikka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cholka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cholka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vishwasthathaapoornhanaai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98197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D09D84-7A12-44CC-BDEA-882A36C951F6}"/>
              </a:ext>
            </a:extLst>
          </p:cNvPr>
          <p:cNvSpPr/>
          <p:nvPr/>
        </p:nvSpPr>
        <p:spPr>
          <a:xfrm>
            <a:off x="76200" y="609600"/>
            <a:ext cx="12039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പിതാവായ്‌ താൻ നമ്മെ പോറ്റും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മർത്യൻ മണ്ണെന്നറിയും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നമ്മെ തൃക്കയ്യിൽ വഹിക്കും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ശത്രുവിൽ നിന്നു കാക്കും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ചൊൽക സ്തുതി ചൊൽക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വിസ്തീർണ്ണമാം കൃപയ്ക്കായ്‌ </a:t>
            </a:r>
            <a:endParaRPr lang="en-US" sz="3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850FF4-5A33-4749-A84B-64BB82C92F57}"/>
              </a:ext>
            </a:extLst>
          </p:cNvPr>
          <p:cNvSpPr/>
          <p:nvPr/>
        </p:nvSpPr>
        <p:spPr>
          <a:xfrm>
            <a:off x="0" y="31354"/>
            <a:ext cx="12192000" cy="614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200" b="1" dirty="0">
                <a:latin typeface="+mn-lt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186EA7-DC42-4F64-86FB-0BEC05ECD3F1}"/>
              </a:ext>
            </a:extLst>
          </p:cNvPr>
          <p:cNvSpPr/>
          <p:nvPr/>
        </p:nvSpPr>
        <p:spPr>
          <a:xfrm>
            <a:off x="152400" y="3485795"/>
            <a:ext cx="11277600" cy="3372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200" b="1" dirty="0">
                <a:solidFill>
                  <a:schemeClr val="tx2"/>
                </a:solidFill>
                <a:latin typeface="+mn-lt"/>
              </a:rPr>
              <a:t>Pithaavaai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nammey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pôttum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Marthyan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mannhennariyum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Nammey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thrikkaiyil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vahikkum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Shathruvil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kaakkum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cholka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cholka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Vistheernnhamaam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kripakkaai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70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D09D84-7A12-44CC-BDEA-882A36C951F6}"/>
              </a:ext>
            </a:extLst>
          </p:cNvPr>
          <p:cNvSpPr/>
          <p:nvPr/>
        </p:nvSpPr>
        <p:spPr>
          <a:xfrm>
            <a:off x="76200" y="609600"/>
            <a:ext cx="12039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തൻമുഖം കാണും ദൂതരേ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ചെയ്‌വാൻ തുണയ്ക്ക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സൂര്യചന്ദ്രാദി സൃഷ്ടിയേ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കുമ്പിടീനവൻ മുമ്പിൽ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ചൊൽക സ്തുതി ചൊൽക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കൃപാലുവെ സ്തുതിക്കാം </a:t>
            </a:r>
            <a:endParaRPr lang="en-US" sz="3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850FF4-5A33-4749-A84B-64BB82C92F57}"/>
              </a:ext>
            </a:extLst>
          </p:cNvPr>
          <p:cNvSpPr/>
          <p:nvPr/>
        </p:nvSpPr>
        <p:spPr>
          <a:xfrm>
            <a:off x="0" y="31354"/>
            <a:ext cx="12192000" cy="614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200" b="1" dirty="0">
                <a:latin typeface="+mn-lt"/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186EA7-DC42-4F64-86FB-0BEC05ECD3F1}"/>
              </a:ext>
            </a:extLst>
          </p:cNvPr>
          <p:cNvSpPr/>
          <p:nvPr/>
        </p:nvSpPr>
        <p:spPr>
          <a:xfrm>
            <a:off x="152400" y="3485795"/>
            <a:ext cx="11277600" cy="3372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200" b="1" dirty="0">
                <a:solidFill>
                  <a:schemeClr val="tx2"/>
                </a:solidFill>
                <a:latin typeface="+mn-lt"/>
              </a:rPr>
              <a:t>Than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mukham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kaanhum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dootharey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cheivaan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thunhaika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200" b="1" dirty="0">
                <a:solidFill>
                  <a:schemeClr val="tx2"/>
                </a:solidFill>
                <a:latin typeface="+mn-lt"/>
              </a:rPr>
              <a:t>Soorya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chandraadi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srishtiye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Kumbideen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avan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munbil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cholka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cholka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Kripaaluvey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sthuthikkaam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7774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124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111 വാഴ്ത്തെൻ ദേഹീ, സ്വർ രാജനെ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Vaazhthen dehi swar raajaney</dc:title>
  <dc:creator>Digital Input:; GM JOHN; Acsah Mathews</dc:creator>
  <cp:lastModifiedBy>Acsah Mathews</cp:lastModifiedBy>
  <cp:revision>129</cp:revision>
  <dcterms:created xsi:type="dcterms:W3CDTF">2013-04-19T09:19:07Z</dcterms:created>
  <dcterms:modified xsi:type="dcterms:W3CDTF">2018-11-02T15:32:08Z</dcterms:modified>
</cp:coreProperties>
</file>