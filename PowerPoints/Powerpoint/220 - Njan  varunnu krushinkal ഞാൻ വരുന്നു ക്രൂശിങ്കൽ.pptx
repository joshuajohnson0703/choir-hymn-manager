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1" r:id="rId3"/>
    <p:sldId id="272" r:id="rId4"/>
    <p:sldId id="273" r:id="rId5"/>
    <p:sldId id="277" r:id="rId6"/>
    <p:sldId id="270" r:id="rId7"/>
    <p:sldId id="278" r:id="rId8"/>
    <p:sldId id="274" r:id="rId9"/>
    <p:sldId id="279" r:id="rId10"/>
    <p:sldId id="275" r:id="rId11"/>
    <p:sldId id="280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84" y="7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82856-EB98-48D7-B338-0F54162F599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F35961-B375-4119-9701-05EDAFDA2D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C3C0D8-0913-4898-A126-72988DE74D06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56999D-64E7-4E21-B4E7-7A1A24A31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FB791-0D35-48CE-B813-8F76BA517C5A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E45EC-0E17-4740-96BC-A40A569EDE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4DE21-5FF4-4892-A960-0AA9B453DAE5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682AFA-29E8-4B9D-BA45-D1C082C9A3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70FA5-E8B6-43F8-92B7-8906ED0BB06A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DD0586-C98E-4896-995D-C14420470B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23F99-733B-419C-A63C-C462CC73D85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CD44-2565-4C72-96D7-2746CC52C7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4DE38-46E3-4AFE-AB4F-1E2858E549D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6D70B-B245-4238-A9EF-F57EBC9974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57A91-DE13-43EE-B166-C7FDE79CDC95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771E6A-B3EA-4CC5-8562-96D605ADE8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2848D-A6AF-47F4-87ED-736D3F54418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DBE96C-63BB-4ADC-8900-28BE1934B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2C914-2EF4-46DA-8434-4399CCE0B41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1B538-F131-4202-8082-90AB651E34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B5874-7756-43E0-BF16-305D021EECF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F87F5-8E20-4EA2-8448-58DF340203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3913250-49EC-4288-90A7-4EDF4F2BB015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BAB96DC-B43E-4F3F-98EF-1ACFD1FB15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8C08-E5EE-44A6-8D75-AFECB7536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847852"/>
            <a:ext cx="10363200" cy="1752600"/>
          </a:xfrm>
        </p:spPr>
        <p:txBody>
          <a:bodyPr/>
          <a:lstStyle/>
          <a:p>
            <a:r>
              <a:rPr lang="en-US" dirty="0"/>
              <a:t>220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ഞാൻ വരുന്നു ക്രൂശിങ്കൽ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3F5FF-9CF2-43EE-94E8-26B904EC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Njaan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varunnu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krushinkal</a:t>
            </a:r>
            <a:endParaRPr lang="en-US" sz="4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3800" i="1" dirty="0">
                <a:solidFill>
                  <a:schemeClr val="tx2"/>
                </a:solidFill>
              </a:rPr>
              <a:t>I am coming to the Cross – W. McDonald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EF850B-D1E7-49D7-90D6-D7031482227B}"/>
              </a:ext>
            </a:extLst>
          </p:cNvPr>
          <p:cNvSpPr/>
          <p:nvPr/>
        </p:nvSpPr>
        <p:spPr>
          <a:xfrm>
            <a:off x="2895600" y="5511967"/>
            <a:ext cx="24513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(റവ. റ്റി. കോശി)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5B84E0-37AB-48C4-B080-1D94A2962EBD}"/>
              </a:ext>
            </a:extLst>
          </p:cNvPr>
          <p:cNvSpPr/>
          <p:nvPr/>
        </p:nvSpPr>
        <p:spPr>
          <a:xfrm>
            <a:off x="7491482" y="5511967"/>
            <a:ext cx="19824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(Rev. T. Koshy) </a:t>
            </a:r>
          </a:p>
        </p:txBody>
      </p:sp>
    </p:spTree>
    <p:extLst>
      <p:ext uri="{BB962C8B-B14F-4D97-AF65-F5344CB8AC3E}">
        <p14:creationId xmlns:p14="http://schemas.microsoft.com/office/powerpoint/2010/main" val="115845769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295400" y="533400"/>
            <a:ext cx="10349344" cy="27432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വരുന്നു ക്രൂശിങ്കൽ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സാധു ക്ഷീണൻ കുരുടൻ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സർവ്വവും എനിക്കെച്ചിൽ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പൂർണ്ണരക്ഷ കാണും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44744" y="0"/>
            <a:ext cx="5472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5E58A-FC84-4412-9AC1-83DEE6D98874}"/>
              </a:ext>
            </a:extLst>
          </p:cNvPr>
          <p:cNvSpPr/>
          <p:nvPr/>
        </p:nvSpPr>
        <p:spPr>
          <a:xfrm>
            <a:off x="2057400" y="3629893"/>
            <a:ext cx="7696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Njaan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krushinkal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Saadhu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ksheenan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kurudan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Sarvvavum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enikkechchil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Poornha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kaanhum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74077"/>
            <a:ext cx="12192000" cy="2819400"/>
          </a:xfrm>
        </p:spPr>
        <p:txBody>
          <a:bodyPr anchor="t"/>
          <a:lstStyle/>
          <a:p>
            <a:pPr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ശരണം എൻ കർത്താവേ!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വാഴ്ത്തപ്പെട്ട കുഞ്ഞാടേ!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താഴ്മയായ് കുമ്പിടുന്നു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രക്ഷിക്ക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എന്നെയിപ്പോൾ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44744" y="0"/>
            <a:ext cx="5472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CD3C01-CDD8-4DA6-8B89-0697050424EA}"/>
              </a:ext>
            </a:extLst>
          </p:cNvPr>
          <p:cNvSpPr/>
          <p:nvPr/>
        </p:nvSpPr>
        <p:spPr>
          <a:xfrm>
            <a:off x="0" y="34290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Sharanham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Karthaavey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Vaazhththapètta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kunjaadey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Thaazhmayaai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kumbidunnu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Rakshikka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ippolh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9092705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976743" y="533400"/>
            <a:ext cx="10668001" cy="24384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വാഞ്ഛിച്ചു നിന്നെ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ദോഷം വാണെന്നിൽ എത്ര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ഇമ്പമായ് ചൊല്ലുന്നേശു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കഴുകീടും നിന്നെ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ശരണം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44744" y="0"/>
            <a:ext cx="5472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B726D2-5C77-4B21-A81A-89AB94CCCFE9}"/>
              </a:ext>
            </a:extLst>
          </p:cNvPr>
          <p:cNvSpPr/>
          <p:nvPr/>
        </p:nvSpPr>
        <p:spPr>
          <a:xfrm>
            <a:off x="2057400" y="3629893"/>
            <a:ext cx="7696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Vaanchichchu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yethra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Dôsham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vaanhennil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yethra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Imbamaai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chollunneshu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Njaan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kazhukeedum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ninney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4966357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74077"/>
            <a:ext cx="12192000" cy="2819400"/>
          </a:xfrm>
        </p:spPr>
        <p:txBody>
          <a:bodyPr anchor="t"/>
          <a:lstStyle/>
          <a:p>
            <a:pPr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ശരണം എൻ കർത്താവേ!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വാഴ്ത്തപ്പെട്ട കുഞ്ഞാടേ!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താഴ്മയായ് കുമ്പിടുന്നു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രക്ഷിക്ക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എന്നെയിപ്പോൾ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44744" y="0"/>
            <a:ext cx="5472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CD3C01-CDD8-4DA6-8B89-0697050424EA}"/>
              </a:ext>
            </a:extLst>
          </p:cNvPr>
          <p:cNvSpPr/>
          <p:nvPr/>
        </p:nvSpPr>
        <p:spPr>
          <a:xfrm>
            <a:off x="0" y="34290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Sharanham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Karthaavey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Vaazhththapètta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kunjaadey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Thaazhmayaai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kumbidunnu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Rakshikka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ippolh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750878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952499" y="609600"/>
            <a:ext cx="10287001" cy="25146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ഞാൻ തരുന്നിതാ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ഭൂനിക്ഷേപം മുഴുവൻ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ദേഹം ദേഹി സമസ്തം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എന്നേക്കും നിന്‍റെതു ഞാൻ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ശരണം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40A40E-79FB-4C94-B59C-320F888FE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4744" y="0"/>
            <a:ext cx="5472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565412-2344-499E-9D9F-9D8B344A9AB3}"/>
              </a:ext>
            </a:extLst>
          </p:cNvPr>
          <p:cNvSpPr/>
          <p:nvPr/>
        </p:nvSpPr>
        <p:spPr>
          <a:xfrm>
            <a:off x="1295400" y="3546765"/>
            <a:ext cx="7696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Muttum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tharunnithaa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Bhooni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kshepam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muzhuvan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Dèham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dèhi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samastham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Ennèkum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nintethu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74077"/>
            <a:ext cx="12192000" cy="2819400"/>
          </a:xfrm>
        </p:spPr>
        <p:txBody>
          <a:bodyPr anchor="t"/>
          <a:lstStyle/>
          <a:p>
            <a:pPr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ശരണം എൻ കർത്താവേ!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വാഴ്ത്തപ്പെട്ട കുഞ്ഞാടേ!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താഴ്മയായ് കുമ്പിടുന്നു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രക്ഷിക്ക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എന്നെയിപ്പോൾ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44744" y="0"/>
            <a:ext cx="5472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CD3C01-CDD8-4DA6-8B89-0697050424EA}"/>
              </a:ext>
            </a:extLst>
          </p:cNvPr>
          <p:cNvSpPr/>
          <p:nvPr/>
        </p:nvSpPr>
        <p:spPr>
          <a:xfrm>
            <a:off x="0" y="34290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Sharanham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Karthaavey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Vaazhththapètta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kunjaadey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Thaazhmayaai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kumbidunnu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Rakshikka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ippolh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062529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952499" y="533400"/>
            <a:ext cx="10287001" cy="25908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വെന്നാത്മാവേ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നിറയ്ക്കുന്നു പൂർത്തിയായ്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സുഖ മെന്നും പൂർണ്ണമായ്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മഹത്ത്വം കുഞ്ഞാട്ടിന്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ശരണം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40A40E-79FB-4C94-B59C-320F888FE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4744" y="0"/>
            <a:ext cx="5472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4780DA-66A7-48D4-A062-4CD5CC77C488}"/>
              </a:ext>
            </a:extLst>
          </p:cNvPr>
          <p:cNvSpPr/>
          <p:nvPr/>
        </p:nvSpPr>
        <p:spPr>
          <a:xfrm>
            <a:off x="1295400" y="3733801"/>
            <a:ext cx="7696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vannennaathmaavey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Nirakkunnu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poorthiyaai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Sukhamennum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poornhamaai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Mahathwam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kunjaadinnu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1128208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74077"/>
            <a:ext cx="12192000" cy="2819400"/>
          </a:xfrm>
        </p:spPr>
        <p:txBody>
          <a:bodyPr anchor="t"/>
          <a:lstStyle/>
          <a:p>
            <a:pPr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ശരണം എൻ കർത്താവേ!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വാഴ്ത്തപ്പെട്ട കുഞ്ഞാടേ!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താഴ്മയായ് കുമ്പിടുന്നു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രക്ഷിക്ക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എന്നെയിപ്പോൾ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44744" y="0"/>
            <a:ext cx="5472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CD3C01-CDD8-4DA6-8B89-0697050424EA}"/>
              </a:ext>
            </a:extLst>
          </p:cNvPr>
          <p:cNvSpPr/>
          <p:nvPr/>
        </p:nvSpPr>
        <p:spPr>
          <a:xfrm>
            <a:off x="0" y="34290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Sharanham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Karthaavey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Vaazhththapètta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kunjaadey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Thaazhmayaai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kumbidunnu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Rakshikka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ippolh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14547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952499" y="611088"/>
            <a:ext cx="10287001" cy="2514600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എന്നാശ്രയം യേശുവിൽ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വാഴ്ത്തപ്പെട്ട കുഞ്ഞാട്ടിൽ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താഴ്മയായ് കുമ്പിടുന്നു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രക്ഷിക്കുന്നിപ്പോളേശു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ശരണം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40A40E-79FB-4C94-B59C-320F888FE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4744" y="0"/>
            <a:ext cx="5472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2FB8B5-6A5B-47C6-B788-3C693D700DBE}"/>
              </a:ext>
            </a:extLst>
          </p:cNvPr>
          <p:cNvSpPr/>
          <p:nvPr/>
        </p:nvSpPr>
        <p:spPr>
          <a:xfrm>
            <a:off x="1219200" y="3732313"/>
            <a:ext cx="7696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Ennaashrayam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Yeshuvil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Vaazhththapetta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kunjaattil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Thaazhmayaai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kumbidunnu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Rakshikku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nnippolheshu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791987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74077"/>
            <a:ext cx="12192000" cy="2819400"/>
          </a:xfrm>
        </p:spPr>
        <p:txBody>
          <a:bodyPr anchor="t"/>
          <a:lstStyle/>
          <a:p>
            <a:pPr defTabSz="465138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ശരണം എൻ കർത്താവേ!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വാഴ്ത്തപ്പെട്ട കുഞ്ഞാടേ!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താഴ്മയായ് കുമ്പിടുന്നു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രക്ഷിക്ക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എന്നെയിപ്പോൾ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44744" y="0"/>
            <a:ext cx="5472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CD3C01-CDD8-4DA6-8B89-0697050424EA}"/>
              </a:ext>
            </a:extLst>
          </p:cNvPr>
          <p:cNvSpPr/>
          <p:nvPr/>
        </p:nvSpPr>
        <p:spPr>
          <a:xfrm>
            <a:off x="0" y="34290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Sharanham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Karthaavey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Vaazhththapètta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kunjaadey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Thaazhmayaai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kumbidunnu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Rakshikka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ippolh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852950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167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220 ഞാൻ വരുന്നു ക്രൂശിങ്കൽ</vt:lpstr>
      <vt:lpstr>1 ഞാൻ വരുന്നു ക്രൂശിങ്കൽ   സാധു ക്ഷീണൻ കുരുടൻ   സർവ്വവും എനിക്കെച്ചിൽ   പൂർണ്ണരക്ഷ കാണും ഞാൻ</vt:lpstr>
      <vt:lpstr>ശരണം എൻ കർത്താവേ!  വാഴ്ത്തപ്പെട്ട കുഞ്ഞാടേ! താഴ്മയായ് കുമ്പിടുന്നു  രക്ഷിക്ക എന്നെയിപ്പോൾ</vt:lpstr>
      <vt:lpstr>2 വാഞ്ഛിച്ചു നിന്നെ എത്ര   ദോഷം വാണെന്നിൽ എത്ര!  ഇമ്പമായ് ചൊല്ലുന്നേശു   ഞാൻ കഴുകീടും നിന്നെ  - ശരണം …</vt:lpstr>
      <vt:lpstr>ശരണം എൻ കർത്താവേ!  വാഴ്ത്തപ്പെട്ട കുഞ്ഞാടേ! താഴ്മയായ് കുമ്പിടുന്നു  രക്ഷിക്ക എന്നെയിപ്പോൾ</vt:lpstr>
      <vt:lpstr>3 മുറ്റും ഞാൻ തരുന്നിതാ   ഭൂനിക്ഷേപം മുഴുവൻ   ദേഹം ദേഹി സമസ്തം   എന്നേക്കും നിന്‍റെതു ഞാൻ - ശരണം …</vt:lpstr>
      <vt:lpstr>ശരണം എൻ കർത്താവേ!  വാഴ്ത്തപ്പെട്ട കുഞ്ഞാടേ! താഴ്മയായ് കുമ്പിടുന്നു  രക്ഷിക്ക എന്നെയിപ്പോൾ</vt:lpstr>
      <vt:lpstr>4 യേശു വെന്നാത്മാവേ   നിറയ്ക്കുന്നു പൂർത്തിയായ്   സുഖ മെന്നും പൂർണ്ണമായ്   മഹത്ത്വം കുഞ്ഞാട്ടിന് - ശരണം …</vt:lpstr>
      <vt:lpstr>ശരണം എൻ കർത്താവേ!  വാഴ്ത്തപ്പെട്ട കുഞ്ഞാടേ! താഴ്മയായ് കുമ്പിടുന്നു  രക്ഷിക്ക എന്നെയിപ്പോൾ</vt:lpstr>
      <vt:lpstr>5 എന്നാശ്രയം യേശുവിൽ   വാഴ്ത്തപ്പെട്ട കുഞ്ഞാട്ടിൽ   താഴ്മയായ് കുമ്പിടുന്നു   രക്ഷിക്കുന്നിപ്പോളേശു - ശരണം … </vt:lpstr>
      <vt:lpstr>ശരണം എൻ കർത്താവേ!  വാഴ്ത്തപ്പെട്ട കുഞ്ഞാടേ! താഴ്മയായ് കുമ്പിടുന്നു  രക്ഷിക്ക എന്നെയിപ്പോൾ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Njan varunnu krushinkal</dc:title>
  <dc:creator>Digital Input:; GM JOHN; Acsah Mathews</dc:creator>
  <cp:lastModifiedBy>Acsah Mathews</cp:lastModifiedBy>
  <cp:revision>287</cp:revision>
  <dcterms:created xsi:type="dcterms:W3CDTF">2013-04-19T09:19:07Z</dcterms:created>
  <dcterms:modified xsi:type="dcterms:W3CDTF">2018-11-09T15:52:54Z</dcterms:modified>
</cp:coreProperties>
</file>