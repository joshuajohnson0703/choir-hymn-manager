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4" autoAdjust="0"/>
    <p:restoredTop sz="94660"/>
  </p:normalViewPr>
  <p:slideViewPr>
    <p:cSldViewPr snapToGrid="0">
      <p:cViewPr varScale="1">
        <p:scale>
          <a:sx n="42" d="100"/>
          <a:sy n="42" d="100"/>
        </p:scale>
        <p:origin x="48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A4BD5-9FBD-43FA-951B-B01F57941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64BB4-258C-4F5F-9458-A807564E5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52EE2-E206-4D6B-9694-76F8034C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7C9C3-396C-4154-B80B-131160F957B7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3CB60-90C8-43D8-A496-528BC875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4D8BE-FB7C-4755-9761-9859A929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5C93-90E3-4600-9C36-C67E99C77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783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88C2-06B2-4BE7-828E-A66415897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A121D-3D5C-411B-BDCE-7FEB2BA96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A7AE2-EADA-40FD-B097-6B2050FF4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7C9C3-396C-4154-B80B-131160F957B7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DFFC8-A475-481F-A8F0-3D186F74F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FD19B-4ED7-4A97-8D05-42C40415E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5C93-90E3-4600-9C36-C67E99C77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64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B17E1-D6E0-4376-8353-12E949EE6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65901-5928-4C54-AD44-6945D2777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F206B-CDBC-471A-AB25-57FE943DE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7C9C3-396C-4154-B80B-131160F957B7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B90A1-6759-4ED8-B07E-519D30AFE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C184-9EDF-400D-97E3-442C7A5FE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5C93-90E3-4600-9C36-C67E99C77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23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04CB-5AF4-4D5F-BEFD-C773A7287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D5DF-06E5-4E50-A7D1-867277B3F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1E1AB-F796-4EF7-A36E-CFEFD5623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DC484-8803-4D8C-87E7-D5BA54A32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7C9C3-396C-4154-B80B-131160F957B7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0F253-FFD3-49A5-B2B4-827B7CCFE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2D090-7F56-4232-A1C5-D7B518E6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5C93-90E3-4600-9C36-C67E99C77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012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28C3-E6A4-422D-B87A-0F1E19A08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8CA3F-CC49-4666-9CD9-F75829151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C9DA4-D3CF-45AB-A63E-45E61242DF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2D511-9AAA-4F35-B209-FD3044FD5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4F5D9B-A2D6-4615-81F6-7A565072E5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46648-FF9F-4E30-B6B7-5EC10512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7C9C3-396C-4154-B80B-131160F957B7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C53B56-1E3F-4F2D-820E-BABB71A5B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2DBD4B-62F1-43AC-AE19-C3552B479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5C93-90E3-4600-9C36-C67E99C77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264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4EF9-571B-4BBC-8263-07FC71CC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EB105D-A627-4986-9DEA-A6C8DBFD5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7C9C3-396C-4154-B80B-131160F957B7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F7BED-2494-4777-8C0F-A5B98D780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041F7-2048-4E22-85CA-B81DF534E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5C93-90E3-4600-9C36-C67E99C77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4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04379C-3763-4548-9C22-46B922E93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7C9C3-396C-4154-B80B-131160F957B7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4EEAB3-1CD5-4E14-918A-709B7A33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0097B-59A9-4090-B5A1-2BFA7D521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5C93-90E3-4600-9C36-C67E99C77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53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FA459-FA9D-44A8-B5EB-E36C20DCE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C1AE6-E403-4910-8755-6B52E102C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2CB72-ADDC-4712-A7F2-B1D0FE7DC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4FA7F-82D0-4DD3-9EB2-FB84DA623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7C9C3-396C-4154-B80B-131160F957B7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E1D2F-257B-45A7-941A-C4EC9F559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B130B-9722-42F5-8E19-B84F3EF3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5C93-90E3-4600-9C36-C67E99C77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300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B2423-064E-4001-8069-50AE5DBD7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8CB1B5-EEE6-44F8-A8C4-394B3A2B81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F64BD-264C-43F3-BEE0-4D067A4DAE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19AF8-9288-4D6D-816C-3DD6EBC25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7C9C3-396C-4154-B80B-131160F957B7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FE250-8BC8-4AF3-804D-E73054F5F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85AB5-F5F2-4CCD-BE23-086519D3D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5C93-90E3-4600-9C36-C67E99C77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81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0B3CD-220A-44AE-879C-AFDEF0CD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7FAA98-C49F-4A4E-AC1C-631119C0CC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93D66-68CA-43F6-90DF-0CEC44309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7C9C3-396C-4154-B80B-131160F957B7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2BC06-A2DA-4E94-BFC9-8C57508E2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63F9B-F7EA-46AA-8425-1954B200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5C93-90E3-4600-9C36-C67E99C77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45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CDEBC0-940A-4A7F-B8B1-3A9878A8F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3F9878-84A4-402F-9B33-1F3DBEF43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69FB9-B7E5-4C23-B249-36BA9117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7C9C3-396C-4154-B80B-131160F957B7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944EE-1FB8-4A2D-B4CC-3F66D45F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E8479-2151-4524-9054-4FD714D92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55C93-90E3-4600-9C36-C67E99C77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61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398F64-6DDC-44FD-9A7C-21CC5DA18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E54BB-32D6-43C6-B41B-8B15A3F81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636C0-2F7F-4C45-831A-C92DC2D4DD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7C9C3-396C-4154-B80B-131160F957B7}" type="datetimeFigureOut">
              <a:rPr lang="en-US" smtClean="0"/>
              <a:t>11/27/2018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E0539-1357-45FC-9808-A97FAED378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D8B47-1C81-443A-B200-AB224AF7C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55C93-90E3-4600-9C36-C67E99C77E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08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3D7D3-1728-4448-90BD-8C364FB3C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433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Calibri" panose="020F0502020204030204" pitchFamily="34" charset="0"/>
              </a:rPr>
              <a:t>സർവ്വത്തിൻ രാജനാം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183B47-7F6F-4F32-910E-656CD92AF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Sarvvaththin </a:t>
            </a:r>
            <a:r>
              <a:rPr lang="en-US" sz="4000" b="1" dirty="0" err="1">
                <a:solidFill>
                  <a:srgbClr val="002060"/>
                </a:solidFill>
              </a:rPr>
              <a:t>raajanam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800" i="1" dirty="0">
                <a:solidFill>
                  <a:srgbClr val="002060"/>
                </a:solidFill>
              </a:rPr>
              <a:t>Come </a:t>
            </a:r>
            <a:r>
              <a:rPr lang="en-US" sz="3800" i="1" dirty="0" err="1">
                <a:solidFill>
                  <a:srgbClr val="002060"/>
                </a:solidFill>
              </a:rPr>
              <a:t>ev’ry</a:t>
            </a:r>
            <a:r>
              <a:rPr lang="en-US" sz="3800" i="1" dirty="0">
                <a:solidFill>
                  <a:srgbClr val="002060"/>
                </a:solidFill>
              </a:rPr>
              <a:t> joyful heart – Rev. S. </a:t>
            </a:r>
            <a:r>
              <a:rPr lang="en-US" sz="3800" i="1" dirty="0" err="1">
                <a:solidFill>
                  <a:srgbClr val="002060"/>
                </a:solidFill>
              </a:rPr>
              <a:t>Stennet</a:t>
            </a:r>
            <a:r>
              <a:rPr lang="en-US" sz="3800" i="1" dirty="0">
                <a:solidFill>
                  <a:srgbClr val="002060"/>
                </a:solidFill>
              </a:rPr>
              <a:t>/ L. Edson</a:t>
            </a:r>
          </a:p>
        </p:txBody>
      </p:sp>
    </p:spTree>
    <p:extLst>
      <p:ext uri="{BB962C8B-B14F-4D97-AF65-F5344CB8AC3E}">
        <p14:creationId xmlns:p14="http://schemas.microsoft.com/office/powerpoint/2010/main" val="154788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B78C6C-436F-44EB-8FFF-9E1E8D76A16D}"/>
              </a:ext>
            </a:extLst>
          </p:cNvPr>
          <p:cNvSpPr/>
          <p:nvPr/>
        </p:nvSpPr>
        <p:spPr>
          <a:xfrm>
            <a:off x="205740" y="650439"/>
            <a:ext cx="11430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സർവ്വത്തിൻ രാജനാം </a:t>
            </a:r>
            <a:endParaRPr lang="ml-IN" sz="3400" b="1" dirty="0">
              <a:effectLst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ദൈവത്തെ വന്ദിപ്പിൻ </a:t>
            </a:r>
            <a:endParaRPr lang="ml-IN" sz="3400" b="1" dirty="0">
              <a:effectLst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മർത്യരെ മഹത്വം അവനു കൊടുപ്പിൻ </a:t>
            </a:r>
            <a:endParaRPr lang="ml-IN" sz="3400" b="1" dirty="0">
              <a:effectLst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സൽ സ്വരത്തെ ഉയർത്തുവിൻ </a:t>
            </a:r>
            <a:endParaRPr lang="ml-IN" sz="3400" b="1" dirty="0">
              <a:effectLst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സൽ സ്വരത്തെ ഉയർത്തുവിൻ </a:t>
            </a:r>
            <a:endParaRPr lang="ml-IN" sz="3400" b="1" dirty="0">
              <a:effectLst/>
            </a:endParaRPr>
          </a:p>
          <a:p>
            <a:pPr algn="r"/>
            <a:r>
              <a:rPr lang="ml-IN" sz="3400" b="1" dirty="0">
                <a:solidFill>
                  <a:srgbClr val="000000"/>
                </a:solidFill>
                <a:latin typeface="Calibri" panose="020F0502020204030204" pitchFamily="34" charset="0"/>
              </a:rPr>
              <a:t>ആഘോഷത്തോടെ പാടുവിൻ</a:t>
            </a:r>
            <a:endParaRPr lang="en-US" sz="3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CC1BC-7A70-4CE4-AC74-B18AAB3114AF}"/>
              </a:ext>
            </a:extLst>
          </p:cNvPr>
          <p:cNvSpPr txBox="1"/>
          <p:nvPr/>
        </p:nvSpPr>
        <p:spPr>
          <a:xfrm>
            <a:off x="0" y="6858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1B687F-8B6D-4D5D-BD91-3213A78C3125}"/>
              </a:ext>
            </a:extLst>
          </p:cNvPr>
          <p:cNvSpPr/>
          <p:nvPr/>
        </p:nvSpPr>
        <p:spPr>
          <a:xfrm>
            <a:off x="205740" y="3584912"/>
            <a:ext cx="11430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Sarvvaththin </a:t>
            </a:r>
            <a:r>
              <a:rPr lang="en-US" sz="3400" b="1" dirty="0" err="1">
                <a:solidFill>
                  <a:srgbClr val="002060"/>
                </a:solidFill>
              </a:rPr>
              <a:t>raajanam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Daivaththe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vannippin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Marthyare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mahathram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avanu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koduppin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r"/>
            <a:r>
              <a:rPr lang="en-US" sz="3400" b="1" dirty="0">
                <a:solidFill>
                  <a:srgbClr val="002060"/>
                </a:solidFill>
              </a:rPr>
              <a:t>Sal </a:t>
            </a:r>
            <a:r>
              <a:rPr lang="en-US" sz="3400" b="1" dirty="0" err="1">
                <a:solidFill>
                  <a:srgbClr val="002060"/>
                </a:solidFill>
              </a:rPr>
              <a:t>swaraththe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uyarththuvin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r"/>
            <a:r>
              <a:rPr lang="en-US" sz="3400" b="1" dirty="0">
                <a:solidFill>
                  <a:srgbClr val="002060"/>
                </a:solidFill>
              </a:rPr>
              <a:t>Sal </a:t>
            </a:r>
            <a:r>
              <a:rPr lang="en-US" sz="3400" b="1" dirty="0" err="1">
                <a:solidFill>
                  <a:srgbClr val="002060"/>
                </a:solidFill>
              </a:rPr>
              <a:t>swaraththe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uyarththuvin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Aaghoshaththode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paaduvin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59D95445-2A72-40BD-8C4F-A4214C3C6289}"/>
              </a:ext>
            </a:extLst>
          </p:cNvPr>
          <p:cNvSpPr txBox="1"/>
          <p:nvPr/>
        </p:nvSpPr>
        <p:spPr>
          <a:xfrm>
            <a:off x="11353800" y="-4060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433</a:t>
            </a:r>
          </a:p>
        </p:txBody>
      </p:sp>
    </p:spTree>
    <p:extLst>
      <p:ext uri="{BB962C8B-B14F-4D97-AF65-F5344CB8AC3E}">
        <p14:creationId xmlns:p14="http://schemas.microsoft.com/office/powerpoint/2010/main" val="1958048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B78C6C-436F-44EB-8FFF-9E1E8D76A16D}"/>
              </a:ext>
            </a:extLst>
          </p:cNvPr>
          <p:cNvSpPr/>
          <p:nvPr/>
        </p:nvSpPr>
        <p:spPr>
          <a:xfrm>
            <a:off x="205740" y="650439"/>
            <a:ext cx="11430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മശിഹ രക്ഷകൻ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നമ്മെ വീണ്ടെടുത്തു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എല്ലാ ലോകങ്ങളിൽ ഇപ്പോഴും വാഴുന്നു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സൽ സ്വരത്തെ ഉയർത്തുവിൻ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സൽ സ്വരത്തെ ഉയർത്തുവിൻ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ആഘോഷത്തോടെ പാടുവിൻ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CC1BC-7A70-4CE4-AC74-B18AAB3114AF}"/>
              </a:ext>
            </a:extLst>
          </p:cNvPr>
          <p:cNvSpPr txBox="1"/>
          <p:nvPr/>
        </p:nvSpPr>
        <p:spPr>
          <a:xfrm>
            <a:off x="0" y="6858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1B687F-8B6D-4D5D-BD91-3213A78C3125}"/>
              </a:ext>
            </a:extLst>
          </p:cNvPr>
          <p:cNvSpPr/>
          <p:nvPr/>
        </p:nvSpPr>
        <p:spPr>
          <a:xfrm>
            <a:off x="205740" y="3584912"/>
            <a:ext cx="11430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Mashiha </a:t>
            </a:r>
            <a:r>
              <a:rPr lang="en-US" sz="3400" b="1" dirty="0" err="1">
                <a:solidFill>
                  <a:srgbClr val="002060"/>
                </a:solidFill>
              </a:rPr>
              <a:t>rakshakan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Namme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veendeduththu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Ellaa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lokangalhil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ippozhum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vaazhunnu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>
                <a:solidFill>
                  <a:srgbClr val="002060"/>
                </a:solidFill>
              </a:rPr>
              <a:t>Sal </a:t>
            </a:r>
            <a:r>
              <a:rPr lang="en-US" sz="3400" b="1" dirty="0" err="1">
                <a:solidFill>
                  <a:srgbClr val="002060"/>
                </a:solidFill>
              </a:rPr>
              <a:t>swaraththe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uyarththuvin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>
                <a:solidFill>
                  <a:srgbClr val="002060"/>
                </a:solidFill>
              </a:rPr>
              <a:t>Sal </a:t>
            </a:r>
            <a:r>
              <a:rPr lang="en-US" sz="3400" b="1" dirty="0" err="1">
                <a:solidFill>
                  <a:srgbClr val="002060"/>
                </a:solidFill>
              </a:rPr>
              <a:t>swaraththe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uyarththuvin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Aaghoshaththode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paaduvin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C32FBE1F-0AEF-4233-84EC-C2B73AFEB32E}"/>
              </a:ext>
            </a:extLst>
          </p:cNvPr>
          <p:cNvSpPr txBox="1"/>
          <p:nvPr/>
        </p:nvSpPr>
        <p:spPr>
          <a:xfrm>
            <a:off x="11353800" y="-4060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433</a:t>
            </a:r>
          </a:p>
        </p:txBody>
      </p:sp>
    </p:spTree>
    <p:extLst>
      <p:ext uri="{BB962C8B-B14F-4D97-AF65-F5344CB8AC3E}">
        <p14:creationId xmlns:p14="http://schemas.microsoft.com/office/powerpoint/2010/main" val="293036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B78C6C-436F-44EB-8FFF-9E1E8D76A16D}"/>
              </a:ext>
            </a:extLst>
          </p:cNvPr>
          <p:cNvSpPr/>
          <p:nvPr/>
        </p:nvSpPr>
        <p:spPr>
          <a:xfrm>
            <a:off x="205740" y="650439"/>
            <a:ext cx="11430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തൻ രാജത്വം നിൽക്കും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താൻ നീതി ചെയ്യുന്നു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താക്കോലും ചെങ്കോലും തൻ കയ്യിൽ ആകുന്നു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സൽ സ്വരത്തെ ഉയർത്തുവിൻ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സൽ സ്വരത്തെ ഉയർത്തുവിൻ </a:t>
            </a:r>
          </a:p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ആഘോഷത്തോടെ പാടുവിൻ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CC1BC-7A70-4CE4-AC74-B18AAB3114AF}"/>
              </a:ext>
            </a:extLst>
          </p:cNvPr>
          <p:cNvSpPr txBox="1"/>
          <p:nvPr/>
        </p:nvSpPr>
        <p:spPr>
          <a:xfrm>
            <a:off x="0" y="6858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1B687F-8B6D-4D5D-BD91-3213A78C3125}"/>
              </a:ext>
            </a:extLst>
          </p:cNvPr>
          <p:cNvSpPr/>
          <p:nvPr/>
        </p:nvSpPr>
        <p:spPr>
          <a:xfrm>
            <a:off x="205740" y="3584912"/>
            <a:ext cx="11430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</a:rPr>
              <a:t>raajathwam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nilkkum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>
                <a:solidFill>
                  <a:srgbClr val="002060"/>
                </a:solidFill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</a:rPr>
              <a:t>neethi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cheyunnu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Thaakkolum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chenkolum</a:t>
            </a:r>
            <a:r>
              <a:rPr lang="en-US" sz="3400" b="1" dirty="0">
                <a:solidFill>
                  <a:srgbClr val="002060"/>
                </a:solidFill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</a:rPr>
              <a:t>kaiyyil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aakunnu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>
                <a:solidFill>
                  <a:srgbClr val="002060"/>
                </a:solidFill>
              </a:rPr>
              <a:t>Sal </a:t>
            </a:r>
            <a:r>
              <a:rPr lang="en-US" sz="3400" b="1" dirty="0" err="1">
                <a:solidFill>
                  <a:srgbClr val="002060"/>
                </a:solidFill>
              </a:rPr>
              <a:t>swaraththe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uyarththuvin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>
                <a:solidFill>
                  <a:srgbClr val="002060"/>
                </a:solidFill>
              </a:rPr>
              <a:t>Sal </a:t>
            </a:r>
            <a:r>
              <a:rPr lang="en-US" sz="3400" b="1" dirty="0" err="1">
                <a:solidFill>
                  <a:srgbClr val="002060"/>
                </a:solidFill>
              </a:rPr>
              <a:t>swaraththe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uyarththuvin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Aaghoshaththode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paaduvin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3CC43A72-6E96-4320-82A3-F5649AE96445}"/>
              </a:ext>
            </a:extLst>
          </p:cNvPr>
          <p:cNvSpPr txBox="1"/>
          <p:nvPr/>
        </p:nvSpPr>
        <p:spPr>
          <a:xfrm>
            <a:off x="11353800" y="-4060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433</a:t>
            </a:r>
          </a:p>
        </p:txBody>
      </p:sp>
    </p:spTree>
    <p:extLst>
      <p:ext uri="{BB962C8B-B14F-4D97-AF65-F5344CB8AC3E}">
        <p14:creationId xmlns:p14="http://schemas.microsoft.com/office/powerpoint/2010/main" val="3351409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B78C6C-436F-44EB-8FFF-9E1E8D76A16D}"/>
              </a:ext>
            </a:extLst>
          </p:cNvPr>
          <p:cNvSpPr/>
          <p:nvPr/>
        </p:nvSpPr>
        <p:spPr>
          <a:xfrm>
            <a:off x="205740" y="650439"/>
            <a:ext cx="11430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ഒടുക്കത്തെ നാളില്‍</a:t>
            </a:r>
            <a:endParaRPr lang="en-US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കാഹളം ധ്വനിക്കും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ശവക്കുഴികളില്‍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മരിച്ചവര്‍ കേള്‍ക്കും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CC1BC-7A70-4CE4-AC74-B18AAB3114AF}"/>
              </a:ext>
            </a:extLst>
          </p:cNvPr>
          <p:cNvSpPr txBox="1"/>
          <p:nvPr/>
        </p:nvSpPr>
        <p:spPr>
          <a:xfrm>
            <a:off x="0" y="6858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1B687F-8B6D-4D5D-BD91-3213A78C3125}"/>
              </a:ext>
            </a:extLst>
          </p:cNvPr>
          <p:cNvSpPr/>
          <p:nvPr/>
        </p:nvSpPr>
        <p:spPr>
          <a:xfrm>
            <a:off x="205740" y="3584912"/>
            <a:ext cx="11430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Odukkaththe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naalhil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Kaahalham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dhwanikkum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Shavakkuzhikalhil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marichavar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kelhkkum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Nyaayavidhi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kaikkollhuvaan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Nyaayavidhi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kaikkollhuvaan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>
                <a:solidFill>
                  <a:srgbClr val="002060"/>
                </a:solidFill>
              </a:rPr>
              <a:t>Avar </a:t>
            </a:r>
            <a:r>
              <a:rPr lang="en-US" sz="3400" b="1" dirty="0" err="1">
                <a:solidFill>
                  <a:srgbClr val="002060"/>
                </a:solidFill>
              </a:rPr>
              <a:t>uyarththezhunnelkkum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1BCA4-B9EE-4A40-914D-46DB05036535}"/>
              </a:ext>
            </a:extLst>
          </p:cNvPr>
          <p:cNvSpPr/>
          <p:nvPr/>
        </p:nvSpPr>
        <p:spPr>
          <a:xfrm>
            <a:off x="3048000" y="2117676"/>
            <a:ext cx="858774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ന്യായവിധി കൈക്കൊള്ളുവാന്‍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ന്യായവിധി കൈക്കൊള്ളുവാന്‍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അവര്‍ ഉയിര്‍ത്തെഴുന്നേല്‍ക്കും </a:t>
            </a:r>
            <a:endParaRPr 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77344C0-B91A-4070-935F-4859DB8F7A22}"/>
              </a:ext>
            </a:extLst>
          </p:cNvPr>
          <p:cNvSpPr txBox="1"/>
          <p:nvPr/>
        </p:nvSpPr>
        <p:spPr>
          <a:xfrm>
            <a:off x="11353800" y="-4060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433</a:t>
            </a:r>
          </a:p>
        </p:txBody>
      </p:sp>
    </p:spTree>
    <p:extLst>
      <p:ext uri="{BB962C8B-B14F-4D97-AF65-F5344CB8AC3E}">
        <p14:creationId xmlns:p14="http://schemas.microsoft.com/office/powerpoint/2010/main" val="3104076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B78C6C-436F-44EB-8FFF-9E1E8D76A16D}"/>
              </a:ext>
            </a:extLst>
          </p:cNvPr>
          <p:cNvSpPr/>
          <p:nvPr/>
        </p:nvSpPr>
        <p:spPr>
          <a:xfrm>
            <a:off x="205740" y="650439"/>
            <a:ext cx="11430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ആശയോടിരിപ്പിന്‍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യേശു അപ്പോള്‍ വരും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സ്വര്‍ഗ്ഗത്തില്‍ ഇരിപ്പാന്‍ നമ്മെ സ്വീകരിക്കും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FCC1BC-7A70-4CE4-AC74-B18AAB3114AF}"/>
              </a:ext>
            </a:extLst>
          </p:cNvPr>
          <p:cNvSpPr txBox="1"/>
          <p:nvPr/>
        </p:nvSpPr>
        <p:spPr>
          <a:xfrm>
            <a:off x="0" y="6858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/>
              <a:t>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1B687F-8B6D-4D5D-BD91-3213A78C3125}"/>
              </a:ext>
            </a:extLst>
          </p:cNvPr>
          <p:cNvSpPr/>
          <p:nvPr/>
        </p:nvSpPr>
        <p:spPr>
          <a:xfrm>
            <a:off x="205740" y="3584912"/>
            <a:ext cx="11430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Aashayodirippin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appolh</a:t>
            </a:r>
            <a:r>
              <a:rPr lang="en-US" sz="3400" b="1" dirty="0">
                <a:solidFill>
                  <a:srgbClr val="002060"/>
                </a:solidFill>
              </a:rPr>
              <a:t> varum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Swargaththil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irippin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namme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sweekarikkum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Avideyullha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bhagyavum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Avideyullha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bhagyavum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/>
            <a:r>
              <a:rPr lang="en-US" sz="3400" b="1" dirty="0" err="1">
                <a:solidFill>
                  <a:srgbClr val="002060"/>
                </a:solidFill>
              </a:rPr>
              <a:t>Naam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anubhavikkum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5CF9E-501F-413D-8549-502D699C867C}"/>
              </a:ext>
            </a:extLst>
          </p:cNvPr>
          <p:cNvSpPr/>
          <p:nvPr/>
        </p:nvSpPr>
        <p:spPr>
          <a:xfrm>
            <a:off x="556260" y="2176373"/>
            <a:ext cx="1107948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അവിടെയുള്ള ഭാഗ്യവും 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അവിടെയുള്ള ഭാഗ്യവും</a:t>
            </a:r>
            <a:b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നാം എന്നും അനുഭവിക്കും </a:t>
            </a:r>
            <a:endParaRPr lang="en-US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40CFE23-1967-40A8-878E-5EA94380FA1F}"/>
              </a:ext>
            </a:extLst>
          </p:cNvPr>
          <p:cNvSpPr txBox="1"/>
          <p:nvPr/>
        </p:nvSpPr>
        <p:spPr>
          <a:xfrm>
            <a:off x="11353800" y="-40600"/>
            <a:ext cx="807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rgbClr val="FF0000"/>
                </a:solidFill>
              </a:rPr>
              <a:t>433</a:t>
            </a:r>
          </a:p>
        </p:txBody>
      </p:sp>
    </p:spTree>
    <p:extLst>
      <p:ext uri="{BB962C8B-B14F-4D97-AF65-F5344CB8AC3E}">
        <p14:creationId xmlns:p14="http://schemas.microsoft.com/office/powerpoint/2010/main" val="35878151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166</Words>
  <Application>Microsoft Office PowerPoint</Application>
  <PresentationFormat>Widescreen</PresentationFormat>
  <Paragraphs>66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Kartika</vt:lpstr>
      <vt:lpstr>Office Theme</vt:lpstr>
      <vt:lpstr>433 സർവ്വത്തിൻ രാജനാം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Sarvathin raajanam</dc:title>
  <dc:creator>Acsah Mathews</dc:creator>
  <cp:lastModifiedBy>Acsah Mathews</cp:lastModifiedBy>
  <cp:revision>5</cp:revision>
  <dcterms:created xsi:type="dcterms:W3CDTF">2018-11-27T19:31:31Z</dcterms:created>
  <dcterms:modified xsi:type="dcterms:W3CDTF">2018-11-27T19:55:20Z</dcterms:modified>
</cp:coreProperties>
</file>