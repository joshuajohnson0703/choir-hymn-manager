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98" autoAdjust="0"/>
    <p:restoredTop sz="94660"/>
  </p:normalViewPr>
  <p:slideViewPr>
    <p:cSldViewPr>
      <p:cViewPr varScale="1">
        <p:scale>
          <a:sx n="45" d="100"/>
          <a:sy n="45" d="100"/>
        </p:scale>
        <p:origin x="60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E451E-1E08-4E07-8940-AFCB4760142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D2055-9256-44BA-A12A-0EA239A9DE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4C078-EA66-4266-A399-FC51C2EA27B4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DBBB4-18A4-4356-87C7-510BA8FF61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A030F-D537-4883-9C60-EF2607079278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99BB9-C801-4199-B5F5-5997A838E4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BD3ED-488E-4F14-A3C0-AAF1DCD2503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76D294-AB06-45B6-94E1-C1A407ED80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90C3E-F5CC-4015-8C43-93962F72EFF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2AF60-6ABD-4E70-A950-22168C8BCA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D5289-4DA4-4469-8931-C052DB7AA539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B0FCD-BD48-4DAF-A2ED-02D2C4066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123D40-222A-48DF-B471-A81CF866D97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7C90C-2D3F-4D89-9CFF-65A19B3450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911AF-6649-4997-BD7E-4589A85FBAD7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AE7881-1B63-4DEF-BE24-9DDB24DF6C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ABF3DB-CC8B-414A-AF44-D48DF678180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8872B-3B4B-4CAF-AD0B-98EA93367D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38D6D3-D701-4405-9521-2FF10B3AF01F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875F7-3ECB-45F2-9B52-05C50C0A8B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8F76A-CB69-4A65-B1DA-CAB224552931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92F56-8F74-421B-BB6E-ECF4A971BE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B1518A7-98BE-4C0A-B366-EB0B486D4812}" type="datetimeFigureOut">
              <a:rPr lang="en-US"/>
              <a:pPr>
                <a:defRPr/>
              </a:pPr>
              <a:t>11/21/2018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E07BE6A-4C0E-4B21-83ED-F3681AD7FA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EA9F-D139-4DF8-AD85-6F71DDBD60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363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ml-IN" b="1" dirty="0">
                <a:solidFill>
                  <a:schemeClr val="accent5">
                    <a:lumMod val="75000"/>
                  </a:schemeClr>
                </a:solidFill>
                <a:latin typeface="Kartika" panose="02020503030404060203" pitchFamily="18" charset="0"/>
              </a:rPr>
              <a:t>സ്തോത്രങ്ങള്‍ പാടി ഞാന്‍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5A2B1-9EF6-4ABC-AD32-8E07B8E59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Sthothrangal </a:t>
            </a:r>
            <a:r>
              <a:rPr lang="en-US" sz="4000" b="1" dirty="0" err="1">
                <a:solidFill>
                  <a:schemeClr val="accent5">
                    <a:lumMod val="50000"/>
                  </a:schemeClr>
                </a:solidFill>
              </a:rPr>
              <a:t>paadi</a:t>
            </a:r>
            <a:r>
              <a:rPr lang="en-US" sz="40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5">
                    <a:lumMod val="50000"/>
                  </a:schemeClr>
                </a:solidFill>
              </a:rPr>
              <a:t>njaan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444094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438400"/>
          </a:xfrm>
        </p:spPr>
        <p:txBody>
          <a:bodyPr anchor="t"/>
          <a:lstStyle/>
          <a:p>
            <a:pPr>
              <a:lnSpc>
                <a:spcPct val="150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സ്തോത്രങ്ങള്‍ പാടി ഞാന്‍ വാഴ്ത്തീടുമേ 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ദേവനെ രാജാധി രാജാവേ 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വാഴ്ത്തി വണങ്ങിടുമേ</a:t>
            </a:r>
            <a:endParaRPr lang="ml-IN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3428" y="0"/>
            <a:ext cx="1066800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363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A93A5-C958-4B3A-9678-D5DDBD7199AC}"/>
              </a:ext>
            </a:extLst>
          </p:cNvPr>
          <p:cNvSpPr/>
          <p:nvPr/>
        </p:nvSpPr>
        <p:spPr>
          <a:xfrm>
            <a:off x="23036" y="3328381"/>
            <a:ext cx="12167191" cy="2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Sthothrangal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vaazhtheedumey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Devaadi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Devaney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raajaadi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raajaavey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vaazhthi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vanhangeedumey</a:t>
            </a:r>
            <a:r>
              <a:rPr lang="en-US" sz="34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685799" y="728888"/>
            <a:ext cx="11304181" cy="2090512"/>
          </a:xfrm>
        </p:spPr>
        <p:txBody>
          <a:bodyPr anchor="t"/>
          <a:lstStyle/>
          <a:p>
            <a:pPr algn="l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അത്ഭുത നിത്യസ്നേഹം - എന്നില്‍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തന്നീടും ദൈവ സ്നേഹം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മാറാത്ത ദിവ്യസ്നേഹം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എന്നില്‍ വസിക്കും സ്നേഹം</a:t>
            </a:r>
            <a:endParaRPr lang="ml-IN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3428" y="0"/>
            <a:ext cx="1066800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363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A93A5-C958-4B3A-9678-D5DDBD7199AC}"/>
              </a:ext>
            </a:extLst>
          </p:cNvPr>
          <p:cNvSpPr/>
          <p:nvPr/>
        </p:nvSpPr>
        <p:spPr>
          <a:xfrm>
            <a:off x="40758" y="3895060"/>
            <a:ext cx="11430000" cy="16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Athbudha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nithya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santhatham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thannidum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Daivasneham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maaraththa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divya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vasikkum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7A2A51-4228-4D9F-AA5B-69DE0F159B5B}"/>
              </a:ext>
            </a:extLst>
          </p:cNvPr>
          <p:cNvSpPr txBox="1">
            <a:spLocks/>
          </p:cNvSpPr>
          <p:nvPr/>
        </p:nvSpPr>
        <p:spPr bwMode="auto">
          <a:xfrm>
            <a:off x="0" y="2862113"/>
            <a:ext cx="12192000" cy="10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സ്തോത്രങ്ങള്‍ പാടി ഞാന്‍ വാഴ്ത്തീടുമേ 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ദേവനെ രാജാധി രാജാവേ വാഴ്ത്തി വണങ്ങിടുമേ</a:t>
            </a:r>
            <a:endParaRPr lang="ml-IN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7C84E-A6BF-4703-8E6D-06B236AC96C1}"/>
              </a:ext>
            </a:extLst>
          </p:cNvPr>
          <p:cNvSpPr/>
          <p:nvPr/>
        </p:nvSpPr>
        <p:spPr>
          <a:xfrm>
            <a:off x="-26580" y="5661238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Sthothrangal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Devaadi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Devaney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raajaavey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vanhangeedumey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62DDE-06D9-48F6-98AF-96A20D2E6CD5}"/>
              </a:ext>
            </a:extLst>
          </p:cNvPr>
          <p:cNvSpPr txBox="1"/>
          <p:nvPr/>
        </p:nvSpPr>
        <p:spPr>
          <a:xfrm>
            <a:off x="26581" y="-5953"/>
            <a:ext cx="12138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4174602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914399" y="818693"/>
            <a:ext cx="11075581" cy="2090512"/>
          </a:xfrm>
        </p:spPr>
        <p:txBody>
          <a:bodyPr anchor="t"/>
          <a:lstStyle/>
          <a:p>
            <a:pPr algn="l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ജ്യോതിയായ് കാണും സ്നേഹം - ഉള്ളില്‍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 തന്നു എന്നെ വീണ്ട സ്നേഹം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ത്യാഗം സഹിച്ച ക്രൂശിന്‍ സ്നേഹം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ദിവ്യമധുര സ്നേഹം</a:t>
            </a:r>
            <a:endParaRPr lang="ml-IN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3428" y="0"/>
            <a:ext cx="1066800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363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A93A5-C958-4B3A-9678-D5DDBD7199AC}"/>
              </a:ext>
            </a:extLst>
          </p:cNvPr>
          <p:cNvSpPr/>
          <p:nvPr/>
        </p:nvSpPr>
        <p:spPr>
          <a:xfrm>
            <a:off x="26581" y="3875795"/>
            <a:ext cx="11430000" cy="16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Jyothiyaay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ullhil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Jeevan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thannu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veenda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Thyaagam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sahichchu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krushil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divyamadhura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7A2A51-4228-4D9F-AA5B-69DE0F159B5B}"/>
              </a:ext>
            </a:extLst>
          </p:cNvPr>
          <p:cNvSpPr txBox="1">
            <a:spLocks/>
          </p:cNvSpPr>
          <p:nvPr/>
        </p:nvSpPr>
        <p:spPr bwMode="auto">
          <a:xfrm>
            <a:off x="0" y="2778959"/>
            <a:ext cx="12192000" cy="10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സ്തോത്രങ്ങള്‍ പാടി ഞാന്‍ വാഴ്ത്തീടുമേ 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ദേവനെ രാജാധി രാജാവേ വാഴ്ത്തി വണങ്ങിടുമേ</a:t>
            </a:r>
            <a:endParaRPr lang="ml-IN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7C84E-A6BF-4703-8E6D-06B236AC96C1}"/>
              </a:ext>
            </a:extLst>
          </p:cNvPr>
          <p:cNvSpPr/>
          <p:nvPr/>
        </p:nvSpPr>
        <p:spPr>
          <a:xfrm>
            <a:off x="-1771" y="5587608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Sthothrangal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Devaadi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Devaney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raajaavey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vanhangeedumey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62DDE-06D9-48F6-98AF-96A20D2E6CD5}"/>
              </a:ext>
            </a:extLst>
          </p:cNvPr>
          <p:cNvSpPr txBox="1"/>
          <p:nvPr/>
        </p:nvSpPr>
        <p:spPr>
          <a:xfrm>
            <a:off x="26581" y="-5953"/>
            <a:ext cx="12138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9432599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914399" y="818693"/>
            <a:ext cx="11075581" cy="2090512"/>
          </a:xfrm>
        </p:spPr>
        <p:txBody>
          <a:bodyPr anchor="t"/>
          <a:lstStyle/>
          <a:p>
            <a:pPr algn="l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മായാലോകത്തിന്‍ മോഹം - തേടി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ശാപമേറ്റു എന്നെ മീണ്ട സ്നേഹം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എന്നെത്തേടിയ ദിവ്യസ്നേഹം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എന്നില്‍ പെരുകും സ്നേഹം</a:t>
            </a:r>
            <a:endParaRPr lang="ml-IN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3428" y="0"/>
            <a:ext cx="1066800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363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A93A5-C958-4B3A-9678-D5DDBD7199AC}"/>
              </a:ext>
            </a:extLst>
          </p:cNvPr>
          <p:cNvSpPr/>
          <p:nvPr/>
        </p:nvSpPr>
        <p:spPr>
          <a:xfrm>
            <a:off x="26581" y="3875795"/>
            <a:ext cx="11430000" cy="16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Maaya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lokaththin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moham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thèdi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shaapamètta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veenda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Enney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thèdiya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divya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perukum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7A2A51-4228-4D9F-AA5B-69DE0F159B5B}"/>
              </a:ext>
            </a:extLst>
          </p:cNvPr>
          <p:cNvSpPr txBox="1">
            <a:spLocks/>
          </p:cNvSpPr>
          <p:nvPr/>
        </p:nvSpPr>
        <p:spPr bwMode="auto">
          <a:xfrm>
            <a:off x="0" y="2778959"/>
            <a:ext cx="12192000" cy="10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സ്തോത്രങ്ങള്‍ പാടി ഞാന്‍ വാഴ്ത്തീടുമേ 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ദേവനെ രാജാധി രാജാവേ വാഴ്ത്തി വണങ്ങിടുമേ</a:t>
            </a:r>
            <a:endParaRPr lang="ml-IN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7C84E-A6BF-4703-8E6D-06B236AC96C1}"/>
              </a:ext>
            </a:extLst>
          </p:cNvPr>
          <p:cNvSpPr/>
          <p:nvPr/>
        </p:nvSpPr>
        <p:spPr>
          <a:xfrm>
            <a:off x="-1771" y="5587608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Sthothrangal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Devaadi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Devaney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raajaavey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vanhangeedumey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62DDE-06D9-48F6-98AF-96A20D2E6CD5}"/>
              </a:ext>
            </a:extLst>
          </p:cNvPr>
          <p:cNvSpPr txBox="1"/>
          <p:nvPr/>
        </p:nvSpPr>
        <p:spPr>
          <a:xfrm>
            <a:off x="26581" y="-5953"/>
            <a:ext cx="12138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2165121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914399" y="818693"/>
            <a:ext cx="11075581" cy="2090512"/>
          </a:xfrm>
        </p:spPr>
        <p:txBody>
          <a:bodyPr anchor="t"/>
          <a:lstStyle/>
          <a:p>
            <a:pPr algn="l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ജീവനേകിയ സ്നേഹം - സര്‍വ്വ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ലോകത്തിന്‍ ശാപത്തെ നീക്കും സ്നേഹം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ജീവശക്തിയാം ക്രൂശിന്‍ സ്നേഹം 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ഉള്ളം കവരും സ്നേഹം</a:t>
            </a:r>
            <a:endParaRPr lang="ml-IN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3428" y="0"/>
            <a:ext cx="1066800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363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A93A5-C958-4B3A-9678-D5DDBD7199AC}"/>
              </a:ext>
            </a:extLst>
          </p:cNvPr>
          <p:cNvSpPr/>
          <p:nvPr/>
        </p:nvSpPr>
        <p:spPr>
          <a:xfrm>
            <a:off x="26581" y="3875795"/>
            <a:ext cx="11430000" cy="16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Jeevanèkiya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lokaththin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shaapaththey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neekkum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Jeeva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shakthiyaam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krushin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ullham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kavarum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7A2A51-4228-4D9F-AA5B-69DE0F159B5B}"/>
              </a:ext>
            </a:extLst>
          </p:cNvPr>
          <p:cNvSpPr txBox="1">
            <a:spLocks/>
          </p:cNvSpPr>
          <p:nvPr/>
        </p:nvSpPr>
        <p:spPr bwMode="auto">
          <a:xfrm>
            <a:off x="0" y="2778959"/>
            <a:ext cx="12192000" cy="10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സ്തോത്രങ്ങള്‍ പാടി ഞാന്‍ വാഴ്ത്തീടുമേ 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ദേവനെ രാജാധി രാജാവേ വാഴ്ത്തി വണങ്ങിടുമേ</a:t>
            </a:r>
            <a:endParaRPr lang="ml-IN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7C84E-A6BF-4703-8E6D-06B236AC96C1}"/>
              </a:ext>
            </a:extLst>
          </p:cNvPr>
          <p:cNvSpPr/>
          <p:nvPr/>
        </p:nvSpPr>
        <p:spPr>
          <a:xfrm>
            <a:off x="-1771" y="5587608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Sthothrangal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Devaadi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Devaney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raajaavey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vanhangeedumey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62DDE-06D9-48F6-98AF-96A20D2E6CD5}"/>
              </a:ext>
            </a:extLst>
          </p:cNvPr>
          <p:cNvSpPr txBox="1"/>
          <p:nvPr/>
        </p:nvSpPr>
        <p:spPr>
          <a:xfrm>
            <a:off x="26581" y="-5953"/>
            <a:ext cx="12138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0166639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914399" y="818693"/>
            <a:ext cx="11075581" cy="2090512"/>
          </a:xfrm>
        </p:spPr>
        <p:txBody>
          <a:bodyPr anchor="t"/>
          <a:lstStyle/>
          <a:p>
            <a:pPr algn="l">
              <a:defRPr/>
            </a:pP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വാക്കുമാറാത്ത സ്നേഹം - തിരു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വാഗ്ദത്തം തന്നെന്നെ നിര്‍ത്തും സ്നേഹം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സര്‍വ്വ വല്ലഭനാമെന്‍ നാഥാ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സ്തോത്രം സ്തുതി നിനക്കേ</a:t>
            </a:r>
            <a:endParaRPr lang="ml-IN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3428" y="0"/>
            <a:ext cx="1066800" cy="323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363</a:t>
            </a:r>
            <a:endParaRPr lang="en-US" sz="20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6A93A5-C958-4B3A-9678-D5DDBD7199AC}"/>
              </a:ext>
            </a:extLst>
          </p:cNvPr>
          <p:cNvSpPr/>
          <p:nvPr/>
        </p:nvSpPr>
        <p:spPr>
          <a:xfrm>
            <a:off x="26581" y="3875795"/>
            <a:ext cx="11430000" cy="1690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Vaakku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maaraaththa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thiru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vaagdaththam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thannenney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nirthum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sneham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vallabhanaamen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aathaa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50000"/>
                  </a:schemeClr>
                </a:solidFill>
                <a:latin typeface="+mn-lt"/>
              </a:rPr>
              <a:t>ninakkey</a:t>
            </a:r>
            <a:endParaRPr lang="en-US" sz="3200" b="1" dirty="0">
              <a:solidFill>
                <a:schemeClr val="accent5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7A2A51-4228-4D9F-AA5B-69DE0F159B5B}"/>
              </a:ext>
            </a:extLst>
          </p:cNvPr>
          <p:cNvSpPr txBox="1">
            <a:spLocks/>
          </p:cNvSpPr>
          <p:nvPr/>
        </p:nvSpPr>
        <p:spPr bwMode="auto">
          <a:xfrm>
            <a:off x="0" y="2778959"/>
            <a:ext cx="12192000" cy="102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>
              <a:defRPr/>
            </a:pP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സ്തോത്രങ്ങള്‍ പാടി ഞാന്‍ വാഴ്ത്തീടുമേ </a:t>
            </a:r>
            <a:b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ദേവാധി ദേവനെ രാജാധി രാജാവേ വാഴ്ത്തി വണങ്ങിടുമേ</a:t>
            </a:r>
            <a:endParaRPr lang="ml-IN" sz="3000" b="1" spc="-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D7C84E-A6BF-4703-8E6D-06B236AC96C1}"/>
              </a:ext>
            </a:extLst>
          </p:cNvPr>
          <p:cNvSpPr/>
          <p:nvPr/>
        </p:nvSpPr>
        <p:spPr>
          <a:xfrm>
            <a:off x="-1771" y="5587608"/>
            <a:ext cx="121919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Sthothrangal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Devaadi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Devaney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raajaadi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raajaavey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vanhangeedumey</a:t>
            </a: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62DDE-06D9-48F6-98AF-96A20D2E6CD5}"/>
              </a:ext>
            </a:extLst>
          </p:cNvPr>
          <p:cNvSpPr txBox="1"/>
          <p:nvPr/>
        </p:nvSpPr>
        <p:spPr>
          <a:xfrm>
            <a:off x="26581" y="-5953"/>
            <a:ext cx="12138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354695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193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363 സ്തോത്രങ്ങള്‍ പാടി ഞാന്‍</vt:lpstr>
      <vt:lpstr>സ്തോത്രങ്ങള്‍ പാടി ഞാന്‍ വാഴ്ത്തീടുമേ  ദേവാധി ദേവനെ രാജാധി രാജാവേ  വാഴ്ത്തി വണങ്ങിടുമേ</vt:lpstr>
      <vt:lpstr>അത്ഭുത നിത്യസ്നേഹം - എന്നില്‍  സന്തതം തന്നീടും ദൈവ സ്നേഹം  എന്നും മാറാത്ത ദിവ്യസ്നേഹം  എന്നില്‍ വസിക്കും സ്നേഹം</vt:lpstr>
      <vt:lpstr>ജ്യോതിയായ് കാണും സ്നേഹം - ഉള്ളില്‍ ജീവന്‍ തന്നു എന്നെ വീണ്ട സ്നേഹം ത്യാഗം സഹിച്ച ക്രൂശിന്‍ സ്നേഹം ദിവ്യമധുര സ്നേഹം</vt:lpstr>
      <vt:lpstr>മായാലോകത്തിന്‍ മോഹം - തേടി ശാപമേറ്റു എന്നെ മീണ്ട സ്നേഹം എന്നെത്തേടിയ ദിവ്യസ്നേഹം  എന്നില്‍ പെരുകും സ്നേഹം</vt:lpstr>
      <vt:lpstr>ജീവനേകിയ സ്നേഹം - സര്‍വ്വ ലോകത്തിന്‍ ശാപത്തെ നീക്കും സ്നേഹം  ജീവശക്തിയാം ക്രൂശിന്‍ സ്നേഹം  ഉള്ളം കവരും സ്നേഹം</vt:lpstr>
      <vt:lpstr>വാക്കുമാറാത്ത സ്നേഹം - തിരു വാഗ്ദത്തം തന്നെന്നെ നിര്‍ത്തും സ്നേഹം സര്‍വ്വ വല്ലഭനാമെന്‍ നാഥാ സ്തോത്രം സ്തുതി നിനക്കേ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Sthothrangal paadi njan</dc:title>
  <dc:creator>Digital Input:; GM JOHN; Acsah Mathews</dc:creator>
  <cp:lastModifiedBy>Acsah Mathews</cp:lastModifiedBy>
  <cp:revision>100</cp:revision>
  <dcterms:created xsi:type="dcterms:W3CDTF">2013-04-25T00:28:25Z</dcterms:created>
  <dcterms:modified xsi:type="dcterms:W3CDTF">2018-11-21T18:24:31Z</dcterms:modified>
</cp:coreProperties>
</file>