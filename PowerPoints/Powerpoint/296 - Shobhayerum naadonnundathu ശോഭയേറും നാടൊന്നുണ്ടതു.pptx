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0" r:id="rId3"/>
    <p:sldId id="273" r:id="rId4"/>
    <p:sldId id="274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440DCA-5E59-45A3-9C02-0F211FC34683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42D3C8-D945-413C-804F-FDB71E70C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04498-8DA1-4D28-8509-F5895AF57C0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7F4-2ADC-418E-A25E-44C425DDEE7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7DAF4A-1B13-4B01-8EE2-AABE0C9AA237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3B4D1C-3CA6-4CEB-8B94-D7039E2C05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163032-8C32-4DCF-AC18-AB7856C072CF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3044AD-CC67-440D-9268-D689B3E4EC7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CF4C33-A193-4AD2-8763-2D914ED8D028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4D271-1249-496E-9B1F-B90A9FA500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2C02FF-4046-484F-BBDA-E6C34655B0B5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D9E42-8DB9-4223-B846-C2B44F8180B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1ABE4A-DB8F-4D71-8C06-F96F1D37AC0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1C6E88-3BE4-4D5A-9276-782E787D3A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93383F-1D27-46A9-BEC9-E829FFB76B29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07A148-2606-4D01-9339-36129B2527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98E7CD-B895-49E9-84C9-A6A0A6A759E0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77A67A-36CD-4D0A-9D0F-2A8847A5E0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ACE165-54F5-4A9E-8884-4F2A51D5E7A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D8546F-1E8F-4EF3-A3BB-0F3F662CB1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3B01A41-7912-4149-BCB4-CE013ECFB6D7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48191-2C70-48E7-B7C0-1E7B63DF00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326A015-F896-4513-8CD7-A0B69BBDB47E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EDCC94C-BB1F-4AF5-ABB7-A9A67B9B3B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E6A52-2C6B-4DA8-A84D-DA8617DF2D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296</a:t>
            </a:r>
            <a:br>
              <a:rPr lang="en-US" dirty="0"/>
            </a:br>
            <a:r>
              <a:rPr lang="ml-IN" b="1">
                <a:latin typeface="Kartika" panose="02020503030404060203" pitchFamily="18" charset="0"/>
              </a:rPr>
              <a:t>ശോഭയേറും നാടൊന്നുണ്ടതു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5750CF-A494-4A06-800B-E0F20692C7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3886200"/>
            <a:ext cx="11734800" cy="1752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Shobhayerhum </a:t>
            </a:r>
            <a:r>
              <a:rPr lang="en-US" sz="4000" b="1" dirty="0" err="1">
                <a:solidFill>
                  <a:srgbClr val="002060"/>
                </a:solidFill>
              </a:rPr>
              <a:t>naadonnundathu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  <a:p>
            <a:r>
              <a:rPr lang="en-US" sz="4000" i="1" dirty="0">
                <a:solidFill>
                  <a:srgbClr val="002060"/>
                </a:solidFill>
              </a:rPr>
              <a:t>T</a:t>
            </a:r>
            <a:r>
              <a:rPr lang="en-US" sz="3800" i="1" dirty="0">
                <a:solidFill>
                  <a:srgbClr val="002060"/>
                </a:solidFill>
              </a:rPr>
              <a:t>here’s a land that is fairer than day – S.F. Bennet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BC6388-9988-4BAA-AB4F-7D1A466FF7B3}"/>
              </a:ext>
            </a:extLst>
          </p:cNvPr>
          <p:cNvSpPr/>
          <p:nvPr/>
        </p:nvSpPr>
        <p:spPr>
          <a:xfrm>
            <a:off x="2010503" y="5345668"/>
            <a:ext cx="32047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b="1" dirty="0">
                <a:solidFill>
                  <a:schemeClr val="accent2"/>
                </a:solidFill>
              </a:rPr>
              <a:t>(വിവ. കെ. വി. ചാക്കോ)</a:t>
            </a:r>
            <a:endParaRPr lang="en-US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15918E-939C-40A0-9898-C071329788CF}"/>
              </a:ext>
            </a:extLst>
          </p:cNvPr>
          <p:cNvSpPr/>
          <p:nvPr/>
        </p:nvSpPr>
        <p:spPr>
          <a:xfrm>
            <a:off x="7620000" y="5345668"/>
            <a:ext cx="29249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(Translation: K.V. Chacko) </a:t>
            </a:r>
          </a:p>
        </p:txBody>
      </p:sp>
    </p:spTree>
    <p:extLst>
      <p:ext uri="{BB962C8B-B14F-4D97-AF65-F5344CB8AC3E}">
        <p14:creationId xmlns:p14="http://schemas.microsoft.com/office/powerpoint/2010/main" val="310558465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63954"/>
            <a:ext cx="12192000" cy="2362200"/>
          </a:xfrm>
        </p:spPr>
        <p:txBody>
          <a:bodyPr anchor="t"/>
          <a:lstStyle/>
          <a:p>
            <a:pPr algn="l" defTabSz="457200"/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ശോഭയേറും നാടൊന്നുണ്ടതു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കാണാമേ ദൂരെ വിശ്വാസത്താല്‍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താതന്‍ വാസം നമുക്കൊരുക്കി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നില്‍ക്കുന്നുണ്ടക്കരെ കാത്തഹോ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6A7932-96A5-4B37-97F8-CA035B6E74A3}"/>
              </a:ext>
            </a:extLst>
          </p:cNvPr>
          <p:cNvSpPr/>
          <p:nvPr/>
        </p:nvSpPr>
        <p:spPr>
          <a:xfrm>
            <a:off x="0" y="2747427"/>
            <a:ext cx="112776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വേഗം നാം ചേര്‍ന്നിടും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ഭംഗിയേറിയ ആ തീരത്ത്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24D437-091F-4F17-94A2-85CC5D154448}"/>
              </a:ext>
            </a:extLst>
          </p:cNvPr>
          <p:cNvSpPr/>
          <p:nvPr/>
        </p:nvSpPr>
        <p:spPr>
          <a:xfrm>
            <a:off x="228600" y="3682186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Shobhayerhum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naadonnundathu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Kaanhaame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doore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vishwaasathaal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vaasam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namukkorukki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Nilkkunnundakkare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kaathaho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D725-C42A-4FE5-B31C-914E1B1061FD}"/>
              </a:ext>
            </a:extLst>
          </p:cNvPr>
          <p:cNvSpPr/>
          <p:nvPr/>
        </p:nvSpPr>
        <p:spPr>
          <a:xfrm>
            <a:off x="990600" y="5562600"/>
            <a:ext cx="9906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Bhangiyerhiya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theeraththu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63954"/>
            <a:ext cx="12192000" cy="2362200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2	നാം ആ ശോഭന നാട്ടില്‍ പാടും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വാഴ്ത്തപ്പെട്ടോരുടെ സംഗീതം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ഖേദം രോദനമങ്ങില്ലല്ലോ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നിത്യം സൗഭ്യാഗ്യം ആത്മാക്കള്‍ക്കു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6A7932-96A5-4B37-97F8-CA035B6E74A3}"/>
              </a:ext>
            </a:extLst>
          </p:cNvPr>
          <p:cNvSpPr/>
          <p:nvPr/>
        </p:nvSpPr>
        <p:spPr>
          <a:xfrm>
            <a:off x="0" y="2747427"/>
            <a:ext cx="112776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വേഗം നാം ചേര്‍ന്നിടും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ഭംഗിയേറിയ ആ തീരത്ത്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24D437-091F-4F17-94A2-85CC5D154448}"/>
              </a:ext>
            </a:extLst>
          </p:cNvPr>
          <p:cNvSpPr/>
          <p:nvPr/>
        </p:nvSpPr>
        <p:spPr>
          <a:xfrm>
            <a:off x="228600" y="3682186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Naam aa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shobhana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naattil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Vaazhthappettorude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sangeetham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Khedham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rodanamangillallo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Nithya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soubhaagyam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aathmaakkalkku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D725-C42A-4FE5-B31C-914E1B1061FD}"/>
              </a:ext>
            </a:extLst>
          </p:cNvPr>
          <p:cNvSpPr/>
          <p:nvPr/>
        </p:nvSpPr>
        <p:spPr>
          <a:xfrm>
            <a:off x="990600" y="5562600"/>
            <a:ext cx="9906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Bhangiyerhiya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theeraththu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242268059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563954"/>
            <a:ext cx="12192000" cy="2362200"/>
          </a:xfrm>
        </p:spPr>
        <p:txBody>
          <a:bodyPr anchor="t"/>
          <a:lstStyle/>
          <a:p>
            <a:pPr algn="l" defTabSz="457200"/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3	സ്നേഹമാം സ്വര്‍ഗ്ഗ താതനുടെ 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സ്നേഹദാനത്തിനും നാള്‍ക്കു നാള്‍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വീഴ്ചയെന്യെ തരും നന്മയ്ക്കും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	കാഴ്ചയായി നാം സ്തോത്രം പാടും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277600" y="0"/>
            <a:ext cx="9144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86A7932-96A5-4B37-97F8-CA035B6E74A3}"/>
              </a:ext>
            </a:extLst>
          </p:cNvPr>
          <p:cNvSpPr/>
          <p:nvPr/>
        </p:nvSpPr>
        <p:spPr>
          <a:xfrm>
            <a:off x="0" y="2747427"/>
            <a:ext cx="112776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വേഗം നാം ചേര്‍ന്നിടും </a:t>
            </a:r>
            <a:endParaRPr lang="en-US" sz="3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ഭംഗിയേറിയ ആ തീരത്ത്</a:t>
            </a:r>
            <a:r>
              <a:rPr lang="en-US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(2)</a:t>
            </a:r>
            <a:endParaRPr lang="en-US" sz="3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24D437-091F-4F17-94A2-85CC5D154448}"/>
              </a:ext>
            </a:extLst>
          </p:cNvPr>
          <p:cNvSpPr/>
          <p:nvPr/>
        </p:nvSpPr>
        <p:spPr>
          <a:xfrm>
            <a:off x="228600" y="3682186"/>
            <a:ext cx="11582400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Snehamaam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sargga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thaathanude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Sneha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daanathinum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naalhkkunaalh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Veezhchayenye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tharum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nanmakkum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Kaazhchayaayi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sthothram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paadum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DAD725-C42A-4FE5-B31C-914E1B1061FD}"/>
              </a:ext>
            </a:extLst>
          </p:cNvPr>
          <p:cNvSpPr/>
          <p:nvPr/>
        </p:nvSpPr>
        <p:spPr>
          <a:xfrm>
            <a:off x="990600" y="5643027"/>
            <a:ext cx="9906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Vegam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chernnidum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Bhangiyerhiya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aa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theeraththu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(2) </a:t>
            </a:r>
          </a:p>
        </p:txBody>
      </p:sp>
    </p:spTree>
    <p:extLst>
      <p:ext uri="{BB962C8B-B14F-4D97-AF65-F5344CB8AC3E}">
        <p14:creationId xmlns:p14="http://schemas.microsoft.com/office/powerpoint/2010/main" val="266405088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661</TotalTime>
  <Words>130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296 ശോഭയേറും നാടൊന്നുണ്ടതു</vt:lpstr>
      <vt:lpstr>1 ശോഭയേറും നാടൊന്നുണ്ടതു  കാണാമേ ദൂരെ വിശ്വാസത്താല്‍  താതന്‍ വാസം നമുക്കൊരുക്കി   നില്‍ക്കുന്നുണ്ടക്കരെ കാത്തഹോ </vt:lpstr>
      <vt:lpstr>2 നാം ആ ശോഭന നാട്ടില്‍ പാടും   വാഴ്ത്തപ്പെട്ടോരുടെ സംഗീതം  ഖേദം രോദനമങ്ങില്ലല്ലോ   നിത്യം സൗഭ്യാഗ്യം ആത്മാക്കള്‍ക്കു</vt:lpstr>
      <vt:lpstr>3 സ്നേഹമാം സ്വര്‍ഗ്ഗ താതനുടെ   സ്നേഹദാനത്തിനും നാള്‍ക്കു നാള്‍  വീഴ്ചയെന്യെ തരും നന്മയ്ക്കും  കാഴ്ചയായി നാം സ്തോത്രം പാടും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Shobhayerum naadonnundathu</dc:title>
  <dc:creator>Digital Input:; GM JOHN; Acsah Mathews</dc:creator>
  <cp:lastModifiedBy>Acsah Mathews</cp:lastModifiedBy>
  <cp:revision>225</cp:revision>
  <dcterms:created xsi:type="dcterms:W3CDTF">2013-04-19T09:19:07Z</dcterms:created>
  <dcterms:modified xsi:type="dcterms:W3CDTF">2018-11-16T14:30:16Z</dcterms:modified>
</cp:coreProperties>
</file>