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9" r:id="rId2"/>
    <p:sldId id="270" r:id="rId3"/>
    <p:sldId id="275" r:id="rId4"/>
    <p:sldId id="276" r:id="rId5"/>
    <p:sldId id="277" r:id="rId6"/>
    <p:sldId id="278" r:id="rId7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46" d="100"/>
          <a:sy n="46" d="100"/>
        </p:scale>
        <p:origin x="38" y="87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D386AE-4BED-43D1-9543-1E08647622CC}" type="datetimeFigureOut">
              <a:rPr lang="en-US"/>
              <a:pPr>
                <a:defRPr/>
              </a:pPr>
              <a:t>11/18/2018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7455C4-4458-4EA9-9451-88680030419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8A760D-F0FB-49C4-8DB1-8213A2B291C9}" type="datetimeFigureOut">
              <a:rPr lang="en-US"/>
              <a:pPr>
                <a:defRPr/>
              </a:pPr>
              <a:t>11/18/2018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94976E-8044-42BF-8D3B-24303665DA7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F6A392-8379-4B03-A5EA-A7B4764B5884}" type="datetimeFigureOut">
              <a:rPr lang="en-US"/>
              <a:pPr>
                <a:defRPr/>
              </a:pPr>
              <a:t>11/18/2018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E98D31-0A43-4FF0-89F4-E8388393A4F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FA4C9B-3B19-4C68-ACB7-14AC67DCD979}" type="datetimeFigureOut">
              <a:rPr lang="en-US"/>
              <a:pPr>
                <a:defRPr/>
              </a:pPr>
              <a:t>11/18/2018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54A7CA4-9703-4925-BBF7-740C016D608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58A2D6-1A19-4197-A3B0-66D72ECB93AE}" type="datetimeFigureOut">
              <a:rPr lang="en-US"/>
              <a:pPr>
                <a:defRPr/>
              </a:pPr>
              <a:t>11/18/2018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729A56-4C4F-45D9-BE59-9EA75869049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388F7D-6059-4DF6-A1F5-BD99822A4E47}" type="datetimeFigureOut">
              <a:rPr lang="en-US"/>
              <a:pPr>
                <a:defRPr/>
              </a:pPr>
              <a:t>11/18/2018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1E39F7-D9DF-4F0D-9DB8-AD272F27318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090F98C-6290-46A8-AF58-89005B0A69EE}" type="datetimeFigureOut">
              <a:rPr lang="en-US"/>
              <a:pPr>
                <a:defRPr/>
              </a:pPr>
              <a:t>11/18/2018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3E3BE08-6C0F-474B-895B-BD4F642D192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CBB844-8354-4FE0-A891-EDA7D457D359}" type="datetimeFigureOut">
              <a:rPr lang="en-US"/>
              <a:pPr>
                <a:defRPr/>
              </a:pPr>
              <a:t>11/18/2018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7166BD3-B807-42EC-AC8B-D6BA42741D7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F8642C-237C-4257-8217-019FCB9F9DD7}" type="datetimeFigureOut">
              <a:rPr lang="en-US"/>
              <a:pPr>
                <a:defRPr/>
              </a:pPr>
              <a:t>11/18/2018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EB1D3B-F9F3-418B-B072-1AAAF0D7A70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D9660E-A3F5-48A0-B415-CF715A4DD180}" type="datetimeFigureOut">
              <a:rPr lang="en-US"/>
              <a:pPr>
                <a:defRPr/>
              </a:pPr>
              <a:t>11/18/2018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A0CA6C-B0C9-4304-82B1-0DB2F3B276E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F63284-9B8C-4F23-8761-CF2C6419A556}" type="datetimeFigureOut">
              <a:rPr lang="en-US"/>
              <a:pPr>
                <a:defRPr/>
              </a:pPr>
              <a:t>11/18/2018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0DC778-1B70-4346-A08C-C2AEB2BE27C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714CFBE6-E02B-4089-973A-B796002A5BA3}" type="datetimeFigureOut">
              <a:rPr lang="en-US"/>
              <a:pPr>
                <a:defRPr/>
              </a:pPr>
              <a:t>11/18/2018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38870053-8877-4E4A-92B9-DFCD6AA8452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314</a:t>
            </a:r>
            <a:br>
              <a:rPr lang="en-US" dirty="0" smtClean="0"/>
            </a:br>
            <a:r>
              <a:rPr lang="ml-IN" b="1" spc="-300">
                <a:latin typeface="Kartika" panose="02020503030404060203" pitchFamily="18" charset="0"/>
              </a:rPr>
              <a:t>പൊന്നേശു നരർ തിരുബലി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990600"/>
          </a:xfrm>
        </p:spPr>
        <p:txBody>
          <a:bodyPr/>
          <a:lstStyle/>
          <a:p>
            <a:r>
              <a:rPr lang="en-US" sz="4000" b="1" dirty="0" err="1">
                <a:solidFill>
                  <a:schemeClr val="accent1">
                    <a:lumMod val="75000"/>
                  </a:schemeClr>
                </a:solidFill>
              </a:rPr>
              <a:t>Ponneshu</a:t>
            </a:r>
            <a:r>
              <a:rPr lang="en-US" sz="40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4000" b="1" dirty="0" err="1">
                <a:solidFill>
                  <a:schemeClr val="accent1">
                    <a:lumMod val="75000"/>
                  </a:schemeClr>
                </a:solidFill>
              </a:rPr>
              <a:t>narar</a:t>
            </a:r>
            <a:r>
              <a:rPr lang="en-US" sz="40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4000" b="1" dirty="0" err="1">
                <a:solidFill>
                  <a:schemeClr val="accent1">
                    <a:lumMod val="75000"/>
                  </a:schemeClr>
                </a:solidFill>
              </a:rPr>
              <a:t>thirubeli</a:t>
            </a:r>
            <a:endParaRPr lang="en-US" sz="4000" dirty="0"/>
          </a:p>
        </p:txBody>
      </p:sp>
      <p:sp>
        <p:nvSpPr>
          <p:cNvPr id="4" name="Rectangle 3"/>
          <p:cNvSpPr/>
          <p:nvPr/>
        </p:nvSpPr>
        <p:spPr>
          <a:xfrm>
            <a:off x="1817716" y="4876800"/>
            <a:ext cx="226215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sz="2000" b="1" dirty="0">
                <a:solidFill>
                  <a:schemeClr val="accent2">
                    <a:lumMod val="75000"/>
                  </a:schemeClr>
                </a:solidFill>
              </a:rPr>
              <a:t>(മോശവത്സലം)</a:t>
            </a:r>
            <a:endParaRPr lang="en-US" sz="2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8319760" y="4876800"/>
            <a:ext cx="222048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(</a:t>
            </a:r>
            <a:r>
              <a:rPr lang="en-US" sz="2000" dirty="0" err="1">
                <a:solidFill>
                  <a:schemeClr val="accent2">
                    <a:lumMod val="75000"/>
                  </a:schemeClr>
                </a:solidFill>
              </a:rPr>
              <a:t>Moshavatsalam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3594314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15240" y="1857895"/>
            <a:ext cx="12039600" cy="1676400"/>
          </a:xfrm>
        </p:spPr>
        <p:txBody>
          <a:bodyPr anchor="t"/>
          <a:lstStyle/>
          <a:p>
            <a:pPr algn="l" defTabSz="461963">
              <a:lnSpc>
                <a:spcPct val="150000"/>
              </a:lnSpc>
              <a:defRPr/>
            </a:pPr>
            <a:r>
              <a:rPr lang="en-US" sz="4000" b="1" dirty="0">
                <a:latin typeface="Kartika" panose="02020503030404060203" pitchFamily="18" charset="0"/>
                <a:cs typeface="Kartika" panose="02020503030404060203" pitchFamily="18" charset="0"/>
              </a:rPr>
              <a:t>1	</a:t>
            </a:r>
            <a:r>
              <a:rPr lang="ml-IN" sz="40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പൊന്നേശു നരർ </a:t>
            </a:r>
            <a:r>
              <a:rPr lang="ml-IN" sz="4000" b="1" spc="-300" dirty="0" smtClean="0">
                <a:latin typeface="Kartika" panose="02020503030404060203" pitchFamily="18" charset="0"/>
                <a:cs typeface="Kartika" panose="02020503030404060203" pitchFamily="18" charset="0"/>
              </a:rPr>
              <a:t>തിരുബലി</a:t>
            </a:r>
            <a:r>
              <a:rPr lang="en-US" sz="4000" b="1" spc="-300" dirty="0" smtClean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4000" b="1" spc="-300" dirty="0" smtClean="0">
                <a:latin typeface="Kartika" panose="02020503030404060203" pitchFamily="18" charset="0"/>
                <a:cs typeface="Kartika" panose="02020503030404060203" pitchFamily="18" charset="0"/>
              </a:rPr>
              <a:t>മരണം </a:t>
            </a:r>
            <a:r>
              <a:rPr lang="ml-IN" sz="40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നിനപ്പാൻ</a:t>
            </a:r>
            <a:r>
              <a:rPr lang="ml-IN" sz="4000" b="1" dirty="0">
                <a:latin typeface="Kartika" panose="02020503030404060203" pitchFamily="18" charset="0"/>
                <a:cs typeface="Kartika" panose="02020503030404060203" pitchFamily="18" charset="0"/>
              </a:rPr>
              <a:t/>
            </a:r>
            <a:br>
              <a:rPr lang="ml-IN" sz="4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40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4000" b="1" dirty="0" smtClean="0">
                <a:latin typeface="Kartika" panose="02020503030404060203" pitchFamily="18" charset="0"/>
                <a:cs typeface="Kartika" panose="02020503030404060203" pitchFamily="18" charset="0"/>
              </a:rPr>
              <a:t>തന്നാനൊരു നിയമം</a:t>
            </a:r>
            <a:r>
              <a:rPr lang="en-US" sz="4000" b="1" dirty="0" smtClean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4000" b="1" dirty="0" smtClean="0">
                <a:latin typeface="Kartika" panose="02020503030404060203" pitchFamily="18" charset="0"/>
                <a:cs typeface="Kartika" panose="02020503030404060203" pitchFamily="18" charset="0"/>
              </a:rPr>
              <a:t>അതിശയമേ</a:t>
            </a:r>
            <a:endParaRPr lang="en-US" sz="40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314</a:t>
            </a:r>
          </a:p>
        </p:txBody>
      </p:sp>
      <p:sp>
        <p:nvSpPr>
          <p:cNvPr id="2" name="Rectangle 1"/>
          <p:cNvSpPr/>
          <p:nvPr/>
        </p:nvSpPr>
        <p:spPr>
          <a:xfrm>
            <a:off x="0" y="3505200"/>
            <a:ext cx="120396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1.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Ponneshu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narar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thirubeli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maranham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ninappaan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sz="3600" b="1" dirty="0" smtClean="0">
                <a:solidFill>
                  <a:schemeClr val="accent1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600" b="1" dirty="0" err="1" smtClean="0">
                <a:solidFill>
                  <a:schemeClr val="accent1">
                    <a:lumMod val="75000"/>
                  </a:schemeClr>
                </a:solidFill>
                <a:latin typeface="+mn-lt"/>
              </a:rPr>
              <a:t>Thannaa</a:t>
            </a:r>
            <a:r>
              <a:rPr lang="en-US" sz="3600" b="1" dirty="0" smtClean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noru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niyamam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athishayamey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18011" y="914400"/>
            <a:ext cx="12039600" cy="1676400"/>
          </a:xfrm>
        </p:spPr>
        <p:txBody>
          <a:bodyPr anchor="t"/>
          <a:lstStyle/>
          <a:p>
            <a:pPr algn="l" defTabSz="461963">
              <a:defRPr/>
            </a:pPr>
            <a:r>
              <a:rPr lang="ml-IN" sz="3600" b="1" dirty="0">
                <a:latin typeface="Kartika" panose="02020503030404060203" pitchFamily="18" charset="0"/>
              </a:rPr>
              <a:t>2	പൊന്നായ </a:t>
            </a:r>
            <a:r>
              <a:rPr lang="ml-IN" sz="3600" b="1" dirty="0" smtClean="0">
                <a:latin typeface="Kartika" panose="02020503030404060203" pitchFamily="18" charset="0"/>
              </a:rPr>
              <a:t>തിരുജഡം</a:t>
            </a:r>
            <a:r>
              <a:rPr lang="en-US" sz="3600" b="1" dirty="0" smtClean="0">
                <a:latin typeface="Kartika" panose="02020503030404060203" pitchFamily="18" charset="0"/>
              </a:rPr>
              <a:t> </a:t>
            </a:r>
            <a:r>
              <a:rPr lang="ml-IN" sz="3600" b="1" dirty="0" smtClean="0">
                <a:latin typeface="Kartika" panose="02020503030404060203" pitchFamily="18" charset="0"/>
              </a:rPr>
              <a:t>നരർക്കു </a:t>
            </a:r>
            <a:r>
              <a:rPr lang="ml-IN" sz="3600" b="1" dirty="0">
                <a:latin typeface="Kartika" panose="02020503030404060203" pitchFamily="18" charset="0"/>
              </a:rPr>
              <a:t>വേണ്ടി നുറുക്കി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	ഒന്നോടെ </a:t>
            </a:r>
            <a:r>
              <a:rPr lang="ml-IN" sz="3600" b="1" dirty="0" smtClean="0">
                <a:latin typeface="Kartika" panose="02020503030404060203" pitchFamily="18" charset="0"/>
              </a:rPr>
              <a:t>തിരുരക്തം</a:t>
            </a:r>
            <a:r>
              <a:rPr lang="en-US" sz="3600" b="1" dirty="0" smtClean="0">
                <a:latin typeface="Kartika" panose="02020503030404060203" pitchFamily="18" charset="0"/>
              </a:rPr>
              <a:t> </a:t>
            </a:r>
            <a:r>
              <a:rPr lang="ml-IN" sz="3600" b="1" dirty="0" smtClean="0">
                <a:latin typeface="Kartika" panose="02020503030404060203" pitchFamily="18" charset="0"/>
              </a:rPr>
              <a:t>ചൊരിക്കുമെന്നും</a:t>
            </a:r>
            <a:endParaRPr lang="en-US" sz="3600" b="1" dirty="0">
              <a:latin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314</a:t>
            </a:r>
          </a:p>
        </p:txBody>
      </p:sp>
      <p:sp>
        <p:nvSpPr>
          <p:cNvPr id="2" name="Rectangle 1"/>
          <p:cNvSpPr/>
          <p:nvPr/>
        </p:nvSpPr>
        <p:spPr>
          <a:xfrm>
            <a:off x="0" y="3810000"/>
            <a:ext cx="120396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2.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Ponnaaya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thiru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jadam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nararkku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vendi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nurukki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r>
              <a:rPr lang="en-US" sz="3600" b="1" dirty="0" smtClean="0">
                <a:solidFill>
                  <a:schemeClr val="accent1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600" b="1" dirty="0" err="1" smtClean="0">
                <a:solidFill>
                  <a:schemeClr val="accent1">
                    <a:lumMod val="75000"/>
                  </a:schemeClr>
                </a:solidFill>
                <a:latin typeface="+mn-lt"/>
              </a:rPr>
              <a:t>Onnodey</a:t>
            </a:r>
            <a:r>
              <a:rPr lang="en-US" sz="3600" b="1" dirty="0" smtClean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thiru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 smtClean="0">
                <a:solidFill>
                  <a:schemeClr val="accent1">
                    <a:lumMod val="75000"/>
                  </a:schemeClr>
                </a:solidFill>
                <a:latin typeface="+mn-lt"/>
              </a:rPr>
              <a:t>raktham</a:t>
            </a:r>
            <a:r>
              <a:rPr lang="en-US" sz="3600" b="1" dirty="0" smtClean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chorikkumennum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5" name="Title 3"/>
          <p:cNvSpPr txBox="1">
            <a:spLocks/>
          </p:cNvSpPr>
          <p:nvPr/>
        </p:nvSpPr>
        <p:spPr bwMode="auto">
          <a:xfrm>
            <a:off x="0" y="2286000"/>
            <a:ext cx="12039600" cy="12907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defTabSz="461963">
              <a:defRPr/>
            </a:pPr>
            <a:r>
              <a:rPr lang="ml-IN" sz="3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പൊന്നേശു നരർ തിരുബലി</a:t>
            </a:r>
            <a:r>
              <a:rPr lang="en-US" sz="3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മരണം നിനപ്പാൻ</a:t>
            </a:r>
            <a:br>
              <a:rPr lang="ml-IN" sz="3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തന്നാനൊരു നിയമം</a:t>
            </a:r>
            <a:r>
              <a:rPr lang="en-US" sz="3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അതിശയമേ</a:t>
            </a:r>
            <a:endParaRPr lang="en-US" sz="3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5029200"/>
            <a:ext cx="120396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600" b="1" dirty="0" err="1" smtClean="0">
                <a:solidFill>
                  <a:schemeClr val="accent1">
                    <a:lumMod val="50000"/>
                  </a:schemeClr>
                </a:solidFill>
                <a:latin typeface="+mn-lt"/>
              </a:rPr>
              <a:t>Ponneshu</a:t>
            </a:r>
            <a:r>
              <a:rPr lang="en-US" sz="3600" b="1" dirty="0" smtClean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narar</a:t>
            </a: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thirubeli</a:t>
            </a: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maranham</a:t>
            </a: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ninappaan</a:t>
            </a: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</a:p>
          <a:p>
            <a:pPr algn="r"/>
            <a:r>
              <a:rPr lang="en-US" sz="3600" b="1" dirty="0" smtClean="0">
                <a:solidFill>
                  <a:schemeClr val="accent1">
                    <a:lumMod val="50000"/>
                  </a:schemeClr>
                </a:solidFill>
                <a:latin typeface="+mn-lt"/>
              </a:rPr>
              <a:t>    </a:t>
            </a:r>
            <a:r>
              <a:rPr lang="en-US" sz="3600" b="1" dirty="0" err="1" smtClean="0">
                <a:solidFill>
                  <a:schemeClr val="accent1">
                    <a:lumMod val="50000"/>
                  </a:schemeClr>
                </a:solidFill>
                <a:latin typeface="+mn-lt"/>
              </a:rPr>
              <a:t>Thannaa</a:t>
            </a:r>
            <a:r>
              <a:rPr lang="en-US" sz="3600" b="1" dirty="0" smtClean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noru</a:t>
            </a: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niyamam</a:t>
            </a: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athishayamey</a:t>
            </a: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662959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18011" y="914400"/>
            <a:ext cx="12039600" cy="1676400"/>
          </a:xfrm>
        </p:spPr>
        <p:txBody>
          <a:bodyPr anchor="t"/>
          <a:lstStyle/>
          <a:p>
            <a:pPr algn="l" defTabSz="461963">
              <a:defRPr/>
            </a:pPr>
            <a:r>
              <a:rPr lang="ml-IN" sz="3600" b="1" dirty="0">
                <a:latin typeface="Kartika" panose="02020503030404060203" pitchFamily="18" charset="0"/>
              </a:rPr>
              <a:t>3	</a:t>
            </a:r>
            <a:r>
              <a:rPr lang="ml-IN" sz="3600" b="1" spc="-300" dirty="0">
                <a:latin typeface="Kartika" panose="02020503030404060203" pitchFamily="18" charset="0"/>
              </a:rPr>
              <a:t>അപ്പം ഒന്നെടുത്തവൻ 	വാഴ്ത്തി നുറുക്കി നൽകി</a:t>
            </a:r>
            <a:r>
              <a:rPr lang="ml-IN" sz="3600" b="1" dirty="0">
                <a:latin typeface="Kartika" panose="02020503030404060203" pitchFamily="18" charset="0"/>
              </a:rPr>
              <a:t/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	തൃപ്പാദം തൊഴുന്ന തന്നുടെ </a:t>
            </a:r>
            <a:r>
              <a:rPr lang="ml-IN" sz="3600" b="1" dirty="0" smtClean="0">
                <a:latin typeface="Kartika" panose="02020503030404060203" pitchFamily="18" charset="0"/>
              </a:rPr>
              <a:t>ശിഷ്യർക്കേ- </a:t>
            </a:r>
            <a:endParaRPr lang="en-US" sz="3600" b="1" dirty="0">
              <a:latin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314</a:t>
            </a:r>
          </a:p>
        </p:txBody>
      </p:sp>
      <p:sp>
        <p:nvSpPr>
          <p:cNvPr id="2" name="Rectangle 1"/>
          <p:cNvSpPr/>
          <p:nvPr/>
        </p:nvSpPr>
        <p:spPr>
          <a:xfrm>
            <a:off x="0" y="3810000"/>
            <a:ext cx="120396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3. Appam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onneduththavan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japichu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nurukki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nalki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r>
              <a:rPr lang="en-US" sz="3600" b="1" dirty="0" smtClean="0">
                <a:solidFill>
                  <a:schemeClr val="accent1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600" b="1" dirty="0" err="1" smtClean="0">
                <a:solidFill>
                  <a:schemeClr val="accent1">
                    <a:lumMod val="75000"/>
                  </a:schemeClr>
                </a:solidFill>
                <a:latin typeface="+mn-lt"/>
              </a:rPr>
              <a:t>Thrippaadam</a:t>
            </a:r>
            <a:r>
              <a:rPr lang="en-US" sz="3600" b="1" dirty="0" smtClean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thozhunna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thannudey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shishyarkkey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5" name="Title 3"/>
          <p:cNvSpPr txBox="1">
            <a:spLocks/>
          </p:cNvSpPr>
          <p:nvPr/>
        </p:nvSpPr>
        <p:spPr bwMode="auto">
          <a:xfrm>
            <a:off x="0" y="2286000"/>
            <a:ext cx="12039600" cy="12907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defTabSz="461963">
              <a:defRPr/>
            </a:pPr>
            <a:r>
              <a:rPr lang="ml-IN" sz="3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പൊന്നേശു നരർ തിരുബലി</a:t>
            </a:r>
            <a:r>
              <a:rPr lang="en-US" sz="3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മരണം നിനപ്പാൻ</a:t>
            </a:r>
            <a:br>
              <a:rPr lang="ml-IN" sz="3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തന്നാനൊരു നിയമം</a:t>
            </a:r>
            <a:r>
              <a:rPr lang="en-US" sz="3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അതിശയമേ</a:t>
            </a:r>
            <a:endParaRPr lang="en-US" sz="3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5029200"/>
            <a:ext cx="120396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600" b="1" dirty="0" err="1" smtClean="0">
                <a:solidFill>
                  <a:schemeClr val="accent1">
                    <a:lumMod val="50000"/>
                  </a:schemeClr>
                </a:solidFill>
                <a:latin typeface="+mn-lt"/>
              </a:rPr>
              <a:t>Ponneshu</a:t>
            </a:r>
            <a:r>
              <a:rPr lang="en-US" sz="3600" b="1" dirty="0" smtClean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narar</a:t>
            </a: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thirubeli</a:t>
            </a: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maranham</a:t>
            </a: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ninappaan</a:t>
            </a: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</a:p>
          <a:p>
            <a:pPr algn="r"/>
            <a:r>
              <a:rPr lang="en-US" sz="3600" b="1" dirty="0" smtClean="0">
                <a:solidFill>
                  <a:schemeClr val="accent1">
                    <a:lumMod val="50000"/>
                  </a:schemeClr>
                </a:solidFill>
                <a:latin typeface="+mn-lt"/>
              </a:rPr>
              <a:t>    </a:t>
            </a:r>
            <a:r>
              <a:rPr lang="en-US" sz="3600" b="1" dirty="0" err="1" smtClean="0">
                <a:solidFill>
                  <a:schemeClr val="accent1">
                    <a:lumMod val="50000"/>
                  </a:schemeClr>
                </a:solidFill>
                <a:latin typeface="+mn-lt"/>
              </a:rPr>
              <a:t>Thannaa</a:t>
            </a:r>
            <a:r>
              <a:rPr lang="en-US" sz="3600" b="1" dirty="0" smtClean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noru</a:t>
            </a: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niyamam</a:t>
            </a: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athishayamey</a:t>
            </a: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640599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18011" y="914400"/>
            <a:ext cx="12039600" cy="1676400"/>
          </a:xfrm>
        </p:spPr>
        <p:txBody>
          <a:bodyPr anchor="t"/>
          <a:lstStyle/>
          <a:p>
            <a:pPr algn="l" defTabSz="461963">
              <a:defRPr/>
            </a:pPr>
            <a:r>
              <a:rPr lang="ml-IN" sz="3400" b="1" dirty="0">
                <a:latin typeface="Kartika" panose="02020503030404060203" pitchFamily="18" charset="0"/>
                <a:cs typeface="+mn-cs"/>
              </a:rPr>
              <a:t>4	കാസായിൽ </a:t>
            </a:r>
            <a:r>
              <a:rPr lang="ml-IN" sz="3400" b="1" dirty="0" smtClean="0">
                <a:latin typeface="Kartika" panose="02020503030404060203" pitchFamily="18" charset="0"/>
                <a:cs typeface="+mn-cs"/>
              </a:rPr>
              <a:t>ദ്രാക്ഷാരസം</a:t>
            </a:r>
            <a:r>
              <a:rPr lang="en-US" sz="3400" b="1" dirty="0">
                <a:latin typeface="Kartika" panose="02020503030404060203" pitchFamily="18" charset="0"/>
                <a:cs typeface="+mn-cs"/>
              </a:rPr>
              <a:t> </a:t>
            </a:r>
            <a:r>
              <a:rPr lang="ml-IN" sz="3400" b="1" dirty="0" smtClean="0">
                <a:latin typeface="Kartika" panose="02020503030404060203" pitchFamily="18" charset="0"/>
                <a:cs typeface="+mn-cs"/>
              </a:rPr>
              <a:t>പകർന്നുയർത്തിയരുളി</a:t>
            </a:r>
            <a:r>
              <a:rPr lang="ml-IN" sz="3400" b="1" dirty="0">
                <a:latin typeface="Kartika" panose="02020503030404060203" pitchFamily="18" charset="0"/>
                <a:cs typeface="+mn-cs"/>
              </a:rPr>
              <a:t/>
            </a:r>
            <a:br>
              <a:rPr lang="ml-IN" sz="3400" b="1" dirty="0">
                <a:latin typeface="Kartika" panose="02020503030404060203" pitchFamily="18" charset="0"/>
                <a:cs typeface="+mn-cs"/>
              </a:rPr>
            </a:br>
            <a:r>
              <a:rPr lang="ml-IN" sz="3400" b="1" dirty="0">
                <a:latin typeface="Kartika" panose="02020503030404060203" pitchFamily="18" charset="0"/>
                <a:cs typeface="+mn-cs"/>
              </a:rPr>
              <a:t>	ഈശോ തൻ രക്ത മതെ 	ന്നകത്തിരിപ്പാൻ-</a:t>
            </a:r>
            <a:endParaRPr lang="en-US" sz="3400" b="1" dirty="0">
              <a:latin typeface="Kartika" panose="02020503030404060203" pitchFamily="18" charset="0"/>
              <a:cs typeface="+mn-cs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314</a:t>
            </a:r>
          </a:p>
        </p:txBody>
      </p:sp>
      <p:sp>
        <p:nvSpPr>
          <p:cNvPr id="2" name="Rectangle 1"/>
          <p:cNvSpPr/>
          <p:nvPr/>
        </p:nvSpPr>
        <p:spPr>
          <a:xfrm>
            <a:off x="0" y="3810000"/>
            <a:ext cx="120396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4.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Kaasaayil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draakshaarasam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pakarnnuyarththiyarulhi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r>
              <a:rPr lang="en-US" sz="3600" b="1" dirty="0" smtClean="0">
                <a:solidFill>
                  <a:schemeClr val="accent1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600" b="1" dirty="0" err="1" smtClean="0">
                <a:solidFill>
                  <a:schemeClr val="accent1">
                    <a:lumMod val="75000"/>
                  </a:schemeClr>
                </a:solidFill>
                <a:latin typeface="+mn-lt"/>
              </a:rPr>
              <a:t>Eesho</a:t>
            </a:r>
            <a:r>
              <a:rPr lang="en-US" sz="3600" b="1" dirty="0" smtClean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than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rakthamatheynnakaththirippaal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5" name="Title 3"/>
          <p:cNvSpPr txBox="1">
            <a:spLocks/>
          </p:cNvSpPr>
          <p:nvPr/>
        </p:nvSpPr>
        <p:spPr bwMode="auto">
          <a:xfrm>
            <a:off x="0" y="2286000"/>
            <a:ext cx="12039600" cy="12907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defTabSz="461963">
              <a:defRPr/>
            </a:pPr>
            <a:r>
              <a:rPr lang="ml-IN" sz="3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പൊന്നേശു നരർ തിരുബലി</a:t>
            </a:r>
            <a:r>
              <a:rPr lang="en-US" sz="3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മരണം നിനപ്പാൻ</a:t>
            </a:r>
            <a:br>
              <a:rPr lang="ml-IN" sz="3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തന്നാനൊരു നിയമം</a:t>
            </a:r>
            <a:r>
              <a:rPr lang="en-US" sz="3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അതിശയമേ</a:t>
            </a:r>
            <a:endParaRPr lang="en-US" sz="3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5029200"/>
            <a:ext cx="120396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600" b="1" dirty="0" err="1" smtClean="0">
                <a:solidFill>
                  <a:schemeClr val="accent1">
                    <a:lumMod val="50000"/>
                  </a:schemeClr>
                </a:solidFill>
                <a:latin typeface="+mn-lt"/>
              </a:rPr>
              <a:t>Ponneshu</a:t>
            </a:r>
            <a:r>
              <a:rPr lang="en-US" sz="3600" b="1" dirty="0" smtClean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narar</a:t>
            </a: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thirubeli</a:t>
            </a: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maranham</a:t>
            </a: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ninappaan</a:t>
            </a: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</a:p>
          <a:p>
            <a:pPr algn="r"/>
            <a:r>
              <a:rPr lang="en-US" sz="3600" b="1" dirty="0" smtClean="0">
                <a:solidFill>
                  <a:schemeClr val="accent1">
                    <a:lumMod val="50000"/>
                  </a:schemeClr>
                </a:solidFill>
                <a:latin typeface="+mn-lt"/>
              </a:rPr>
              <a:t>    </a:t>
            </a:r>
            <a:r>
              <a:rPr lang="en-US" sz="3600" b="1" dirty="0" err="1" smtClean="0">
                <a:solidFill>
                  <a:schemeClr val="accent1">
                    <a:lumMod val="50000"/>
                  </a:schemeClr>
                </a:solidFill>
                <a:latin typeface="+mn-lt"/>
              </a:rPr>
              <a:t>Thannaa</a:t>
            </a:r>
            <a:r>
              <a:rPr lang="en-US" sz="3600" b="1" dirty="0" smtClean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noru</a:t>
            </a: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niyamam</a:t>
            </a: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athishayamey</a:t>
            </a: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97436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18011" y="914400"/>
            <a:ext cx="12039600" cy="1676400"/>
          </a:xfrm>
        </p:spPr>
        <p:txBody>
          <a:bodyPr anchor="t"/>
          <a:lstStyle/>
          <a:p>
            <a:pPr algn="l" defTabSz="461963">
              <a:defRPr/>
            </a:pPr>
            <a:r>
              <a:rPr lang="ml-IN" sz="3600" b="1" dirty="0">
                <a:latin typeface="Kartika" panose="02020503030404060203" pitchFamily="18" charset="0"/>
              </a:rPr>
              <a:t>5	മാഹാത്മ്യം അതിനനവധി 	യുണ്ടു രഹസ്യമേ!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	ഏകൻ പോകുന്നു ബലി 	കഴിവതിനായ്</a:t>
            </a:r>
            <a:endParaRPr lang="en-US" sz="3600" b="1" dirty="0">
              <a:latin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314</a:t>
            </a:r>
          </a:p>
        </p:txBody>
      </p:sp>
      <p:sp>
        <p:nvSpPr>
          <p:cNvPr id="2" name="Rectangle 1"/>
          <p:cNvSpPr/>
          <p:nvPr/>
        </p:nvSpPr>
        <p:spPr>
          <a:xfrm>
            <a:off x="0" y="3810000"/>
            <a:ext cx="120396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5.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Maahaathmyam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athinanavadhi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yundu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 smtClean="0">
                <a:solidFill>
                  <a:schemeClr val="accent1">
                    <a:lumMod val="75000"/>
                  </a:schemeClr>
                </a:solidFill>
                <a:latin typeface="+mn-lt"/>
              </a:rPr>
              <a:t>rahasyamey</a:t>
            </a:r>
            <a:r>
              <a:rPr lang="en-US" sz="3600" b="1" dirty="0" smtClean="0">
                <a:solidFill>
                  <a:schemeClr val="accent1">
                    <a:lumMod val="75000"/>
                  </a:schemeClr>
                </a:solidFill>
                <a:latin typeface="+mn-lt"/>
              </a:rPr>
              <a:t>!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r>
              <a:rPr lang="en-US" sz="3600" b="1" dirty="0" smtClean="0">
                <a:solidFill>
                  <a:schemeClr val="accent1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600" b="1" dirty="0" err="1" smtClean="0">
                <a:solidFill>
                  <a:schemeClr val="accent1">
                    <a:lumMod val="75000"/>
                  </a:schemeClr>
                </a:solidFill>
                <a:latin typeface="+mn-lt"/>
              </a:rPr>
              <a:t>Èkan</a:t>
            </a:r>
            <a:r>
              <a:rPr lang="en-US" sz="3600" b="1" dirty="0" smtClean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pôkunnu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beli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kazhivathinaai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5" name="Title 3"/>
          <p:cNvSpPr txBox="1">
            <a:spLocks/>
          </p:cNvSpPr>
          <p:nvPr/>
        </p:nvSpPr>
        <p:spPr bwMode="auto">
          <a:xfrm>
            <a:off x="0" y="2286000"/>
            <a:ext cx="12039600" cy="12907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defTabSz="461963">
              <a:defRPr/>
            </a:pPr>
            <a:r>
              <a:rPr lang="ml-IN" sz="3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പൊന്നേശു നരർ തിരുബലി</a:t>
            </a:r>
            <a:r>
              <a:rPr lang="en-US" sz="3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മരണം നിനപ്പാൻ</a:t>
            </a:r>
            <a:br>
              <a:rPr lang="ml-IN" sz="3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തന്നാനൊരു നിയമം</a:t>
            </a:r>
            <a:r>
              <a:rPr lang="en-US" sz="3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അതിശയമേ</a:t>
            </a:r>
            <a:endParaRPr lang="en-US" sz="3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5029200"/>
            <a:ext cx="120396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600" b="1" dirty="0" err="1" smtClean="0">
                <a:solidFill>
                  <a:schemeClr val="accent1">
                    <a:lumMod val="50000"/>
                  </a:schemeClr>
                </a:solidFill>
                <a:latin typeface="+mn-lt"/>
              </a:rPr>
              <a:t>Ponneshu</a:t>
            </a:r>
            <a:r>
              <a:rPr lang="en-US" sz="3600" b="1" dirty="0" smtClean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narar</a:t>
            </a: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thirubeli</a:t>
            </a: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maranham</a:t>
            </a: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ninappaan</a:t>
            </a: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</a:p>
          <a:p>
            <a:pPr algn="r"/>
            <a:r>
              <a:rPr lang="en-US" sz="3600" b="1" dirty="0" smtClean="0">
                <a:solidFill>
                  <a:schemeClr val="accent1">
                    <a:lumMod val="50000"/>
                  </a:schemeClr>
                </a:solidFill>
                <a:latin typeface="+mn-lt"/>
              </a:rPr>
              <a:t>    </a:t>
            </a:r>
            <a:r>
              <a:rPr lang="en-US" sz="3600" b="1" dirty="0" err="1" smtClean="0">
                <a:solidFill>
                  <a:schemeClr val="accent1">
                    <a:lumMod val="50000"/>
                  </a:schemeClr>
                </a:solidFill>
                <a:latin typeface="+mn-lt"/>
              </a:rPr>
              <a:t>Thannaa</a:t>
            </a:r>
            <a:r>
              <a:rPr lang="en-US" sz="3600" b="1" dirty="0" smtClean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noru</a:t>
            </a: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niyamam</a:t>
            </a: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athishayamey</a:t>
            </a: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601372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471</TotalTime>
  <Words>138</Words>
  <Application>Microsoft Office PowerPoint</Application>
  <PresentationFormat>Widescreen</PresentationFormat>
  <Paragraphs>36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Kartika</vt:lpstr>
      <vt:lpstr>Office Theme</vt:lpstr>
      <vt:lpstr>314 പൊന്നേശു നരർ തിരുബലി</vt:lpstr>
      <vt:lpstr>1 പൊന്നേശു നരർ തിരുബലി മരണം നിനപ്പാൻ  തന്നാനൊരു നിയമം അതിശയമേ</vt:lpstr>
      <vt:lpstr>2 പൊന്നായ തിരുജഡം നരർക്കു വേണ്ടി നുറുക്കി  ഒന്നോടെ തിരുരക്തം ചൊരിക്കുമെന്നും</vt:lpstr>
      <vt:lpstr>3 അപ്പം ഒന്നെടുത്തവൻ  വാഴ്ത്തി നുറുക്കി നൽകി  തൃപ്പാദം തൊഴുന്ന തന്നുടെ ശിഷ്യർക്കേ- </vt:lpstr>
      <vt:lpstr>4 കാസായിൽ ദ്രാക്ഷാരസം പകർന്നുയർത്തിയരുളി  ഈശോ തൻ രക്ത മതെ  ന്നകത്തിരിപ്പാൻ-</vt:lpstr>
      <vt:lpstr>5 മാഹാത്മ്യം അതിനനവധി  യുണ്ടു രഹസ്യമേ!  ഏകൻ പോകുന്നു ബലി  കഴിവതിനായ്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Ponneshu narar</dc:title>
  <dc:creator>Digital Input:; GM JOHN; Acsah Mathews</dc:creator>
  <cp:lastModifiedBy>Projector Admin</cp:lastModifiedBy>
  <cp:revision>174</cp:revision>
  <dcterms:created xsi:type="dcterms:W3CDTF">2013-04-19T09:19:07Z</dcterms:created>
  <dcterms:modified xsi:type="dcterms:W3CDTF">2018-11-18T17:32:28Z</dcterms:modified>
</cp:coreProperties>
</file>