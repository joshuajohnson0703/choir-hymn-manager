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979" r:id="rId1"/>
  </p:sldMasterIdLst>
  <p:notesMasterIdLst>
    <p:notesMasterId r:id="rId13"/>
  </p:notesMasterIdLst>
  <p:handoutMasterIdLst>
    <p:handoutMasterId r:id="rId14"/>
  </p:handoutMasterIdLst>
  <p:sldIdLst>
    <p:sldId id="288" r:id="rId2"/>
    <p:sldId id="270" r:id="rId3"/>
    <p:sldId id="279" r:id="rId4"/>
    <p:sldId id="2552" r:id="rId5"/>
    <p:sldId id="2553" r:id="rId6"/>
    <p:sldId id="280" r:id="rId7"/>
    <p:sldId id="2554" r:id="rId8"/>
    <p:sldId id="281" r:id="rId9"/>
    <p:sldId id="2555" r:id="rId10"/>
    <p:sldId id="282" r:id="rId11"/>
    <p:sldId id="2556" r:id="rId12"/>
  </p:sldIdLst>
  <p:sldSz cx="12192000" cy="6858000"/>
  <p:notesSz cx="6997700" cy="9282113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Kartika" panose="02020503030404060203" pitchFamily="18" charset="0"/>
      <p:regular r:id="rId19"/>
      <p:bold r:id="rId20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107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21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32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437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5550" algn="l" defTabSz="914218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2654" algn="l" defTabSz="914218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199760" algn="l" defTabSz="914218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6867" algn="l" defTabSz="914218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D5D7FE"/>
    <a:srgbClr val="3A3BA1"/>
    <a:srgbClr val="FFFF99"/>
    <a:srgbClr val="FFFFCC"/>
    <a:srgbClr val="A20000"/>
    <a:srgbClr val="000066"/>
    <a:srgbClr val="99CCFF"/>
    <a:srgbClr val="000099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09" autoAdjust="0"/>
    <p:restoredTop sz="94660"/>
  </p:normalViewPr>
  <p:slideViewPr>
    <p:cSldViewPr>
      <p:cViewPr varScale="1">
        <p:scale>
          <a:sx n="110" d="100"/>
          <a:sy n="110" d="100"/>
        </p:scale>
        <p:origin x="132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72132"/>
    </p:cViewPr>
  </p:sorterViewPr>
  <p:notesViewPr>
    <p:cSldViewPr>
      <p:cViewPr varScale="1">
        <p:scale>
          <a:sx n="87" d="100"/>
          <a:sy n="87" d="100"/>
        </p:scale>
        <p:origin x="3804" y="96"/>
      </p:cViewPr>
      <p:guideLst>
        <p:guide orient="horz" pos="2923"/>
        <p:guide pos="22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2" tIns="46511" rIns="93022" bIns="46511" numCol="1" anchor="t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2" tIns="46511" rIns="93022" bIns="46511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2" tIns="46511" rIns="93022" bIns="46511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18563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2" tIns="46511" rIns="93022" bIns="46511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56BA10B2-2403-40E0-AC2B-6B901F2C53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9311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2" tIns="46511" rIns="93022" bIns="46511" numCol="1" anchor="t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2" tIns="46511" rIns="93022" bIns="46511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6913"/>
            <a:ext cx="6184900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08488"/>
            <a:ext cx="5130800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2" tIns="46511" rIns="93022" bIns="465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2" tIns="46511" rIns="93022" bIns="46511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18563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2" tIns="46511" rIns="93022" bIns="46511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443DAF5C-2C76-445A-A9F1-96C794E484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55605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10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21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32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43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555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54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67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E185F-0AF6-49EE-8C4B-699F1CF6C56C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5BDA2-E25B-4B2C-B743-399584F8BB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044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2438F-A834-4B70-B871-B4A77F45805C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11047-997F-4B76-8F0C-3802D94296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6372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BE3BD8-96DE-4143-A71E-E3A2A0946F37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5572F-663A-42E9-BA3A-E22819375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0728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DB291-ED28-4A75-B26B-7EAF9CFA94A2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A9EB4F-881B-4107-B763-8514852C77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877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A1366-D6E8-4EE2-9A4D-0C46B50C787F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5BACF-A488-4529-B2D1-84B3A3953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142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4C3107-8B53-40AD-9C8C-A0DA43F5C026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8A19D-FF7F-4153-83A7-5241FB69A0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8690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D99E2-E40C-4ABB-AF60-4D4D0DB447B2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4CC8B-F00F-4CFE-8DDF-CAE3CD2062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6178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5FA09-52F4-4BCC-B6F6-238A434BA29D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3E2C2-601A-43D9-8333-745986584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6180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592F6-1284-445E-AAE8-C24EA824AE8C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EDE094-B191-480D-B188-CBA6DB405E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4460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1930D1-B933-47DD-A842-C13AED13E7AA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9D527-739C-4A05-87B9-586F5EB916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20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432E2-B270-4095-8797-057877C8D37D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7C2C-F128-46B8-8B2D-5ECE0315AC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872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77C3B88-4A7C-4D71-985A-E2E8755CD735}" type="datetimeFigureOut">
              <a:rPr lang="en-US"/>
              <a:pPr>
                <a:defRPr/>
              </a:pPr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FA92759-931A-4B86-A8A4-90D76D0E86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45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19A0-9A90-4EAF-B56E-724D9253A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130426"/>
            <a:ext cx="12039600" cy="1470025"/>
          </a:xfrm>
        </p:spPr>
        <p:txBody>
          <a:bodyPr/>
          <a:lstStyle/>
          <a:p>
            <a:r>
              <a:rPr lang="en-US" dirty="0"/>
              <a:t>83</a:t>
            </a:r>
            <a:br>
              <a:rPr lang="en-US" dirty="0"/>
            </a:b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പാപത്തിൻ വൻ വിഷത്തെയൊഴിപ്പാൻ</a:t>
            </a:r>
            <a:br>
              <a:rPr lang="ml-IN" b="1" dirty="0">
                <a:latin typeface="Kartika" panose="02020503030404060203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C1059-F1CE-4DBB-9ED4-E8B1B40BB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Papathin</a:t>
            </a:r>
            <a:r>
              <a:rPr lang="en-US" sz="4000" b="1" dirty="0">
                <a:solidFill>
                  <a:schemeClr val="tx2"/>
                </a:solidFill>
              </a:rPr>
              <a:t> van </a:t>
            </a:r>
            <a:r>
              <a:rPr lang="en-US" sz="4000" b="1" dirty="0" err="1">
                <a:solidFill>
                  <a:schemeClr val="tx2"/>
                </a:solidFill>
              </a:rPr>
              <a:t>vishathe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ozhippan</a:t>
            </a:r>
            <a:endParaRPr lang="en-US" sz="4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080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43000" y="914400"/>
            <a:ext cx="10363200" cy="2667000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പാപത്തിൻ വൻ വിഷത്തെയൊഴിപ്പാൻ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സാത്താൻ തന്നുടെ ബലമഴിപ്പാൻ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രക്ഷകൻ ഇക്ഷിതിയിൽ വന്നു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9D137-DB6E-4219-A67E-FFB3F20A1B29}"/>
              </a:ext>
            </a:extLst>
          </p:cNvPr>
          <p:cNvSpPr/>
          <p:nvPr/>
        </p:nvSpPr>
        <p:spPr>
          <a:xfrm>
            <a:off x="0" y="3886200"/>
            <a:ext cx="103632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Papathin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van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vishathe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ozhippan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Sathan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thannude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belamazhippan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Rekshakan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ikshithiyil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vannal-</a:t>
            </a: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mahathwam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5B654-A6C0-40BC-AD08-BF23B1BAF568}"/>
              </a:ext>
            </a:extLst>
          </p:cNvPr>
          <p:cNvSpPr/>
          <p:nvPr/>
        </p:nvSpPr>
        <p:spPr>
          <a:xfrm>
            <a:off x="0" y="338554"/>
            <a:ext cx="1219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28800" y="1143000"/>
            <a:ext cx="10363200" cy="2667000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മഹത്വം, മഹത്വം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കുരിശിലവൻ മരിച്ചെൻപേർക്കായ്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9D137-DB6E-4219-A67E-FFB3F20A1B29}"/>
              </a:ext>
            </a:extLst>
          </p:cNvPr>
          <p:cNvSpPr/>
          <p:nvPr/>
        </p:nvSpPr>
        <p:spPr>
          <a:xfrm>
            <a:off x="0" y="3886200"/>
            <a:ext cx="103632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mahathwam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Kurisilavan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marichen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perkai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897678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28800" y="1143000"/>
            <a:ext cx="10363200" cy="2667000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ആശയറ്റെൻ സ്ഥിതി താനറിഞ്ഞു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ഈശ കോപാഗ്നിയിൽ വീണെരിഞ്ഞു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 നിണം വിയർപ്പായ്‌ തിരിഞ്ഞു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9D137-DB6E-4219-A67E-FFB3F20A1B29}"/>
              </a:ext>
            </a:extLst>
          </p:cNvPr>
          <p:cNvSpPr/>
          <p:nvPr/>
        </p:nvSpPr>
        <p:spPr>
          <a:xfrm>
            <a:off x="0" y="3886200"/>
            <a:ext cx="103632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Ashayatten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sthithi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thanarinju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Isha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kopagniyil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veenerinju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Visudha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ninam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viyarppai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chorinju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5B654-A6C0-40BC-AD08-BF23B1BAF568}"/>
              </a:ext>
            </a:extLst>
          </p:cNvPr>
          <p:cNvSpPr/>
          <p:nvPr/>
        </p:nvSpPr>
        <p:spPr>
          <a:xfrm>
            <a:off x="0" y="338554"/>
            <a:ext cx="1219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616377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28800" y="1143000"/>
            <a:ext cx="10363200" cy="2667000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മഹത്വം, മഹത്വം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കുരിശിലവൻ മരിച്ചെൻപേർക്കായ്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9D137-DB6E-4219-A67E-FFB3F20A1B29}"/>
              </a:ext>
            </a:extLst>
          </p:cNvPr>
          <p:cNvSpPr/>
          <p:nvPr/>
        </p:nvSpPr>
        <p:spPr>
          <a:xfrm>
            <a:off x="0" y="3886200"/>
            <a:ext cx="103632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mahathwam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Kurisilavan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marichen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perkai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05403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990600"/>
            <a:ext cx="10363200" cy="2667000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മുഖപങ്കജമതിലടിച്ചു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തലയിൽ മുൾമുടിവച്ചാഞ്ഞടിച്ചു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മുതുകിനെ ഉഴുതതുപോൽ തകർത്തു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9D137-DB6E-4219-A67E-FFB3F20A1B29}"/>
              </a:ext>
            </a:extLst>
          </p:cNvPr>
          <p:cNvSpPr/>
          <p:nvPr/>
        </p:nvSpPr>
        <p:spPr>
          <a:xfrm>
            <a:off x="0" y="3886200"/>
            <a:ext cx="103632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8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mukha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pankaja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mathiladichu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Thalayil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mulmudi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vachanjadichu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Muthukine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uzhuthathupol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thakarthu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mathwam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5B654-A6C0-40BC-AD08-BF23B1BAF568}"/>
              </a:ext>
            </a:extLst>
          </p:cNvPr>
          <p:cNvSpPr/>
          <p:nvPr/>
        </p:nvSpPr>
        <p:spPr>
          <a:xfrm>
            <a:off x="0" y="338554"/>
            <a:ext cx="1219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6903694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28800" y="1143000"/>
            <a:ext cx="10363200" cy="2667000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മഹത്വം, മഹത്വം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കുരിശിലവൻ മരിച്ചെൻപേർക്കായ്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9D137-DB6E-4219-A67E-FFB3F20A1B29}"/>
              </a:ext>
            </a:extLst>
          </p:cNvPr>
          <p:cNvSpPr/>
          <p:nvPr/>
        </p:nvSpPr>
        <p:spPr>
          <a:xfrm>
            <a:off x="0" y="3886200"/>
            <a:ext cx="103632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mahathwam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Kurisilavan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marichen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perkai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304194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914400"/>
            <a:ext cx="10363200" cy="2667000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ക്രൂശിൽ കൈകാൽകളെ താൻ വിരിച്ചു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ക്രൂരൻമാർ ആണികളതിൽ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തറച്ചു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കൊടിയ വേദനയെനിക്കായ്‌ സഹിച്ചു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9D137-DB6E-4219-A67E-FFB3F20A1B29}"/>
              </a:ext>
            </a:extLst>
          </p:cNvPr>
          <p:cNvSpPr/>
          <p:nvPr/>
        </p:nvSpPr>
        <p:spPr>
          <a:xfrm>
            <a:off x="0" y="3886200"/>
            <a:ext cx="103632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Krusil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kaikalkale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virichu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Kruranmar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aanikalathil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tharachu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Kodiya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vedhana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enikai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sahichu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mathwam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5B654-A6C0-40BC-AD08-BF23B1BAF568}"/>
              </a:ext>
            </a:extLst>
          </p:cNvPr>
          <p:cNvSpPr/>
          <p:nvPr/>
        </p:nvSpPr>
        <p:spPr>
          <a:xfrm>
            <a:off x="0" y="338554"/>
            <a:ext cx="1219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3068283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28800" y="1143000"/>
            <a:ext cx="10363200" cy="2667000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മഹത്വം, മഹത്വം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കുരിശിലവൻ മരിച്ചെൻപേർക്കായ്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9D137-DB6E-4219-A67E-FFB3F20A1B29}"/>
              </a:ext>
            </a:extLst>
          </p:cNvPr>
          <p:cNvSpPr/>
          <p:nvPr/>
        </p:nvSpPr>
        <p:spPr>
          <a:xfrm>
            <a:off x="0" y="3886200"/>
            <a:ext cx="103632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mahathwam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Kurisilavan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marichen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perkai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33703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43000" y="914400"/>
            <a:ext cx="10363200" cy="2667000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ചൊരിഞ്ഞു തൻ രുധിരം എൻയാഗമായി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നുറുങ്ങിയെൻ പാപത്താലേശുവിൻ മെയ്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തകർന്നു തൻ ഹ്യദയം എൻപേർക്കായ്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9D137-DB6E-4219-A67E-FFB3F20A1B29}"/>
              </a:ext>
            </a:extLst>
          </p:cNvPr>
          <p:cNvSpPr/>
          <p:nvPr/>
        </p:nvSpPr>
        <p:spPr>
          <a:xfrm>
            <a:off x="0" y="3886200"/>
            <a:ext cx="103632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Chorinju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rudhiram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yagamai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Nurungiyen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papathalesuvin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mai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Thakarnnu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hrudayam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perkai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mathwam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5B654-A6C0-40BC-AD08-BF23B1BAF568}"/>
              </a:ext>
            </a:extLst>
          </p:cNvPr>
          <p:cNvSpPr/>
          <p:nvPr/>
        </p:nvSpPr>
        <p:spPr>
          <a:xfrm>
            <a:off x="0" y="338554"/>
            <a:ext cx="1219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290325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28800" y="1143000"/>
            <a:ext cx="10363200" cy="2667000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മഹത്വം, മഹത്വം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കുരിശിലവൻ മരിച്ചെൻപേർക്കായ്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യേശുവിന്നു മഹത്വം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9D137-DB6E-4219-A67E-FFB3F20A1B29}"/>
              </a:ext>
            </a:extLst>
          </p:cNvPr>
          <p:cNvSpPr/>
          <p:nvPr/>
        </p:nvSpPr>
        <p:spPr>
          <a:xfrm>
            <a:off x="0" y="3886200"/>
            <a:ext cx="103632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mahathwam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Kurisilavan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marichen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perkai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mahatwam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755330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4542</TotalTime>
  <Words>290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Kartika</vt:lpstr>
      <vt:lpstr>Times New Roman</vt:lpstr>
      <vt:lpstr>Arial</vt:lpstr>
      <vt:lpstr>Calibri</vt:lpstr>
      <vt:lpstr>3_Office Theme</vt:lpstr>
      <vt:lpstr>83  പാപത്തിൻ വൻ വിഷത്തെയൊഴിപ്പാൻ </vt:lpstr>
      <vt:lpstr>പാപത്തിൻ വൻ വിഷത്തെയൊഴിപ്പാൻ സാത്താൻ തന്നുടെ ബലമഴിപ്പാൻ രക്ഷകൻ ഇക്ഷിതിയിൽ വന്നു യേശുവിന്നു മഹത്വം</vt:lpstr>
      <vt:lpstr>യേശുവിന്നു മഹത്വം, മഹത്വം  യേശുവിന്നു മഹത്വം കുരിശിലവൻ മരിച്ചെൻപേർക്കായ് യേശുവിന്നു മഹത്വം  </vt:lpstr>
      <vt:lpstr>ആശയറ്റെൻ സ്ഥിതി താനറിഞ്ഞു ഈശ കോപാഗ്നിയിൽ വീണെരിഞ്ഞു വിശുദ്ധ നിണം വിയർപ്പായ്‌ തിരിഞ്ഞു യേശുവിന്നു മഹത്വം </vt:lpstr>
      <vt:lpstr>യേശുവിന്നു മഹത്വം, മഹത്വം  യേശുവിന്നു മഹത്വം കുരിശിലവൻ മരിച്ചെൻപേർക്കായ് യേശുവിന്നു മഹത്വം  </vt:lpstr>
      <vt:lpstr>തൻ മുഖപങ്കജമതിലടിച്ചു  തലയിൽ മുൾമുടിവച്ചാഞ്ഞടിച്ചു മുതുകിനെ ഉഴുതതുപോൽ തകർത്തു യേശുവിന്നു മഹത്വം</vt:lpstr>
      <vt:lpstr>യേശുവിന്നു മഹത്വം, മഹത്വം  യേശുവിന്നു മഹത്വം കുരിശിലവൻ മരിച്ചെൻപേർക്കായ് യേശുവിന്നു മഹത്വം  </vt:lpstr>
      <vt:lpstr>ക്രൂശിൽ കൈകാൽകളെ താൻ വിരിച്ചു ക്രൂരൻമാർ ആണികളതിൽ തറച്ചു കൊടിയ വേദനയെനിക്കായ്‌ സഹിച്ചു യേശുവിന്നു മഹത്വം</vt:lpstr>
      <vt:lpstr>യേശുവിന്നു മഹത്വം, മഹത്വം  യേശുവിന്നു മഹത്വം കുരിശിലവൻ മരിച്ചെൻപേർക്കായ് യേശുവിന്നു മഹത്വം  </vt:lpstr>
      <vt:lpstr> ചൊരിഞ്ഞു തൻ രുധിരം എൻയാഗമായി നുറുങ്ങിയെൻ പാപത്താലേശുവിൻ മെയ് തകർന്നു തൻ ഹ്യദയം എൻപേർക്കായ് യേശുവിന്നു മഹത്വം</vt:lpstr>
      <vt:lpstr>യേശുവിന്നു മഹത്വം, മഹത്വം  യേശുവിന്നു മഹത്വം കുരിശിലവൻ മരിച്ചെൻപേർക്കായ് യേശുവിന്നു മഹത്വം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 Thoma Church Atlanta Holy Communion Service</dc:title>
  <dc:creator>Abraham John</dc:creator>
  <cp:lastModifiedBy>Manu Abraham</cp:lastModifiedBy>
  <cp:revision>155</cp:revision>
  <dcterms:created xsi:type="dcterms:W3CDTF">2020-12-13T04:12:14Z</dcterms:created>
  <dcterms:modified xsi:type="dcterms:W3CDTF">2022-04-12T19:28:18Z</dcterms:modified>
</cp:coreProperties>
</file>