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5EB4C-AE06-4BC0-A9B2-5551B7517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641DF-96EC-406C-BD4E-0B943DBA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65FED-BAB0-40DA-B00C-D39B23F4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05302-B642-466E-BDD2-00A01F9B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C8257-9509-4508-B947-6D85E3E2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2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2026-ABEE-47AE-9606-AC7484B7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FC795-07E2-45A3-928C-26C9F9F2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C1D62-5214-4D36-9D4B-32AB1157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118D3-ACF6-498E-8D71-B613A66D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4111F-540A-453E-B0B4-C7DECB66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3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C8F0-6B31-41E9-B1CA-83CC6CE2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44B28-7EC2-432E-8724-6A4F14908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6B611-3615-4E51-A87D-601DF511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865B-6CE4-48F3-8339-1143D105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CB7C-1B77-4F5F-B35C-8612F562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4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7BD1-0DFA-448A-B37C-977169A0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CD267-13BD-411C-841C-8AD6D0B82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EFC32-495F-4548-BE9B-C0FCED763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E6E22-9D66-4EA3-9DE6-3F401DA3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FA57F-EB0E-49FE-8F51-60B3400B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EDC8E-4BAF-4498-AC22-43CFB232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6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E8EB-48F0-4015-915B-690E52A6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3891D-61DA-4D76-B226-1789989CE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84682-566B-41AC-96D7-5844BA215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7618E-A809-4B81-A23C-D1879CA0A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1FB0D-A4A7-47FE-AB96-6BC6D8C11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C6EBE-5442-4D37-9B4B-C12216D8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9D492-90F7-4B2F-BFBB-4460B0D8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02DD8-0EA4-4ADE-8FB9-D7785393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8E0C-316D-4A96-A043-D1243C90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463C7-1730-4FF3-9DEC-80112154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D24E0-D3FD-4C2F-A4C8-B63A7ED6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2EEDA-5E59-44BA-AAB0-265DF8E1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1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F3543-0063-4624-9DAB-6A5A7AA7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3235D-131D-485C-ADAA-99D6A7B3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1259E-9B74-48FD-AD0B-2F931C99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7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0468-1D56-466E-9CB1-278B9196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0E0BC-EA76-4117-810D-972118C48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8AD5C-0854-402B-B686-ED789B37B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422B2-ACAE-4BFC-AE1F-FD467799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2D13F-6115-4F4B-A709-1554C0DC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6407D-AC73-4FCC-BBBC-A86D8D3F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0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D736-DAFD-49D1-91FD-3CE2AD10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40F18-5355-46E3-A902-112D051EB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501FB-2CF4-4E1A-B3A6-08D50E2F7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0B095-DABF-43B2-A1E4-D8DA13AB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5E310-B956-4B51-BC50-5FB26159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0AB6D-CA74-4D1D-AB97-161C53CA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38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861A-302F-472F-B671-1BD9ADC7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B1FB3-A6C5-475C-AFB3-0E7EF05F8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AACA2-8EDB-4495-A450-AFC13857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32C9-FFFF-4FC1-A6A1-990828CB6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F3533-2F10-4394-9B97-BF3A01FF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0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FD020-76DE-4972-A561-3C6A112E9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24122-8ECB-4E00-A9EF-E31F6DFD6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02794-11FB-4E2E-8DCF-9B14EB84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A9880-D4C6-4319-AFAC-AFB9F242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F493E-D9F1-43B8-83DE-025347A1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41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F0B16-40A2-4617-8165-54DDD288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439E5-6A58-4185-83E4-50A94B3CC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DD11A-6B09-424E-A243-830FD994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77727-5928-4D39-9460-BAD11E048BE9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E0D1C-F3D7-448E-8912-D866074D4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F194E-45B1-4A86-96B8-15341BF18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ACE17-042D-4729-AA2D-39C060C6C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5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485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നുറുക്കപ്പെട്ട നാഥാ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Nurhukkappetta </a:t>
            </a:r>
            <a:r>
              <a:rPr lang="en-US" sz="4000" b="1" dirty="0" err="1">
                <a:solidFill>
                  <a:srgbClr val="002060"/>
                </a:solidFill>
              </a:rPr>
              <a:t>naadhaa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accent1">
                    <a:lumMod val="75000"/>
                  </a:schemeClr>
                </a:solidFill>
              </a:rPr>
              <a:t>O Sacred Head once </a:t>
            </a:r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– </a:t>
            </a:r>
          </a:p>
          <a:p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H. L. Hassler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6536" y="1119550"/>
            <a:ext cx="12045464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നുറുക്കപ്പെട്ട നാഥാ നിന്ദ സഹിച്ചോനേ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മുള്‍ക്കിരീടം അണിഞ്ഞു ക്രൂശു ചുമന്നോനെ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പീഢനം തിരു സര്‍വ്വം എന്‍ പേര്‍ക്കായ് സഹിച്ചു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തേജസ്സിന്‍ നീതിസൂര്യാ നിന്‍ സ്നേഹം ആശ്ചര്യം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271741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Nurhukkappetta </a:t>
            </a:r>
            <a:r>
              <a:rPr lang="en-US" sz="3600" b="1" dirty="0" err="1">
                <a:solidFill>
                  <a:srgbClr val="002060"/>
                </a:solidFill>
              </a:rPr>
              <a:t>naadhaa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sahichone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Mulhkireedam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anhinju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krooshu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chummannone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Peedanam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thirusarvam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perkkaai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sahichchu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Thejassin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neethisooryaa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sneham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aashcharyam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6536" y="1119550"/>
            <a:ext cx="12045464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മഹത്വത്തിന്‍ രാജാവേ ജീവന്‍റെ ദാതാവേ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വെടിഞ്ഞു നീ മഹത്വം താതന്‍റെ ഭവനം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എല്ലാം എന്‍ പേര്‍ക്കായ് നാഥാ നീ മരിച്ചു ക്രൂശില്‍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ജയം നേടി പാപിക്കായ് പാവനാത്മാ സ്തോത്രം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271741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Mahathwaththin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raajave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daathaave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Vedinju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mahathwam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thaathante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bhavanam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Ellaam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perkkaai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marichu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krooshil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Jayam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naedi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paapikkaai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paavanaathmaa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sthothram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78442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6536" y="1119550"/>
            <a:ext cx="12045464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എങ്ങനെ ഞാന്‍ സ്തുതിക്കും സ്വര്‍ഗ്ഗീയ മിത്രമേ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അഗോചരമാം നിന്‍റെ കൃപ അഗാധമേ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നിന്‍റേതു മാത്രം ആവാന്‍ നിന്നില്‍ സ്ഥിരപ്പെടാന്‍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സ്നേഹത്തില്‍ നടപ്പാന്‍ പ്രഭോ തുണയ്ക്കുക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271741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Engane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sthuthikkum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swargeeya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mithrame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Agocharamaam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kripa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agaadhame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Nintethu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maathram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aavan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sthirapedaan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snehaththil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nadappaan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prabho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thunhakkuke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555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46536" y="1119550"/>
            <a:ext cx="12045464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ക്രൂശെടുത്തു നിന്‍ പാതേ പിന്‍പറ്റാന്‍ നയിക്ക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വീണ്ടെടുപ്പുകാരനാം നാഥാ വിടുവിക്ക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വിശ്വാസക്കണ്ണാല്‍നോക്കി നിന്നെ മാത്രം കാണ്മാന്‍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നായകനായ് വാഴ്ക ജീവിതാന്ത്യത്തോളം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46536" y="3725693"/>
            <a:ext cx="11271741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Kroosheduththu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paathe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pinpattaan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nayikka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Veendeduppukaaranaam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viduvikka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Vishwaasakkannhaal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nokki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maathram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kaanhmaan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 </a:t>
            </a:r>
            <a:r>
              <a:rPr lang="en-US" sz="3600" b="1" dirty="0" err="1">
                <a:solidFill>
                  <a:srgbClr val="002060"/>
                </a:solidFill>
              </a:rPr>
              <a:t>naayakanaai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vaazhka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jeevithaanthyaththolham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5823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172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485 നുറുക്കപ്പെട്ട നാഥാ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Nurukkapetta nadha</dc:title>
  <dc:creator>Acsah Mathews</dc:creator>
  <cp:lastModifiedBy>Acsah Mathews</cp:lastModifiedBy>
  <cp:revision>1</cp:revision>
  <dcterms:created xsi:type="dcterms:W3CDTF">2018-12-03T14:31:03Z</dcterms:created>
  <dcterms:modified xsi:type="dcterms:W3CDTF">2018-12-03T14:34:58Z</dcterms:modified>
</cp:coreProperties>
</file>