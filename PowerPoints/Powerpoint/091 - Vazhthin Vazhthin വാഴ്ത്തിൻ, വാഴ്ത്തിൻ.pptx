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4" r:id="rId3"/>
    <p:sldId id="277" r:id="rId4"/>
    <p:sldId id="278" r:id="rId5"/>
    <p:sldId id="280" r:id="rId6"/>
    <p:sldId id="279" r:id="rId7"/>
    <p:sldId id="281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76A3A-5980-4CC8-B902-7947D59E665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6635B-762D-49A7-830E-97F9BAE59D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536DA-AA6B-4A77-B595-E6266557974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1B48B-72F6-4443-B445-5FFE0F5F7A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76669-B899-4BD5-86EE-744B4D600B2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39738B-C772-4B68-A446-7C73B86E48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67D18B-D102-4191-88D7-34B5EC4E8C0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0D525-7E01-4681-8CF7-4627FBC016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CAD91-15DE-47A6-B574-87983D5EB1F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61A16-31BA-48D7-AE8B-C3D32732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FC96E-5D1F-4A23-A61D-E88518DAC05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F5CAE-B189-46EE-A37F-81873340B8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50549-111C-4B4D-94C3-773222691A4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1CD6D-666E-432C-A77C-39FAF0C560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64D54-7FDC-4FE5-BD12-6E354AB4B7E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68E80-8F97-4403-A4A6-AF3902D601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7E125-BD55-4A92-A4CC-22D2BC7DB59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897D-50ED-4C86-8EC0-9ED7C7FFE2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636F9-290F-448B-9D32-BCD219B7727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2E1449-FE25-43A8-8DBB-6EFE99C3DC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93D2A-DBA2-40A3-94C8-724CD642C13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3EF52-C3FE-4808-B670-A026A5FBA9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5B55D8B-82BD-4737-98C8-6D11FDE7C10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10CF8EA-3DCC-464A-A3AB-B862608B50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324B-BC45-4633-A27D-FE08A17B5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35529"/>
            <a:ext cx="12192000" cy="1470025"/>
          </a:xfrm>
        </p:spPr>
        <p:txBody>
          <a:bodyPr/>
          <a:lstStyle/>
          <a:p>
            <a:r>
              <a:rPr lang="en-US" dirty="0"/>
              <a:t>91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വാഴ്ത്തിൻ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b="1" dirty="0">
                <a:latin typeface="Kartika" panose="02020503030404060203" pitchFamily="18" charset="0"/>
              </a:rPr>
              <a:t> വാഴ്ത്തിൻ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FDF7E-1EE7-41C1-8282-4AE626051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52447"/>
            <a:ext cx="12192000" cy="24384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Vaazhthin,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vaazhthin</a:t>
            </a:r>
            <a:endParaRPr lang="en-US" sz="4000" dirty="0"/>
          </a:p>
          <a:p>
            <a:r>
              <a:rPr lang="en-US" i="1" dirty="0"/>
              <a:t>Praise Him Praise Him – </a:t>
            </a:r>
            <a:r>
              <a:rPr lang="en-US" dirty="0"/>
              <a:t>Fanny J. Crosby</a:t>
            </a:r>
          </a:p>
        </p:txBody>
      </p:sp>
    </p:spTree>
    <p:extLst>
      <p:ext uri="{BB962C8B-B14F-4D97-AF65-F5344CB8AC3E}">
        <p14:creationId xmlns:p14="http://schemas.microsoft.com/office/powerpoint/2010/main" val="193789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0585"/>
            <a:ext cx="11430000" cy="2973215"/>
          </a:xfrm>
        </p:spPr>
        <p:txBody>
          <a:bodyPr anchor="t"/>
          <a:lstStyle/>
          <a:p>
            <a:pPr algn="l" defTabSz="346075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വാഴ്ത്തിൻ യേശുരക്ഷകനെ വാഴ്ത്തിൻ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പാടിൻ തന്‍റെ അത്ഭുത സ്നേഹത്തെ!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ആർത്തീടുന്നു മഹത്വദൈവദൂതന്മാർ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കീർത്തിപ്പിൻ തൻ വിശുദ്ധനാമത്തെ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തൻ മക്കളെ ഇടയൻപോലെ കാക്കും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തൻ കൈകളിൽ വഹിക്കുന്നു സദാ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648723-BE1E-4597-B2C0-96853D047972}"/>
              </a:ext>
            </a:extLst>
          </p:cNvPr>
          <p:cNvSpPr/>
          <p:nvPr/>
        </p:nvSpPr>
        <p:spPr>
          <a:xfrm>
            <a:off x="0" y="3716214"/>
            <a:ext cx="11201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Vaazhthin,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athbhutha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snehaththey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Aarththeedunnu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Daivadoothanmaar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keerththippin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vishudhdha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makkalhey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idayanpoley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kaikalhil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vahikkunnu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sadaa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3ADF2-F0D2-49B5-99BE-7DFC60D4854B}"/>
              </a:ext>
            </a:extLst>
          </p:cNvPr>
          <p:cNvSpPr txBox="1"/>
          <p:nvPr/>
        </p:nvSpPr>
        <p:spPr>
          <a:xfrm>
            <a:off x="0" y="27946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0585"/>
            <a:ext cx="12192000" cy="2058815"/>
          </a:xfrm>
        </p:spPr>
        <p:txBody>
          <a:bodyPr anchor="t"/>
          <a:lstStyle/>
          <a:p>
            <a:pPr defTabSz="3460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വാഴ്ത്തിൻ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മാ മഹത്വം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കീർത്തിപ്പിൻ തൻ വിശുദ്ധനാമത്തെ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648723-BE1E-4597-B2C0-96853D047972}"/>
              </a:ext>
            </a:extLst>
          </p:cNvPr>
          <p:cNvSpPr/>
          <p:nvPr/>
        </p:nvSpPr>
        <p:spPr>
          <a:xfrm>
            <a:off x="0" y="3716214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Vaazhthin,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karththan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Keerthippin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vishudhdha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naamaththey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498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0585"/>
            <a:ext cx="11430000" cy="2973215"/>
          </a:xfrm>
        </p:spPr>
        <p:txBody>
          <a:bodyPr anchor="t"/>
          <a:lstStyle/>
          <a:p>
            <a:pPr algn="l" defTabSz="346075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വാഴ്ത്തിൻ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യേശുരക്ഷകനെ വാഴ്ത്തിൻ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പാപികൾക്കായ് പാടേറ്റു മരിച്ചു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പാറനിത്യ രക്ഷയിൻ പ്രത്യാശ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ക്രൂശേറിയ യേശുവേ വാഴ്ത്തിടീൻ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ക്ലേശമെല്ലാം സഹിച്ചതോർത്തു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ചെയ് വിൻ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തന്‍റെ അത്ഭുത സ്നേഹവും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648723-BE1E-4597-B2C0-96853D047972}"/>
              </a:ext>
            </a:extLst>
          </p:cNvPr>
          <p:cNvSpPr/>
          <p:nvPr/>
        </p:nvSpPr>
        <p:spPr>
          <a:xfrm>
            <a:off x="0" y="3716214"/>
            <a:ext cx="11201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Vaazhthin,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Paapikalhkaai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paadèttu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marichchu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Karththan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rakshayin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prathyaasha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krushèriya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vaazhthideen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Klèshamellaam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sahichchathorthu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cheiveen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athbhutha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snehavum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3ADF2-F0D2-49B5-99BE-7DFC60D4854B}"/>
              </a:ext>
            </a:extLst>
          </p:cNvPr>
          <p:cNvSpPr txBox="1"/>
          <p:nvPr/>
        </p:nvSpPr>
        <p:spPr>
          <a:xfrm>
            <a:off x="0" y="27946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885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0585"/>
            <a:ext cx="12192000" cy="2058815"/>
          </a:xfrm>
        </p:spPr>
        <p:txBody>
          <a:bodyPr anchor="t"/>
          <a:lstStyle/>
          <a:p>
            <a:pPr defTabSz="3460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വാഴ്ത്തിൻ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മാ മഹത്വം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കീർത്തിപ്പിൻ തൻ വിശുദ്ധനാമത്തെ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648723-BE1E-4597-B2C0-96853D047972}"/>
              </a:ext>
            </a:extLst>
          </p:cNvPr>
          <p:cNvSpPr/>
          <p:nvPr/>
        </p:nvSpPr>
        <p:spPr>
          <a:xfrm>
            <a:off x="0" y="3716214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Vaazhthin,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karththan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Keerthippin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vishudhdha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naamaththey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743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62000" y="760585"/>
            <a:ext cx="11430000" cy="2973215"/>
          </a:xfrm>
        </p:spPr>
        <p:txBody>
          <a:bodyPr anchor="t"/>
          <a:lstStyle/>
          <a:p>
            <a:pPr algn="l" defTabSz="346075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വാഴ്ത്തിൻ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യേശുരക്ഷകനെ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വാനോർ വാഴ്ത്തിൻ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ഹോശന്നാ പാടുവിൻ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വാഴുന്നേശു രക്ഷകനെന്നുമെന്നേക്കും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വാഴിക്ക പുരോഹിതരാജനായ്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ലോകത്തെയും ജയിച്ചുവരുന്നേശു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മാനം ശക്തി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കർത്തനുള്ളതല്ലോ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648723-BE1E-4597-B2C0-96853D047972}"/>
              </a:ext>
            </a:extLst>
          </p:cNvPr>
          <p:cNvSpPr/>
          <p:nvPr/>
        </p:nvSpPr>
        <p:spPr>
          <a:xfrm>
            <a:off x="0" y="3716214"/>
            <a:ext cx="11201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Vaazhthin,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Vaanôr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hoshanna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paaduvin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Vaazhunneshu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ennumennekum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Vaazhikka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purohitha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raajanaai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Lokaththeyum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jayichchu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varunneshu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karththanullhathallo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3ADF2-F0D2-49B5-99BE-7DFC60D4854B}"/>
              </a:ext>
            </a:extLst>
          </p:cNvPr>
          <p:cNvSpPr txBox="1"/>
          <p:nvPr/>
        </p:nvSpPr>
        <p:spPr>
          <a:xfrm>
            <a:off x="0" y="27946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72373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0585"/>
            <a:ext cx="12192000" cy="2058815"/>
          </a:xfrm>
        </p:spPr>
        <p:txBody>
          <a:bodyPr anchor="t"/>
          <a:lstStyle/>
          <a:p>
            <a:pPr defTabSz="3460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വാഴ്ത്തിൻ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മാ മഹത്വം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കീർത്തിപ്പിൻ തൻ വിശുദ്ധനാമത്തെ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648723-BE1E-4597-B2C0-96853D047972}"/>
              </a:ext>
            </a:extLst>
          </p:cNvPr>
          <p:cNvSpPr/>
          <p:nvPr/>
        </p:nvSpPr>
        <p:spPr>
          <a:xfrm>
            <a:off x="0" y="3716214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Vaazhthin,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karththan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Keerthippin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vishudhdha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naamaththey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974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161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91 വാഴ്ത്തിൻ, വാഴ്ത്തിൻ</vt:lpstr>
      <vt:lpstr>വാഴ്ത്തിൻ, വാഴ്ത്തിൻ യേശുരക്ഷകനെ വാഴ്ത്തിൻ പാടിൻ തന്‍റെ അത്ഭുത സ്നേഹത്തെ! ആർത്തീടുന്നു മഹത്വദൈവദൂതന്മാർ  കീർത്തിപ്പിൻ തൻ വിശുദ്ധനാമത്തെ  തൻ മക്കളെ ഇടയൻപോലെ കാക്കും  തൻ കൈകളിൽ വഹിക്കുന്നു സദാ</vt:lpstr>
      <vt:lpstr>വാഴ്ത്തിൻ, വാഴ്ത്തിൻ  കർത്തൻ മാ മഹത്വം വാഴ്ത്തിൻ, കീർത്തിപ്പിൻ തൻ വിശുദ്ധനാമത്തെ</vt:lpstr>
      <vt:lpstr>വാഴ്ത്തിൻ, വാഴ്ത്തിൻ, യേശുരക്ഷകനെ വാഴ്ത്തിൻ, പാപികൾക്കായ് പാടേറ്റു മരിച്ചു  കർത്തൻ പാറനിത്യ രക്ഷയിൻ പ്രത്യാശ  ക്രൂശേറിയ യേശുവേ വാഴ്ത്തിടീൻ  ക്ലേശമെല്ലാം സഹിച്ചതോർത്തു സ്തോത്രം  ചെയ് വിൻ, തന്‍റെ അത്ഭുത സ്നേഹവും </vt:lpstr>
      <vt:lpstr>വാഴ്ത്തിൻ, വാഴ്ത്തിൻ  കർത്തൻ മാ മഹത്വം വാഴ്ത്തിൻ, കീർത്തിപ്പിൻ തൻ വിശുദ്ധനാമത്തെ</vt:lpstr>
      <vt:lpstr>വാഴ്ത്തിൻ, വാഴ്ത്തിൻ, യേശുരക്ഷകനെ വാഴ്ത്തിൻ, വാനോർ വാഴ്ത്തിൻ, ഹോശന്നാ പാടുവിൻ  വാഴുന്നേശു രക്ഷകനെന്നുമെന്നേക്കും  വാഴിക്ക പുരോഹിതരാജനായ്  ലോകത്തെയും ജയിച്ചുവരുന്നേശു  മാനം ശക്തി കർത്തനുള്ളതല്ലോ- </vt:lpstr>
      <vt:lpstr>വാഴ്ത്തിൻ, വാഴ്ത്തിൻ  കർത്തൻ മാ മഹത്വം വാഴ്ത്തിൻ, കീർത്തിപ്പിൻ തൻ വിശുദ്ധനാമത്തെ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Vazhthin Vazhthin</dc:title>
  <dc:creator>Digital Input; GM JOHN</dc:creator>
  <cp:lastModifiedBy>Acsah Mathews</cp:lastModifiedBy>
  <cp:revision>374</cp:revision>
  <dcterms:created xsi:type="dcterms:W3CDTF">2013-04-19T09:19:07Z</dcterms:created>
  <dcterms:modified xsi:type="dcterms:W3CDTF">2018-11-01T17:15:52Z</dcterms:modified>
</cp:coreProperties>
</file>