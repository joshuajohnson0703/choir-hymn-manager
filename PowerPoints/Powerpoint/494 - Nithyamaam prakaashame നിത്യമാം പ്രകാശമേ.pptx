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6" r:id="rId6"/>
    <p:sldId id="263" r:id="rId7"/>
    <p:sldId id="267" r:id="rId8"/>
    <p:sldId id="264" r:id="rId9"/>
    <p:sldId id="268" r:id="rId10"/>
    <p:sldId id="265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56" autoAdjust="0"/>
    <p:restoredTop sz="94660"/>
  </p:normalViewPr>
  <p:slideViewPr>
    <p:cSldViewPr snapToGrid="0">
      <p:cViewPr varScale="1">
        <p:scale>
          <a:sx n="41" d="100"/>
          <a:sy n="41" d="100"/>
        </p:scale>
        <p:origin x="7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AE5D-1851-4194-87ED-4A4B3461F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9EA13-C3EE-467C-8781-0BCF91F28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625FE-71CF-45FE-90F5-344477DB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9EA5-2ECE-4669-B837-10BA17FF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94B4D-B81D-476D-A4D7-A2B3E409C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3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39CD-A6FD-4A87-B85F-8D308D5A7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F9215-07EB-4E9F-B74B-417A52BAF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5DE3A-7BCC-4FF3-A115-A5DA7975F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59D3B-4D5C-4565-911B-E3827CDA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52928-365B-4D9F-B090-FF851B22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3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359E-D048-435A-91B5-2AE21F38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6A2B5-8270-4F63-9538-FFD00EC84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E5AA2-5712-42DA-B8F9-E87240E01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DC592-875C-4BBD-A4EF-64BA5FB6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01EE3-9A0C-4631-B5C1-5881C2D4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0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EE77-DFBE-4E14-9122-6FED7CBE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C49EA-2826-441E-8758-8F0EFD9F6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C9DE-E17E-4772-90D1-C8BEF8E41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87480-D001-4178-B299-05CF9227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6C903-3E33-492D-9580-65DF6D6F3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7F00C-848B-499B-8106-9987B5563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C597-A618-4321-80F8-AFA5358E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0B5F6-5D9E-4E8C-BACC-BF05B21CA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17A94-DD78-4DD5-90B0-AFBFB5729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AFC79-9E15-4868-9369-9B11FAE03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D0A048-BE73-4425-B09B-E49333E74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25BE7-68E4-484D-BFE0-65C11AF1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24C6F-3944-4AE3-BC57-EAFD304E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C75C2-3644-43C9-871C-CDFA2162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DA15-1D79-4F97-A5CD-69D8FF9F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37921-0DB6-425B-B8C4-6E6B747C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77E8C-DB69-4E82-A376-49C20827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9DC75-4DED-4619-B394-7DFFD068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F51C3-FD88-45F3-8332-0297B5EA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59925-61C1-426B-87B0-E67247F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8281-74DD-4FB3-8420-5917302E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2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EC1C-135F-4B3C-9223-0C23808F4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58C4-0A6C-4CD4-AD67-A716E1CC7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389FA-5BE6-4F33-9300-A02E7A2C2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51F90-A54D-424E-8B11-D6060975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A5F66-DB09-4616-AEE2-156A7481C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D0A0F-82A1-436D-8F16-6826A425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58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E4F4-8DA6-432C-93F5-68CD5263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1DDC5D-EFD0-487B-92C5-5436254D9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62B5D-6DA2-4918-950C-C47645853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E75E2-7C4D-405F-84D2-DC2F455A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CF3C4-8155-4620-AAE6-5003E584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36D64-675D-4218-A8A6-B1B3A18D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2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D365-7FC4-4703-B7C8-96567477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5FD05-1591-4017-96AE-74F384DB8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2747C-8F3C-4E5A-A654-B1A75DF7B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2C9BE-290B-480D-B0F7-4D4B04EA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75452-46D9-497F-8907-0FD28D5E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7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D0F787-0EFC-4C89-893E-32205CA5B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A055B-2AB4-462F-BAA3-7CE94437A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08857-D17A-4397-AAA2-99E210E8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B9DE8-203E-429D-9740-C0AAD59F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62A06-2993-49C0-A77E-1AE76814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5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D7511B-1CB9-4B22-B3C8-08B40BAC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C1ECC-12C4-4795-B1A5-0D021B17B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CF6C1-1F2B-4BFA-BE30-1E40DB04B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754E8-3EA0-438E-980F-A9FDF9646D68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8CF0C-48FF-4330-A9D0-8DCA49CDB1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E9114-C949-47FE-8168-ABE3BF839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7F046-30CE-478D-B7D5-55671EE4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1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494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നിത്യമാം പ്രകാശമേ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3"/>
            <a:ext cx="12191999" cy="114580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Nithyamaam </a:t>
            </a:r>
            <a:r>
              <a:rPr lang="en-US" sz="4000" b="1" dirty="0" err="1">
                <a:solidFill>
                  <a:srgbClr val="002060"/>
                </a:solidFill>
              </a:rPr>
              <a:t>prakaashame</a:t>
            </a:r>
            <a:endParaRPr lang="en-US" sz="36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04460" y="1236457"/>
            <a:ext cx="12171793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നിത്യമാം പ്രകാശമേ നയിക്കുകെന്നെ നീ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ചുറ്റിലും ഇരുൾ പരന്നീടുന്ന വേളയിൽ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അന്ധകാര പൂർണ്ണമായ രാത്രിയാണുപോൽ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ഗ്രഹത്തിൽ നിന്നുമേറെ ദൂരെയാണു ഞാൻ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4" y="4046393"/>
            <a:ext cx="1205059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Nithyamaam </a:t>
            </a:r>
            <a:r>
              <a:rPr lang="en-US" sz="3600" b="1" dirty="0" err="1">
                <a:solidFill>
                  <a:srgbClr val="002060"/>
                </a:solidFill>
              </a:rPr>
              <a:t>prakaashame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nayikkukenne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Chuttilum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irulh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paranneedunna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velhayil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Andhakaarapoornhamaaya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raathriyaanhu</a:t>
            </a:r>
            <a:r>
              <a:rPr lang="en-US" sz="3600" b="1" dirty="0">
                <a:solidFill>
                  <a:srgbClr val="002060"/>
                </a:solidFill>
              </a:rPr>
              <a:t> pol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grihaththil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ninnumerhe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dhooreyaanhu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107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0" y="925396"/>
            <a:ext cx="12192000" cy="205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 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-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-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സാദരം വിഭോ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നിൻ പ്രകാശ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ധാര തൂകി നീ നയിക്കുക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0" y="2979805"/>
            <a:ext cx="12192000" cy="2153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saadaram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vibho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prakaasha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dhaara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thooki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65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04460" y="1236457"/>
            <a:ext cx="12171793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കടന്നുപോന്ന കാലർക്കുമെങ്കിലോ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മതിയെനിക്കു  തന്നെയെന്ന ചിന്തയാൽ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മാർഗ്ഗമെന്‍റെയിഷ്ട്ടമെന്ന പോലെയായ്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നിന്‍റെ രക്ഷണീയ പാതനേടീടാതെ ഞാൻ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4" y="4046393"/>
            <a:ext cx="1205059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Njan </a:t>
            </a:r>
            <a:r>
              <a:rPr lang="en-US" sz="3600" b="1" dirty="0" err="1">
                <a:solidFill>
                  <a:srgbClr val="002060"/>
                </a:solidFill>
              </a:rPr>
              <a:t>kadannuponna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kaalamorkkumenkilo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Njan </a:t>
            </a:r>
            <a:r>
              <a:rPr lang="en-US" sz="3600" b="1" dirty="0" err="1">
                <a:solidFill>
                  <a:srgbClr val="002060"/>
                </a:solidFill>
              </a:rPr>
              <a:t>mathiyenikku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chinthayaal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maargam-ente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ishtam-ennapoleyaai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rakshanheeya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nedidaathe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5979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0" y="925396"/>
            <a:ext cx="12192000" cy="205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 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-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-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സാദരം വിഭോ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നിൻ പ്രകാശ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ധാര തൂകി നീ നയിക്കുക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0" y="2979805"/>
            <a:ext cx="12192000" cy="2153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saadaram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vibho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prakaasha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dhaara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thooki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04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04460" y="1236457"/>
            <a:ext cx="12171793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ഭാസുരാഭ ചേർന്നിടുന്ന പൊന്നുഷസ്സിനായ്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ഭീതിലേശമേശിടാത്ത നാളെനോക്കി ഞാൻ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എന്നിൽ മാത്രമാശവച്ചു ഞാൻ കടന്നുപോയ്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നിന്മനസ്സിലോർത്തിടാതെ നീ നയിക്കണേ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4" y="4046393"/>
            <a:ext cx="1205059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Bhaasuraabha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chernnidunna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ponnushassinaai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Bheethi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leshameshidaaththa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naalhe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nokki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maathram-aasha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vechu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kadannu</a:t>
            </a:r>
            <a:r>
              <a:rPr lang="en-US" sz="3600" b="1" dirty="0">
                <a:solidFill>
                  <a:srgbClr val="002060"/>
                </a:solidFill>
              </a:rPr>
              <a:t> poi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manassilorththidaathe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nayikkanhe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4737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0" y="925396"/>
            <a:ext cx="12192000" cy="205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 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-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-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സാദരം വിഭോ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നിൻ പ്രകാശ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ധാര തൂകി നീ നയിക്കുക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0" y="2979805"/>
            <a:ext cx="12192000" cy="2153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saadaram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vibho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prakaasha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dhaara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thooki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74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04460" y="1236457"/>
            <a:ext cx="12171793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മുൾപടർപ്പിലൂടെയും ജലപ്പരപ്പിലും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നിർജ്ജനം മഹീതലം കടക്കുവോളവും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ഇത്രനാൾവരെയനുഗ്രഹിച്ച നിൻകരം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നിശ്ചയം നയിക്കുമെന്നെയെന്നുമോർപ്പൂ ഞാൻ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4" y="4046393"/>
            <a:ext cx="1205059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Mulhpadarppiloodeum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jalapparappilum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Nirjjanam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maheethalam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kadakkuvolhavum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vare-yanugrahicha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karam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Nishchayam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nayikkum-enneyennum-orppoo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0761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0" y="925396"/>
            <a:ext cx="12192000" cy="205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 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-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-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സാദരം വിഭോ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നിൻ പ്രകാശ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ധാര തൂകി നീ നയിക്കുക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0" y="2979805"/>
            <a:ext cx="12192000" cy="2153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saadaram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vibho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prakaasha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dhaara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thooki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52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04460" y="1236457"/>
            <a:ext cx="12171793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രാത്രിതന്നിരുൾ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മറഞ്ഞു പൊൻപ്രഭാതമായ്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വാനവർ പൊഴിച്ചിടുന്ന മന്ദഹാസവും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ഏറെയേറെ ഞാൻ കൊതിച്ചു കാത്തിരുന്നൊരാ-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നല്ലനാളു സ്വാഗതം ഉതിർത്തിടുന്നിതാ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84254" y="4046393"/>
            <a:ext cx="1205059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Raathrithan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irulh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marhanju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prabhaathamaai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Vaanavar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pozhicheedunna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mandahaasavum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Aerheyere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kothichu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kaaththirunnoraa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swagatham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uthirththidunnithaa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84253" y="4464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2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0" y="925396"/>
            <a:ext cx="12192000" cy="205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 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-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നയിക്കുക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-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സാദരം വിഭോ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lvl="0" algn="ctr">
              <a:lnSpc>
                <a:spcPct val="20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നിൻ പ്രകാശ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ധാര തൂകി നീ നയിക്കുക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0" y="2979805"/>
            <a:ext cx="12192000" cy="2153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saadaram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vibho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ctr">
              <a:lnSpc>
                <a:spcPct val="20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prakaasha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dhaara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thooki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nayikkuka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210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303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Kartika</vt:lpstr>
      <vt:lpstr>Office Theme</vt:lpstr>
      <vt:lpstr>494 നിത്യമാം പ്രകാശമേ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Nithyamaam prakaashame </dc:title>
  <dc:creator>Acsah Mathews</dc:creator>
  <cp:lastModifiedBy>Acsah Mathews</cp:lastModifiedBy>
  <cp:revision>4</cp:revision>
  <dcterms:created xsi:type="dcterms:W3CDTF">2018-12-03T16:04:50Z</dcterms:created>
  <dcterms:modified xsi:type="dcterms:W3CDTF">2018-12-03T16:08:21Z</dcterms:modified>
</cp:coreProperties>
</file>