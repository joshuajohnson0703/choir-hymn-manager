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2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CDDCB-CA2D-4ACE-ABBA-15C3440E7304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8C76E-FF27-4E73-8BC8-85AC7C809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9F3B8-96BC-4C29-83D6-6C4093D7E78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54BC1-0833-48E5-B4D6-0FABC65E47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7515D-81CB-431F-8352-151A8023464B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27C0C-D638-4063-8E74-9267B3BC82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02FA9-2ADD-4A01-A882-CE6D2457084C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7B7D3-7100-4C4A-B85D-7E61B33E9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17465-FCA7-4B0F-AA25-D32A8A55E543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0C473-DAF6-42E1-BC53-7A48AFB949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8D93C-8676-41DA-8487-8F7B77A1E2B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BE8C7-0D2F-44BB-BAC9-3AA34DAFF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147192-3166-4495-81B9-DA362BC332D6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D7A6A-AD36-4D65-AD4F-8772AFCF04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86923-63FE-49B9-A85C-803C9EF2523D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9F7F7-A32C-4F7E-A2D4-114705DC7A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AFFE5-4FB1-42DC-8A44-746CE3E03F0F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23951E-4CDD-4C73-A893-8CDB36F68B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4502B-006C-434B-858E-F0C1C3B53229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2B7372-FACF-4963-885C-3ADC83579F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E7D01-47C0-46B0-8A24-264C17C6B4C0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0EBDB-B48D-4BD8-AD57-BCD1A0B9C7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B10F6D-06F1-43A3-9AC7-998E0E6B1DB7}" type="datetimeFigureOut">
              <a:rPr lang="en-US"/>
              <a:pPr>
                <a:defRPr/>
              </a:pPr>
              <a:t>11/14/2018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1FA7A30-0BE6-408D-8319-4A024B714D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CCCB-5804-4D1C-8EF6-1F14AB2C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676400"/>
            <a:ext cx="12039600" cy="1924051"/>
          </a:xfrm>
        </p:spPr>
        <p:txBody>
          <a:bodyPr/>
          <a:lstStyle/>
          <a:p>
            <a:r>
              <a:rPr lang="en-US" sz="4800" dirty="0"/>
              <a:t>249</a:t>
            </a:r>
            <a:br>
              <a:rPr lang="en-US" sz="4800" dirty="0"/>
            </a:br>
            <a:r>
              <a:rPr lang="ml-IN" sz="4800" b="1" dirty="0">
                <a:latin typeface="Kartika" panose="02020503030404060203" pitchFamily="18" charset="0"/>
              </a:rPr>
              <a:t>എന്‍റെ ദൈവം സ്വർഗ്ഗസിംഹാസനം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1C7A5-6A5E-4D94-94B8-6074AA127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Ente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daivam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swargasimhaasanam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0E26C9-D02C-4D72-8C81-99ABA881AD31}"/>
              </a:ext>
            </a:extLst>
          </p:cNvPr>
          <p:cNvSpPr/>
          <p:nvPr/>
        </p:nvSpPr>
        <p:spPr>
          <a:xfrm>
            <a:off x="533400" y="4648200"/>
            <a:ext cx="597471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(മൂത്താംപാക്കല്‍ കൊച്ചുകുഞ്ഞ്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ഉപദേശി)</a:t>
            </a:r>
            <a:endParaRPr lang="en-US" sz="2000" b="1" dirty="0">
              <a:solidFill>
                <a:schemeClr val="accent2">
                  <a:lumMod val="75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EE77E-4D9B-4675-A942-9BE34FDEB2C8}"/>
              </a:ext>
            </a:extLst>
          </p:cNvPr>
          <p:cNvSpPr/>
          <p:nvPr/>
        </p:nvSpPr>
        <p:spPr>
          <a:xfrm>
            <a:off x="6858000" y="4648200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Muthampakkal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Kochukunju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Upadeshi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77747937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55949"/>
            <a:ext cx="12192000" cy="2057400"/>
          </a:xfrm>
        </p:spPr>
        <p:txBody>
          <a:bodyPr anchor="t"/>
          <a:lstStyle/>
          <a:p>
            <a:pPr defTabSz="4699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എന്‍റെ ദൈവം സ്വർഗ്ഗസിംഹാസനം തന്നിൽ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കനിഞ്ഞെന്നെ ഓർത്തിടുന്നു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105835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Ente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swargasimhaasanam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kaninjenne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ortheedunnu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മാതാപിതാക്കളും വീടും ധനങ്ങളും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വസ്തു സുഖങ്ങളും കർത്താവത്രെ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പൈതൽപ്രായം മുതൽക്കിന്നേവരേയെന്നെ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പോറ്റിപ്പുലർത്തിയ ദൈവം മതി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Maathaapithaakkalhum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dhanangalhum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Vasthu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sukhangalhum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karthavathre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Paithal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praayam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muthalkkinnevare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Pottipularthiya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816443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ആരുംസഹായമില്ലെല്ലാവരും പാരിൽ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കണ്ടും കാണാതെയും പോകുന്നവർ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എന്നാലെനിക്കൊരു സഹായകൻ വാനിൽ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ഉണ്ടെന്നറിഞ്ഞതിലുല്ലാസമേ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Aarum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sahaayamill-ellaavarum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kaanhaatheyum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pokunnavar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Ennalenikkoru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sahaayakan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Undennarhinj-athilullaasame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014520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നല്ലോരുതാതൻ പിതാവില്ലാത്തോർക്കവൻ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പെറ്റമ്മയെക്കവിഞ്ഞാർദ്രവാനും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വിധവയ്ക്കു നാഥനും സാധുവിന്നപ്പവും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എല്ലാർക്കുമെല്ലാമെൻ കർത്താവത്രെ!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Nalloru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pithaavillaathorkkavan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Pettammayekkavinj-aardravaanum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Vidhavaykku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naadhanum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saadhuvinnappavum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Ellarkkumellaamen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karthaavathre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0586869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കരയുന്ന കാക്കയ്ക്കും വയലിലെ റോസയ്ക്കും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ഭക്ഷ്യവും ഭംഗിയും നൽകുന്നവൻ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കാട്ടിലെ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മൃഗങ്ങളാറ്റിലെ മത്സ്യങ്ങ-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ളെല്ലാം സർവ്വേശനെ നോക്കിടുന്നു!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Karayunna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kaakkakkum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vayalile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rosaykkum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Bhakshyavum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bhangiyum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nalkunnavan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Kaattile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mrigangalhaattile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mathsyanga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lhellaam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sarveshane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nokkidunnu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3188967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കോടാകോടിഗോളമെല്ലാം പടച്ചവ-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നെല്ലാറ്റിനും വേണ്ടതെല്ലാം നൽകി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സൃഷ്ടികൾക്കൊക്കെയുമാനന്ദദായകൻ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ദുഷ്ടന്മാർക്കേറ്റവും ഭീതികരൻ!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Kodaakodi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golhamellaam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padachava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Nellaattinum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vendhathellam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nalki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Srishtikalhkkokkeyum-aananda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daayakan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Dushtanmaarkkettavum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bheethikaran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0963481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കല്യാണശാലയിലെന്നെ വിളിച്ചെന്‍റെ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സന്താപമൊക്കെയും തീർത്തീടും നാൾ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ശീഘ്രം വരുന്നെന്‍റെ കാന്തൻ വരുന്നെന്നി-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ലുല്ലാസമായ് ബഹുകാലംവാഴാൻ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Kalyaanashaalayilenne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vilhichente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Santhaapamokkeyum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theerthidum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Sheekhram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kaanthan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varunnenni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lullaasamai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bahukaalam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vaazhaan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897302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49405" y="990600"/>
            <a:ext cx="11811000" cy="2754051"/>
          </a:xfrm>
        </p:spPr>
        <p:txBody>
          <a:bodyPr anchor="t"/>
          <a:lstStyle/>
          <a:p>
            <a:pPr algn="l" defTabSz="469900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വെടിഞ്ഞെന്‍റെ സ്വർഗ്ഗീയ നാടിനെ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കാണ്മാൻ കൊതിച്ചു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ഞാൻ പാർത്തീടുന്നു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അന്യൻ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പരദേശി എന്നെന്‍റെമേലെഴു-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ത്തെന്നാൽ സർവ്വസ്വവും എന്‍റെതത്രെ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4523" y="0"/>
            <a:ext cx="61747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249	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23F30C-BCF9-4F07-91A6-E5F5CA8D7C28}"/>
              </a:ext>
            </a:extLst>
          </p:cNvPr>
          <p:cNvSpPr/>
          <p:nvPr/>
        </p:nvSpPr>
        <p:spPr>
          <a:xfrm>
            <a:off x="0" y="3929555"/>
            <a:ext cx="10865005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vedinjente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swargeeya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naadine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kothichu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paarththeedunnu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Anyan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paradeshi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ennentemelezhu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ththennaal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sarvasvavum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entethathre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F96AA-6AB4-47B6-BB26-2B7B95D1D6B1}"/>
              </a:ext>
            </a:extLst>
          </p:cNvPr>
          <p:cNvSpPr txBox="1"/>
          <p:nvPr/>
        </p:nvSpPr>
        <p:spPr>
          <a:xfrm>
            <a:off x="0" y="338554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232318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146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249 എന്‍റെ ദൈവം സ്വർഗ്ഗസിംഹാസനം</vt:lpstr>
      <vt:lpstr>എന്‍റെ ദൈവം സ്വർഗ്ഗസിംഹാസനം തന്നിൽ എന്നിൽ കനിഞ്ഞെന്നെ ഓർത്തിടുന്നു</vt:lpstr>
      <vt:lpstr>മാതാപിതാക്കളും വീടും ധനങ്ങളും വസ്തു സുഖങ്ങളും കർത്താവത്രെ പൈതൽപ്രായം മുതൽക്കിന്നേവരേയെന്നെ പോറ്റിപ്പുലർത്തിയ ദൈവം മതി</vt:lpstr>
      <vt:lpstr>ആരുംസഹായമില്ലെല്ലാവരും പാരിൽ കണ്ടും കാണാതെയും പോകുന്നവർ എന്നാലെനിക്കൊരു സഹായകൻ വാനിൽ ഉണ്ടെന്നറിഞ്ഞതിലുല്ലാസമേ</vt:lpstr>
      <vt:lpstr>നല്ലോരുതാതൻ പിതാവില്ലാത്തോർക്കവൻ പെറ്റമ്മയെക്കവിഞ്ഞാർദ്രവാനും വിധവയ്ക്കു നാഥനും സാധുവിന്നപ്പവും എല്ലാർക്കുമെല്ലാമെൻ കർത്താവത്രെ!</vt:lpstr>
      <vt:lpstr>കരയുന്ന കാക്കയ്ക്കും വയലിലെ റോസയ്ക്കും ഭക്ഷ്യവും ഭംഗിയും നൽകുന്നവൻ കാട്ടിലെ മൃഗങ്ങളാറ്റിലെ മത്സ്യങ്ങ- ളെല്ലാം സർവ്വേശനെ നോക്കിടുന്നു!</vt:lpstr>
      <vt:lpstr>കോടാകോടിഗോളമെല്ലാം പടച്ചവ- നെല്ലാറ്റിനും വേണ്ടതെല്ലാം നൽകി സൃഷ്ടികൾക്കൊക്കെയുമാനന്ദദായകൻ ദുഷ്ടന്മാർക്കേറ്റവും ഭീതികരൻ!</vt:lpstr>
      <vt:lpstr>കല്യാണശാലയിലെന്നെ വിളിച്ചെന്‍റെ സന്താപമൊക്കെയും തീർത്തീടും നാൾ ശീഘ്രം വരുന്നെന്‍റെ കാന്തൻ വരുന്നെന്നി- ലുല്ലാസമായ് ബഹുകാലംവാഴാൻ</vt:lpstr>
      <vt:lpstr>ലോകം വെടിഞ്ഞെന്‍റെ സ്വർഗ്ഗീയ നാടിനെ കാണ്മാൻ കൊതിച്ചു ഞാൻ പാർത്തീടുന്നു അന്യൻ പരദേശി എന്നെന്‍റെമേലെഴു- ത്തെന്നാൽ സർവ്വസ്വവും എന്‍റെതത്രെ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 daivam swargasimhasanam</dc:title>
  <dc:creator>Digital Input:; GM JOHN; Acsah Mathews</dc:creator>
  <cp:lastModifiedBy>Acsah Mathews</cp:lastModifiedBy>
  <cp:revision>121</cp:revision>
  <dcterms:created xsi:type="dcterms:W3CDTF">2013-04-19T09:19:07Z</dcterms:created>
  <dcterms:modified xsi:type="dcterms:W3CDTF">2018-11-14T13:43:30Z</dcterms:modified>
</cp:coreProperties>
</file>