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28951-F5FF-4805-871B-7E875565DB9D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0993E-0DD4-4555-AB36-C37C04086F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27676E-05D2-49F5-8386-CDEC39DE681D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E738EB-DC66-4058-A508-266817E05D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E3EAD-1E56-4DD9-A27E-E427A3CA901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04FA9D-E68A-4C1D-9C1C-A418CE8B55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C4246-F50A-42EF-AF2B-1E2A20630F5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538106-FB6F-4586-A1D2-BA8ED3D98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CA8B4-8115-44AE-8B38-9E909FC294DE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1F5540-A24B-4DCB-A6C3-40CE8B56D6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1C335-FE1F-4EF9-84CD-A78791C6E3F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9D209-4D1C-4A39-98B6-29BEA15F46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84355-599B-4047-82C0-BE0DBA42EEE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200192-9819-4AFA-B843-D57159AB26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7BB5A-37E0-4DD8-9074-D11501D42899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4D11E-D943-4E5B-AC13-692DF5C53A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08FEB-07F1-4724-B6CA-FCD7358CE5F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8BB42-574C-4B8C-813D-6D6354A40D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B35AC3-A079-40BD-B801-BD13C6584D5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D791D-58D4-4834-A7F1-8411CB6CFC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59DC40-F643-443B-9139-E58CCC03B93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E9286-50AA-4FEA-9B95-815A21DDB0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95A84ED-2DFD-4ECC-B3A9-FB0DDEF34E39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269029-40B5-42F5-8860-D3E6D8DED0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D45D-611D-45E7-907F-D3390F5D62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323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ആരു സഹായിക്കും?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7D7C8-6527-45B9-B4FC-77AAB2A23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rgbClr val="000000"/>
                </a:solidFill>
              </a:rPr>
              <a:t>Aaru</a:t>
            </a:r>
            <a:r>
              <a:rPr lang="en-US" sz="4000" b="1" dirty="0">
                <a:solidFill>
                  <a:srgbClr val="000000"/>
                </a:solidFill>
              </a:rPr>
              <a:t> </a:t>
            </a:r>
            <a:r>
              <a:rPr lang="en-US" sz="4000" b="1" dirty="0" err="1">
                <a:solidFill>
                  <a:srgbClr val="000000"/>
                </a:solidFill>
              </a:rPr>
              <a:t>sahaayikkum</a:t>
            </a:r>
            <a:r>
              <a:rPr lang="en-US" sz="4000" b="1" dirty="0">
                <a:solidFill>
                  <a:srgbClr val="000000"/>
                </a:solidFill>
              </a:rPr>
              <a:t>?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DC528C-ED1F-4025-8190-D013499DBB80}"/>
              </a:ext>
            </a:extLst>
          </p:cNvPr>
          <p:cNvSpPr/>
          <p:nvPr/>
        </p:nvSpPr>
        <p:spPr>
          <a:xfrm>
            <a:off x="446390" y="4962494"/>
            <a:ext cx="60035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/>
              <a:t>(മൂത്താംപാക്കല്‍ കൊച്ചുകുഞ്ഞ് ഉപദേശി)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DAA977-8AD4-471D-A5DD-E6B8D3033F4F}"/>
              </a:ext>
            </a:extLst>
          </p:cNvPr>
          <p:cNvSpPr/>
          <p:nvPr/>
        </p:nvSpPr>
        <p:spPr>
          <a:xfrm>
            <a:off x="6934200" y="4962494"/>
            <a:ext cx="46602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Muthampakkal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Kochukunju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Upadeshi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1863410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3048000"/>
          </a:xfrm>
        </p:spPr>
        <p:txBody>
          <a:bodyPr anchor="t"/>
          <a:lstStyle/>
          <a:p>
            <a:pPr algn="l" defTabSz="4572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ആരു സഹായിക്കും? ലോകം തുണയ്ക്കുമോ?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ജീവൻ പോയിടുമ്പോൾ ആശ്രയം ആരുള്ളൂ?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സ്നേഹിതന്മാർ വന്നാൽ ചേർന്നരികിൽ നിൽക്കും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ക്ലേശമൊടെല്ലാരും കണ്ണുനീർ തൂകീടും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56CAB8-FC4E-4DEA-A9D1-C0805254D92A}"/>
              </a:ext>
            </a:extLst>
          </p:cNvPr>
          <p:cNvSpPr/>
          <p:nvPr/>
        </p:nvSpPr>
        <p:spPr>
          <a:xfrm>
            <a:off x="30480" y="3886200"/>
            <a:ext cx="1216152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Aaru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sahaayikkum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?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Lokam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thunhakkumo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? </a:t>
            </a: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    Jeevan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poyidumbolh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aashrayam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aarullhu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? </a:t>
            </a:r>
          </a:p>
          <a:p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Snehithanmaar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vannaal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chernnarikil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nilkum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Kleshamodellaarum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kannhuneer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thookeedum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endParaRPr lang="en-US" sz="3400" b="1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3048000"/>
          </a:xfrm>
        </p:spPr>
        <p:txBody>
          <a:bodyPr anchor="t"/>
          <a:lstStyle/>
          <a:p>
            <a:pPr algn="l" defTabSz="457200"/>
            <a:r>
              <a:rPr lang="ml-IN" sz="3400" b="1" dirty="0">
                <a:latin typeface="Kartika" panose="02020503030404060203" pitchFamily="18" charset="0"/>
              </a:rPr>
              <a:t>3	ജീവന്‍റെ നായകൻ ദേഹിയേ ചോദിച്ചാൽ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ഇല്ലില്ലെന്നോതുവാൻ ഭൂതലെ ആരുള്ളൂ</a:t>
            </a:r>
            <a:br>
              <a:rPr lang="ml-IN" sz="3400" b="1" dirty="0">
                <a:latin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4	ഭാര്യ മക്കൾ ബന്ധു മിത്രരു മന്ത്യത്തിൽ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ഖേദം പെരുകീട്ടു മാർവ്വിലടിക്കുന്നു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56CAB8-FC4E-4DEA-A9D1-C0805254D92A}"/>
              </a:ext>
            </a:extLst>
          </p:cNvPr>
          <p:cNvSpPr/>
          <p:nvPr/>
        </p:nvSpPr>
        <p:spPr>
          <a:xfrm>
            <a:off x="30480" y="3886200"/>
            <a:ext cx="1216152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Jeevante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naayakan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dehiye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chodichaal</a:t>
            </a:r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Illillennothuvaan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bhoothale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aarullhu</a:t>
            </a:r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Bharya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makkalh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bandhu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mithrarumanthyathil</a:t>
            </a:r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Khedam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perukeettu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maarviladikkunnu</a:t>
            </a:r>
            <a:endParaRPr lang="en-US" sz="3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994808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3048000"/>
          </a:xfrm>
        </p:spPr>
        <p:txBody>
          <a:bodyPr anchor="t"/>
          <a:lstStyle/>
          <a:p>
            <a:pPr algn="l" defTabSz="457200"/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5	ഏവന്നും, താൻ ചെയ്ത കർമ്മങ്ങൾ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ക്കൊത്തപോൽ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ശീഘ്രമായ് പ്രാപിപ്പാൻ ലോകം വിട്ടീടുന്നു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കൺകളടയുമ്പോൾ കേൾവി കുറയുമ്പോൾ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എൻ മണവാളാ! നിൻ ക്രൂശിനെ കാണിക്ക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56CAB8-FC4E-4DEA-A9D1-C0805254D92A}"/>
              </a:ext>
            </a:extLst>
          </p:cNvPr>
          <p:cNvSpPr/>
          <p:nvPr/>
        </p:nvSpPr>
        <p:spPr>
          <a:xfrm>
            <a:off x="30480" y="3886200"/>
            <a:ext cx="1216152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Aevanum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cheytha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karhmangalhkkoththapol</a:t>
            </a:r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Sheekhramaai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praapipaan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lokam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vittedunnu</a:t>
            </a:r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Kanhkalhadayumbolh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kelhvi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kurayumbolh</a:t>
            </a:r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manhavaalhaa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! Nin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krooshine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kaanhikka</a:t>
            </a:r>
            <a:endParaRPr lang="en-US" sz="3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079795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3048000"/>
          </a:xfrm>
        </p:spPr>
        <p:txBody>
          <a:bodyPr anchor="t"/>
          <a:lstStyle/>
          <a:p>
            <a:pPr algn="l" defTabSz="457200"/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7	ദൈവമേ! നിൻ മുന്നിൽ ഞാൻ വരും നേരത്തിൽ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നിൻ മുഖ വാത്സല്ല്യം നീയെനി ക്കേകണേ!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8	യേശുമണവാളാ! സകലവും മോചിച്ചു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നിന്നരികിൽ നില്പാൻ യോഗ്യനാക്കേണമേ!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56CAB8-FC4E-4DEA-A9D1-C0805254D92A}"/>
              </a:ext>
            </a:extLst>
          </p:cNvPr>
          <p:cNvSpPr/>
          <p:nvPr/>
        </p:nvSpPr>
        <p:spPr>
          <a:xfrm>
            <a:off x="30480" y="3886200"/>
            <a:ext cx="1216152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Yeshumanhavaalhaa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Sakalavum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mochichu</a:t>
            </a:r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Ninnarikil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nilpaan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yogyanaakkenhame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!</a:t>
            </a:r>
          </a:p>
          <a:p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8.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Yeshumanhavaalha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Sakalavum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mochichu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Ninnarikil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nilpaan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yogyanaakkenhame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!</a:t>
            </a:r>
            <a:endParaRPr lang="en-US" sz="3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178958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8200"/>
            <a:ext cx="12192000" cy="3048000"/>
          </a:xfrm>
        </p:spPr>
        <p:txBody>
          <a:bodyPr anchor="t"/>
          <a:lstStyle/>
          <a:p>
            <a:pPr algn="l" defTabSz="457200"/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9	പൊന്നു കർത്താവേ! നിൻ തങ്ക രുധിരത്താൽ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ജീവിത വസ്ത്രത്തിൻ വെണ്മയെ നൽകണേ!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10	യോർദ്ദാന്‍റെ തീരത്തു ഞാൻ വരും നേരത്ത്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കാൽകളെ വേഗം നീ അക്കരെ ആക്കണെ!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56CAB8-FC4E-4DEA-A9D1-C0805254D92A}"/>
              </a:ext>
            </a:extLst>
          </p:cNvPr>
          <p:cNvSpPr/>
          <p:nvPr/>
        </p:nvSpPr>
        <p:spPr>
          <a:xfrm>
            <a:off x="30480" y="3886200"/>
            <a:ext cx="1216152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9. Ponnu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karthaave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! Nin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thankarudhiraththaal</a:t>
            </a:r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Jeevitha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vasthraththin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venhmaye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nalkanhe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!</a:t>
            </a:r>
          </a:p>
          <a:p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10.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Yordaante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theeraththu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varum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neraththu</a:t>
            </a:r>
            <a:endParaRPr lang="en-US" sz="3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+mn-lt"/>
              </a:rPr>
              <a:t>     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Kaalkalhe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akkare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00"/>
                </a:solidFill>
                <a:latin typeface="+mn-lt"/>
              </a:rPr>
              <a:t>aakkanhe</a:t>
            </a:r>
            <a:r>
              <a:rPr lang="en-US" sz="3400" b="1" dirty="0">
                <a:solidFill>
                  <a:srgbClr val="000000"/>
                </a:solidFill>
                <a:latin typeface="+mn-lt"/>
              </a:rPr>
              <a:t>!</a:t>
            </a:r>
            <a:endParaRPr lang="en-US" sz="3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786644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141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323 ആരു സഹായിക്കും?</vt:lpstr>
      <vt:lpstr>1 ആരു സഹായിക്കും? ലോകം തുണയ്ക്കുമോ?  ജീവൻ പോയിടുമ്പോൾ ആശ്രയം ആരുള്ളൂ?  2 സ്നേഹിതന്മാർ വന്നാൽ ചേർന്നരികിൽ നിൽക്കും  ക്ലേശമൊടെല്ലാരും കണ്ണുനീർ തൂകീടും</vt:lpstr>
      <vt:lpstr>3 ജീവന്‍റെ നായകൻ ദേഹിയേ ചോദിച്ചാൽ  ഇല്ലില്ലെന്നോതുവാൻ ഭൂതലെ ആരുള്ളൂ  4 ഭാര്യ മക്കൾ ബന്ധു മിത്രരു മന്ത്യത്തിൽ  ഖേദം പെരുകീട്ടു മാർവ്വിലടിക്കുന്നു</vt:lpstr>
      <vt:lpstr>5 ഏവന്നും, താൻ ചെയ്ത കർമ്മങ്ങൾ ക്കൊത്തപോൽ  ശീഘ്രമായ് പ്രാപിപ്പാൻ ലോകം വിട്ടീടുന്നു  6 കൺകളടയുമ്പോൾ കേൾവി കുറയുമ്പോൾ  എൻ മണവാളാ! നിൻ ക്രൂശിനെ കാണിക്ക</vt:lpstr>
      <vt:lpstr>7 ദൈവമേ! നിൻ മുന്നിൽ ഞാൻ വരും നേരത്തിൽ  നിൻ മുഖ വാത്സല്ല്യം നീയെനി ക്കേകണേ!  8 യേശുമണവാളാ! സകലവും മോചിച്ചു  നിന്നരികിൽ നില്പാൻ യോഗ്യനാക്കേണമേ!</vt:lpstr>
      <vt:lpstr>9 പൊന്നു കർത്താവേ! നിൻ തങ്ക രുധിരത്താൽ  ജീവിത വസ്ത്രത്തിൻ വെണ്മയെ നൽകണേ!  10 യോർദ്ദാന്‍റെ തീരത്തു ഞാൻ വരും നേരത്ത്  കാൽകളെ വേഗം നീ അക്കരെ ആക്കണെ!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Aaru sahaayikkum</dc:title>
  <dc:creator>Digital Input:; GM JOHN; Acsah Mathews</dc:creator>
  <cp:lastModifiedBy>Acsah Mathews</cp:lastModifiedBy>
  <cp:revision>93</cp:revision>
  <dcterms:created xsi:type="dcterms:W3CDTF">2013-04-19T09:19:07Z</dcterms:created>
  <dcterms:modified xsi:type="dcterms:W3CDTF">2018-11-19T17:22:33Z</dcterms:modified>
</cp:coreProperties>
</file>