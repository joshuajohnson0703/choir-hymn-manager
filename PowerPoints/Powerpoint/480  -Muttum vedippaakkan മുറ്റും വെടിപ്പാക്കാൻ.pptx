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43" autoAdjust="0"/>
    <p:restoredTop sz="94660"/>
  </p:normalViewPr>
  <p:slideViewPr>
    <p:cSldViewPr snapToGrid="0">
      <p:cViewPr varScale="1">
        <p:scale>
          <a:sx n="41" d="100"/>
          <a:sy n="41" d="100"/>
        </p:scale>
        <p:origin x="66" y="9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62F8E-7A0E-4700-A978-10E31DDEE8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654923-399C-4E10-922E-08DE0A3AC9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FB6BCE-CE61-482D-8E84-18753E149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AB6C8-3664-4B6D-AF81-B8914024E703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969342-B14E-4A9E-A22A-E9AB6960B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F976B6-BE3B-4D45-AE79-04C4A56BC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5AEBD-6A43-4173-97CA-CA28CEB564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4888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FD5ED-508C-459A-BAE8-9B0BD7D59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FF37D-1C59-4195-AF78-3124DBF83C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9C6A80-5091-4652-A6E5-962CF6809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AB6C8-3664-4B6D-AF81-B8914024E703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C6AAFB-EF8A-4FD0-917C-025ACEC5E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F30FDE-067B-4E5A-BEC6-1CEB4C095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5AEBD-6A43-4173-97CA-CA28CEB564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568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564BF-AC63-4015-8E7D-39E6D444B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B194BF-3647-4ADD-8393-2E60C0CBD7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16B12A-38F2-47A9-8B2E-12860CFD8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AB6C8-3664-4B6D-AF81-B8914024E703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6D71D0-7D92-4E2F-BB68-1EEFD77A3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DBB27E-C242-4942-B53E-4F182EB3A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5AEBD-6A43-4173-97CA-CA28CEB564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333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EDE70-317A-456B-85FF-72141E994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BF70C-5DED-49AC-AA84-94C43A4AE6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181998-B6BB-4EC7-9564-61F6B429E9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8E4F04-E64E-4182-82CF-9BD8E643B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AB6C8-3664-4B6D-AF81-B8914024E703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C30647-9556-4AE9-9ED7-1751AB49D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9087ED-0644-40FF-979D-4B514241F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5AEBD-6A43-4173-97CA-CA28CEB564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445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0F6D6-FFC9-44E5-85BE-BAB3A2E4D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5807A7-F088-4FD3-B333-85B777A6EA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5B6E9B-1014-43C3-90FF-CA2ACBB19A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6777E4-90FE-485A-86F4-8BAE315221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E1363B-D5B5-4540-9025-169C63EF8F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6C7220-7DF4-4BE0-8D74-5816DEE7C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AB6C8-3664-4B6D-AF81-B8914024E703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13A117-97B4-49F9-AF50-32A42848A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5BC4AD-CCB7-4524-B635-9F20C8548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5AEBD-6A43-4173-97CA-CA28CEB564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874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5A0B9-7A89-4EE1-9290-327AF71F0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0CCB6D-AA1E-433F-91C2-415D8FF2F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AB6C8-3664-4B6D-AF81-B8914024E703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420465-7250-4DB2-A18C-437C1D346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191E96-0354-40F1-8708-EEDA93E75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5AEBD-6A43-4173-97CA-CA28CEB564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742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69CC98-999A-4FF1-886A-DF51597EB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AB6C8-3664-4B6D-AF81-B8914024E703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4EF3C1-7772-41D0-91B8-6005A7AD5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2B3608-8B70-4963-9AB6-FDE12BE13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5AEBD-6A43-4173-97CA-CA28CEB564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421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9FBCA-9E0B-4D11-881A-2F467E1FF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35EEB0-4665-418E-BEAE-9D0F2679FF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C0667E-AF86-4448-B7E6-1D95D26D9F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910DF2-96C7-4F5F-8818-93DEB726D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AB6C8-3664-4B6D-AF81-B8914024E703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62BFA1-55D5-4DD9-9B60-7C461BF4B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C219C5-3A8F-4998-88CA-FACB41804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5AEBD-6A43-4173-97CA-CA28CEB564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6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C2010-AEED-45D6-91C0-9BEC7E145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9AD416-93ED-412B-9402-29946BED7D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00BC9C-0FC2-4515-8E26-A704AB8543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7476D-5EAB-40E2-8C29-C99C1F358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AB6C8-3664-4B6D-AF81-B8914024E703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D136C7-D0E6-45DB-9227-066A3924B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8DB580-F3AF-4475-885A-3B63F8236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5AEBD-6A43-4173-97CA-CA28CEB564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192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4FF73-8102-4B8E-B601-F119E17D8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D673D6-1474-4459-A62F-6E265D1D6B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005A19-5034-4C92-8AD8-5357E7774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AB6C8-3664-4B6D-AF81-B8914024E703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BF16B-0C49-4E20-B193-A62FA4977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56E07-8319-45B7-B217-8E98BADD0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5AEBD-6A43-4173-97CA-CA28CEB564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515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3FEE24-94C7-4BFE-955E-7B0B7CBAD8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2CBA89-CDEF-4E92-8A60-6185BBEE77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59C376-4D3B-4374-8B8F-F95B4FB7E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AB6C8-3664-4B6D-AF81-B8914024E703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D19EC7-BDE5-4AF5-8F14-53EAF0849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446CEA-D6D4-4B57-B26D-35BAE1C12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5AEBD-6A43-4173-97CA-CA28CEB564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939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DA7E50-E4BA-4A0F-A27E-9DC2DAE7E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395759-E9A1-429C-A613-425F4092B3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F80BC8-E86F-41F0-A807-A261C1E3B6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BAB6C8-3664-4B6D-AF81-B8914024E703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DA4E4-9570-4C89-8F5B-B1E77B1530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24EFC3-572B-4758-8CC5-E3F832D6F9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D5AEBD-6A43-4173-97CA-CA28CEB564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657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7CD90-1AA3-44F2-B65D-762AD2BC20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>
            <a:normAutofit/>
          </a:bodyPr>
          <a:lstStyle/>
          <a:p>
            <a:r>
              <a:rPr lang="en-US" dirty="0"/>
              <a:t>480</a:t>
            </a:r>
            <a:br>
              <a:rPr lang="en-US" dirty="0"/>
            </a:br>
            <a:r>
              <a:rPr lang="ml-IN" b="1" dirty="0">
                <a:solidFill>
                  <a:srgbClr val="000000"/>
                </a:solidFill>
                <a:latin typeface="Kartika" panose="02020503030404060203" pitchFamily="18" charset="0"/>
              </a:rPr>
              <a:t>മുറ്റും വെടിപ്പാക്കാൻ 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82B639-87B4-4B41-BCA7-37290E6FDC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387600"/>
          </a:xfrm>
        </p:spPr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Muttum </a:t>
            </a:r>
            <a:r>
              <a:rPr lang="en-US" sz="4000" b="1" dirty="0" err="1">
                <a:solidFill>
                  <a:srgbClr val="002060"/>
                </a:solidFill>
              </a:rPr>
              <a:t>vedippaakkaan</a:t>
            </a:r>
            <a:r>
              <a:rPr lang="en-US" sz="4000" b="1" dirty="0">
                <a:solidFill>
                  <a:srgbClr val="002060"/>
                </a:solidFill>
              </a:rPr>
              <a:t>  </a:t>
            </a:r>
          </a:p>
          <a:p>
            <a:r>
              <a:rPr lang="en-US" sz="3800" i="1" dirty="0">
                <a:solidFill>
                  <a:srgbClr val="0070C0"/>
                </a:solidFill>
              </a:rPr>
              <a:t>I hear thy welcome voice – </a:t>
            </a:r>
          </a:p>
          <a:p>
            <a:r>
              <a:rPr lang="en-US" sz="3400" i="1" dirty="0">
                <a:solidFill>
                  <a:srgbClr val="0070C0"/>
                </a:solidFill>
              </a:rPr>
              <a:t>L. </a:t>
            </a:r>
            <a:r>
              <a:rPr lang="en-US" sz="3400" i="1" dirty="0" err="1">
                <a:solidFill>
                  <a:srgbClr val="0070C0"/>
                </a:solidFill>
              </a:rPr>
              <a:t>Hartsough</a:t>
            </a:r>
            <a:endParaRPr lang="en-US" sz="3400" i="1" dirty="0">
              <a:solidFill>
                <a:srgbClr val="0070C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727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0" y="1159210"/>
            <a:ext cx="11934092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മുറ്റും വെടിപ്പാക്കാൻ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 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എന്നെ ക്ഷണിക്കും നിന്‍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ഇമ്പസ്വരം ഞാൻ കേൾക്കുന്നു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 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കഴുകന്നെ നാഥാ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AD432C-CAB3-4942-BD8B-9386B870512E}"/>
              </a:ext>
            </a:extLst>
          </p:cNvPr>
          <p:cNvSpPr/>
          <p:nvPr/>
        </p:nvSpPr>
        <p:spPr>
          <a:xfrm>
            <a:off x="128956" y="2457111"/>
            <a:ext cx="12063046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നിങ്കലേക്കു ഞാന്‍ വരുന്നു നാഥാ</a:t>
            </a:r>
          </a:p>
          <a:p>
            <a:pPr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	കാൽവറി പ്രവാഹത്താൽ കഴുകെന്നെ ദേവാ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-64478" y="3755012"/>
            <a:ext cx="12063045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</a:rPr>
              <a:t>Muttum </a:t>
            </a:r>
            <a:r>
              <a:rPr lang="en-US" sz="3400" b="1" dirty="0" err="1">
                <a:solidFill>
                  <a:srgbClr val="002060"/>
                </a:solidFill>
              </a:rPr>
              <a:t>vedippaakkaan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enney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kshanhikkum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nin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Imbaswaram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njaan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kèlhkunnu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kazhukkenney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Naathaa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3A8B24-238C-4D44-93E0-9B8F8F0F7BE0}"/>
              </a:ext>
            </a:extLst>
          </p:cNvPr>
          <p:cNvSpPr/>
          <p:nvPr/>
        </p:nvSpPr>
        <p:spPr>
          <a:xfrm>
            <a:off x="128956" y="5052913"/>
            <a:ext cx="12063046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Ninkalèkku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varunnu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Naathaa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Kaalvari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pravaahaththaal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kazhukkenney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Devaa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480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D8B69-AEBA-4E47-AE82-87349DCDF219}"/>
              </a:ext>
            </a:extLst>
          </p:cNvPr>
          <p:cNvSpPr txBox="1"/>
          <p:nvPr/>
        </p:nvSpPr>
        <p:spPr>
          <a:xfrm>
            <a:off x="0" y="40011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71687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0" y="1159210"/>
            <a:ext cx="11934092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അശക്തൻ ദോഷി ഞാൻ, നിന്‍ ശക്തി നൽകുക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നിന്‍ രക്തമെന്‍ പാപക്കറ നീക്കി ശുദ്ധി നൽകും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AD432C-CAB3-4942-BD8B-9386B870512E}"/>
              </a:ext>
            </a:extLst>
          </p:cNvPr>
          <p:cNvSpPr/>
          <p:nvPr/>
        </p:nvSpPr>
        <p:spPr>
          <a:xfrm>
            <a:off x="128956" y="2457111"/>
            <a:ext cx="12063046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നിങ്കലേക്കു ഞാന്‍ വരുന്നു നാഥാ</a:t>
            </a:r>
          </a:p>
          <a:p>
            <a:pPr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	കാൽവറി പ്രവാഹത്താൽ കഴുകെന്നെ ദേവാ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-64478" y="3755012"/>
            <a:ext cx="12063045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 err="1">
                <a:solidFill>
                  <a:srgbClr val="002060"/>
                </a:solidFill>
              </a:rPr>
              <a:t>Ashakthan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doshi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njaan</a:t>
            </a:r>
            <a:r>
              <a:rPr lang="en-US" sz="3400" b="1" dirty="0">
                <a:solidFill>
                  <a:srgbClr val="002060"/>
                </a:solidFill>
              </a:rPr>
              <a:t>, Nin </a:t>
            </a:r>
            <a:r>
              <a:rPr lang="en-US" sz="3400" b="1" dirty="0" err="1">
                <a:solidFill>
                  <a:srgbClr val="002060"/>
                </a:solidFill>
              </a:rPr>
              <a:t>shakthi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nalkuka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>
                <a:solidFill>
                  <a:srgbClr val="002060"/>
                </a:solidFill>
              </a:rPr>
              <a:t>Nin </a:t>
            </a:r>
            <a:r>
              <a:rPr lang="en-US" sz="3400" b="1" dirty="0" err="1">
                <a:solidFill>
                  <a:srgbClr val="002060"/>
                </a:solidFill>
              </a:rPr>
              <a:t>rakthamen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paapakkara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neekki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shudhi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nalkum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3A8B24-238C-4D44-93E0-9B8F8F0F7BE0}"/>
              </a:ext>
            </a:extLst>
          </p:cNvPr>
          <p:cNvSpPr/>
          <p:nvPr/>
        </p:nvSpPr>
        <p:spPr>
          <a:xfrm>
            <a:off x="128956" y="5052913"/>
            <a:ext cx="12063046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Ninkalèkku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varunnu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Naathaa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Kaalvari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pravaahaththaal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kazhukkenney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Devaa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480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D8B69-AEBA-4E47-AE82-87349DCDF219}"/>
              </a:ext>
            </a:extLst>
          </p:cNvPr>
          <p:cNvSpPr txBox="1"/>
          <p:nvPr/>
        </p:nvSpPr>
        <p:spPr>
          <a:xfrm>
            <a:off x="0" y="40011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1499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0" y="1159210"/>
            <a:ext cx="11934092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വിശ്വാസം, സ്നേഹവും, സന്തോഷം ആശയും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പൂർണ്ണമാം സമാധാനവും ദാനംചെയ്ത കർത്താ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AD432C-CAB3-4942-BD8B-9386B870512E}"/>
              </a:ext>
            </a:extLst>
          </p:cNvPr>
          <p:cNvSpPr/>
          <p:nvPr/>
        </p:nvSpPr>
        <p:spPr>
          <a:xfrm>
            <a:off x="128956" y="2457111"/>
            <a:ext cx="12063046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നിങ്കലേക്കു ഞാന്‍ വരുന്നു നാഥാ</a:t>
            </a:r>
          </a:p>
          <a:p>
            <a:pPr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	കാൽവറി പ്രവാഹത്താൽ കഴുകെന്നെ ദേവാ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-64478" y="3755012"/>
            <a:ext cx="12063045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 err="1">
                <a:solidFill>
                  <a:srgbClr val="002060"/>
                </a:solidFill>
              </a:rPr>
              <a:t>Vishwaasam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snehavum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santhosham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aashayum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Poornhamaam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samaadhaanavum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daanam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cheitha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Karthaa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3A8B24-238C-4D44-93E0-9B8F8F0F7BE0}"/>
              </a:ext>
            </a:extLst>
          </p:cNvPr>
          <p:cNvSpPr/>
          <p:nvPr/>
        </p:nvSpPr>
        <p:spPr>
          <a:xfrm>
            <a:off x="128956" y="5052913"/>
            <a:ext cx="12063046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Ninkalèkku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varunnu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Naathaa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Kaalvari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pravaahaththaal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kazhukkenney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Devaa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480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D8B69-AEBA-4E47-AE82-87349DCDF219}"/>
              </a:ext>
            </a:extLst>
          </p:cNvPr>
          <p:cNvSpPr txBox="1"/>
          <p:nvPr/>
        </p:nvSpPr>
        <p:spPr>
          <a:xfrm>
            <a:off x="0" y="40011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4288664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0" y="1159210"/>
            <a:ext cx="11934092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സ്വാതന്ത്ര്യം നൽകുക സാക്ഷിപ്പാന്‍ ശക്തി താ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വാഗ്ദത്തങ്ങൾ നിവർത്തിക്ക സ്നേഹിതാ രക്ഷകാ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AD432C-CAB3-4942-BD8B-9386B870512E}"/>
              </a:ext>
            </a:extLst>
          </p:cNvPr>
          <p:cNvSpPr/>
          <p:nvPr/>
        </p:nvSpPr>
        <p:spPr>
          <a:xfrm>
            <a:off x="128956" y="2457111"/>
            <a:ext cx="12063046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നിങ്കലേക്കു ഞാന്‍ വരുന്നു നാഥാ</a:t>
            </a:r>
          </a:p>
          <a:p>
            <a:pPr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	കാൽവറി പ്രവാഹത്താൽ കഴുകെന്നെ ദേവാ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-64478" y="3755012"/>
            <a:ext cx="12063045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 err="1">
                <a:solidFill>
                  <a:srgbClr val="002060"/>
                </a:solidFill>
              </a:rPr>
              <a:t>Swaathanthryam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nalkuka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saakshippaan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shakthi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thaa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Vaagdaththangalh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nivarthikka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snehithaa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rakshakaa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3A8B24-238C-4D44-93E0-9B8F8F0F7BE0}"/>
              </a:ext>
            </a:extLst>
          </p:cNvPr>
          <p:cNvSpPr/>
          <p:nvPr/>
        </p:nvSpPr>
        <p:spPr>
          <a:xfrm>
            <a:off x="128956" y="5052913"/>
            <a:ext cx="12063046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Ninkalèkku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varunnu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Naathaa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Kaalvari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pravaahaththaal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kazhukkenney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Devaa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480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D8B69-AEBA-4E47-AE82-87349DCDF219}"/>
              </a:ext>
            </a:extLst>
          </p:cNvPr>
          <p:cNvSpPr txBox="1"/>
          <p:nvPr/>
        </p:nvSpPr>
        <p:spPr>
          <a:xfrm>
            <a:off x="0" y="40011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544865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0" y="1159210"/>
            <a:ext cx="11934092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നിത്യം കൃപ നല്കി ഉറപ്പിക്കെന്നെ നീ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രക്ഷണ്യവേല രക്തത്താൽ നിവർത്തിക്ക നാഥാ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AD432C-CAB3-4942-BD8B-9386B870512E}"/>
              </a:ext>
            </a:extLst>
          </p:cNvPr>
          <p:cNvSpPr/>
          <p:nvPr/>
        </p:nvSpPr>
        <p:spPr>
          <a:xfrm>
            <a:off x="128956" y="2457111"/>
            <a:ext cx="12063046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നിങ്കലേക്കു ഞാന്‍ വരുന്നു നാഥാ</a:t>
            </a:r>
          </a:p>
          <a:p>
            <a:pPr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	കാൽവറി പ്രവാഹത്താൽ കഴുകെന്നെ ദേവാ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-64478" y="3755012"/>
            <a:ext cx="12063045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 err="1">
                <a:solidFill>
                  <a:srgbClr val="002060"/>
                </a:solidFill>
              </a:rPr>
              <a:t>Nithyam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kripa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nalki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urappikkenney</a:t>
            </a:r>
            <a:r>
              <a:rPr lang="en-US" sz="3400" b="1" dirty="0">
                <a:solidFill>
                  <a:srgbClr val="002060"/>
                </a:solidFill>
              </a:rPr>
              <a:t> nee</a:t>
            </a:r>
          </a:p>
          <a:p>
            <a:r>
              <a:rPr lang="en-US" sz="3400" b="1" dirty="0" err="1">
                <a:solidFill>
                  <a:srgbClr val="002060"/>
                </a:solidFill>
              </a:rPr>
              <a:t>Rakshanhyavèla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rakthathaal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nivarththikka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naathaa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3A8B24-238C-4D44-93E0-9B8F8F0F7BE0}"/>
              </a:ext>
            </a:extLst>
          </p:cNvPr>
          <p:cNvSpPr/>
          <p:nvPr/>
        </p:nvSpPr>
        <p:spPr>
          <a:xfrm>
            <a:off x="128956" y="5052913"/>
            <a:ext cx="12063046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Ninkalèkku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varunnu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Naathaa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Kaalvari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pravaahaththaal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kazhukkenney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Devaa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480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D8B69-AEBA-4E47-AE82-87349DCDF219}"/>
              </a:ext>
            </a:extLst>
          </p:cNvPr>
          <p:cNvSpPr txBox="1"/>
          <p:nvPr/>
        </p:nvSpPr>
        <p:spPr>
          <a:xfrm>
            <a:off x="0" y="40011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067244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0" y="1159210"/>
            <a:ext cx="11934092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വീണ്ടെടുപ്പിൻ വില പാവന രക്തത്താൽ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നീതി, കൃപ, ശ്രേഷ്ഠദാനം എഴയ്ക്കു നൽകുകെ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AD432C-CAB3-4942-BD8B-9386B870512E}"/>
              </a:ext>
            </a:extLst>
          </p:cNvPr>
          <p:cNvSpPr/>
          <p:nvPr/>
        </p:nvSpPr>
        <p:spPr>
          <a:xfrm>
            <a:off x="128956" y="2457111"/>
            <a:ext cx="12063046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നിങ്കലേക്കു ഞാന്‍ വരുന്നു നാഥാ</a:t>
            </a:r>
          </a:p>
          <a:p>
            <a:pPr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	കാൽവറി പ്രവാഹത്താൽ കഴുകെന്നെ ദേവാ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-64478" y="3755012"/>
            <a:ext cx="12063045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 err="1">
                <a:solidFill>
                  <a:srgbClr val="002060"/>
                </a:solidFill>
              </a:rPr>
              <a:t>Veendeduppin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vila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paavana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rakthathaal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Neethi</a:t>
            </a:r>
            <a:r>
              <a:rPr lang="en-US" sz="3400" b="1" dirty="0">
                <a:solidFill>
                  <a:srgbClr val="002060"/>
                </a:solidFill>
              </a:rPr>
              <a:t>, </a:t>
            </a:r>
            <a:r>
              <a:rPr lang="en-US" sz="3400" b="1" dirty="0" err="1">
                <a:solidFill>
                  <a:srgbClr val="002060"/>
                </a:solidFill>
              </a:rPr>
              <a:t>kripa</a:t>
            </a:r>
            <a:r>
              <a:rPr lang="en-US" sz="3400" b="1" dirty="0">
                <a:solidFill>
                  <a:srgbClr val="002060"/>
                </a:solidFill>
              </a:rPr>
              <a:t>, </a:t>
            </a:r>
            <a:r>
              <a:rPr lang="en-US" sz="3400" b="1" dirty="0" err="1">
                <a:solidFill>
                  <a:srgbClr val="002060"/>
                </a:solidFill>
              </a:rPr>
              <a:t>shreshtadaanam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ezhaikku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nalkukey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3A8B24-238C-4D44-93E0-9B8F8F0F7BE0}"/>
              </a:ext>
            </a:extLst>
          </p:cNvPr>
          <p:cNvSpPr/>
          <p:nvPr/>
        </p:nvSpPr>
        <p:spPr>
          <a:xfrm>
            <a:off x="128956" y="5052913"/>
            <a:ext cx="12063046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Ninkalèkku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varunnu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Naathaa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Kaalvari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pravaahaththaal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kazhukkenney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Devaa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480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D8B69-AEBA-4E47-AE82-87349DCDF219}"/>
              </a:ext>
            </a:extLst>
          </p:cNvPr>
          <p:cNvSpPr txBox="1"/>
          <p:nvPr/>
        </p:nvSpPr>
        <p:spPr>
          <a:xfrm>
            <a:off x="0" y="40011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6792137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219</Words>
  <Application>Microsoft Office PowerPoint</Application>
  <PresentationFormat>Widescreen</PresentationFormat>
  <Paragraphs>64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Kartika</vt:lpstr>
      <vt:lpstr>Office Theme</vt:lpstr>
      <vt:lpstr>480 മുറ്റും വെടിപ്പാക്കാൻ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Muttum vedipakkaan</dc:title>
  <dc:creator>Acsah Mathews</dc:creator>
  <cp:lastModifiedBy>Acsah Mathews</cp:lastModifiedBy>
  <cp:revision>2</cp:revision>
  <dcterms:created xsi:type="dcterms:W3CDTF">2018-12-03T13:15:20Z</dcterms:created>
  <dcterms:modified xsi:type="dcterms:W3CDTF">2018-12-03T14:03:24Z</dcterms:modified>
</cp:coreProperties>
</file>