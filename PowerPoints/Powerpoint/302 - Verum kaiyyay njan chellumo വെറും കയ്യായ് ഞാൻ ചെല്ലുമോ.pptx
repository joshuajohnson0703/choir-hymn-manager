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83" r:id="rId3"/>
    <p:sldId id="288" r:id="rId4"/>
    <p:sldId id="289" r:id="rId5"/>
    <p:sldId id="293" r:id="rId6"/>
    <p:sldId id="290" r:id="rId7"/>
    <p:sldId id="294" r:id="rId8"/>
    <p:sldId id="291" r:id="rId9"/>
    <p:sldId id="295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44491-4248-4A45-8E1F-EA576E79535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387D5-AEE5-46AF-8B10-9DC62A9937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AD154-158B-4F87-B4D8-A1B8F5EA235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779B7-7226-434E-BDFE-474B80F56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9293F-E090-4387-811D-83E82E4C664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84B8E-1A59-4023-BF5C-EE7D00A05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CD00D-E6BE-488A-BEA3-CF96CACFBF1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36BA3-6F3B-49FB-945D-FBB26E023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E977F-28FD-4775-8E4A-34CE777CAFC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406D9-FFB8-40AA-9FB8-E36BECE620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62AD-5A54-4DDA-97FC-914A9DCC9C9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6E7D3-2E94-4813-A7C7-2ADAA1B7EA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728E0-F835-4AFF-A8BD-1E596988E21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CD5EC-A87C-40AB-8077-071330ED3A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7603D-56B2-416D-A832-082D8246C7E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0B00F-78C6-4FDC-B931-017BF83D2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CF39C-0BC6-4EE6-A1FB-CC4A56A7FB0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93EA3-1391-41C1-85CC-7A7E378EB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D5DB3-00BC-45E6-B43F-004AFC1E5C7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6BBC4-EC19-4B9E-BD64-50E5877AA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21A6A-802E-41FA-A412-FBAD68C6F00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ADDF7-9346-4012-B1D8-5D8EB7F99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C6FF1A-C051-466C-84B6-AAA87B2FAB9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BC260AF-D924-4D29-91BF-2EC9AADE4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67E6-1E6F-4415-884C-47CDF7B8B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വെറും കയ്യായ് ഞാൻ ചെല്ലുമോ</a:t>
            </a:r>
            <a:r>
              <a:rPr lang="en-US" b="1">
                <a:latin typeface="Kartika" panose="02020503030404060203" pitchFamily="18" charset="0"/>
              </a:rPr>
              <a:t>?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C1109-56B8-4288-B8CF-17AB9DE78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Verum </a:t>
            </a:r>
            <a:r>
              <a:rPr lang="en-US" sz="4000" b="1" dirty="0" err="1">
                <a:solidFill>
                  <a:srgbClr val="002060"/>
                </a:solidFill>
              </a:rPr>
              <a:t>kayyaay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njaan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chellumo</a:t>
            </a:r>
            <a:r>
              <a:rPr lang="en-US" sz="4000" b="1" dirty="0">
                <a:solidFill>
                  <a:srgbClr val="002060"/>
                </a:solidFill>
              </a:rPr>
              <a:t>?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Must I go empty handed – C.C. Luther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3573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90600" y="1143000"/>
            <a:ext cx="112014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കയ്യായ് ഞാൻ ചെല്ലുമോ?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സന്നിധിയിൽ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ഒറ്റ നാളിൻ സേവ പോലും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 വെക്കാതെ മുമ്പിൽ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D8AA7-612E-4DF7-B878-8BB675954CED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818309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Verum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kayyaay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chellumo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?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Otta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naalhin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seva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polum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kaazhcha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vekkaathey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7929"/>
            <a:ext cx="12192000" cy="26670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കയ്യായ് ഞാൻ ചെല്ലുമോ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മുമ്പിൽ നില്പാൻ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ദേഹി പോലുമില്ലാതെങ്ങനെ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580193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Verum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kayyaay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chellumo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nilpaan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dehi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polu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millaathenganey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vanhangum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5506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90600" y="1143000"/>
            <a:ext cx="112014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വീണ്ടെടുത്തതാൽ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മൃത്യുവെ ഭയമില്ല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കയ്യായ് തന്നെക്കാണ്‍മാൻ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ഉണ്ടെനിക്കേറ്റം ഭയം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D8AA7-612E-4DF7-B878-8BB675954CED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818309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veendeduththathaal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mrithyuvey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bhayamilla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Verum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kayyaay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kaanhmaan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undenikettam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bhayam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956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7929"/>
            <a:ext cx="12192000" cy="26670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കയ്യായ് ഞാൻ ചെല്ലുമോ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മുമ്പിൽ നില്പാൻ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ദേഹി പോലുമില്ലാതെങ്ങനെ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580193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Verum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kayyaay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chellumo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nilpaan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dehi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polu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millaathenganey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vanhangum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9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90600" y="1143000"/>
            <a:ext cx="112014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ചെയ്തു നാൾ കഴിച്ച-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തുദ്ധരിച്ചിടാമെങ്കിൽ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പാദത്തിൽ കാഴ്ച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വെച്ചുപയോഗിച്ചിടാം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D8AA7-612E-4DF7-B878-8BB675954CED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818309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kazhichcha-thudhdharichchidaamenkil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kaazhcha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vechch-upayogichchidaam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261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7929"/>
            <a:ext cx="12192000" cy="26670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കയ്യായ് ഞാൻ ചെല്ലുമോ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മുമ്പിൽ നില്പാൻ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ദേഹി പോലുമില്ലാതെങ്ങനെ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580193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Verum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kayyaay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chellumo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nilpaan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dehi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polu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millaathenganey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vanhangum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495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90600" y="1143000"/>
            <a:ext cx="11201400" cy="26670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ശുദ്ധരേ! വേഗമുണർന്നു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പകൽ നേരം യത്നിപ്പിൻ!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രാത്രിവരും മുമ്പേ തന്നെ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ആത്മനേട്ടം ചെയ്തിടാൻ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D8AA7-612E-4DF7-B878-8BB675954CED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818309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Shudhdharey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vegamunharnnu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yathnippin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Raathrivarum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munbey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aathmanèttam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cheithidaan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527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7929"/>
            <a:ext cx="12192000" cy="26670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വെറും കയ്യായ് ഞാൻ ചെല്ലുമോ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രക്ഷകൻ മുമ്പിൽ നില്പാൻ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ദേഹി പോലുമില്ലാതെങ്ങനെ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67E-661F-424A-A3FF-1AE41F6C3F5D}"/>
              </a:ext>
            </a:extLst>
          </p:cNvPr>
          <p:cNvSpPr/>
          <p:nvPr/>
        </p:nvSpPr>
        <p:spPr>
          <a:xfrm>
            <a:off x="1143000" y="3580193"/>
            <a:ext cx="9525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70C0"/>
                </a:solidFill>
                <a:latin typeface="+mn-lt"/>
              </a:rPr>
              <a:t>Verum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kayyaay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chellumo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munbil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nilpaan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Oru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dehi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polu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millaathenganey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vanhangum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9887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162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302 വെറും കയ്യായ് ഞാൻ ചെല്ലുമോ?</vt:lpstr>
      <vt:lpstr>വെറും കയ്യായ് ഞാൻ ചെല്ലുമോ?  രക്ഷകൻ സന്നിധിയിൽ  ഒറ്റ നാളിൻ സേവ പോലും  കാഴ്ച വെക്കാതെ മുമ്പിൽ </vt:lpstr>
      <vt:lpstr>വെറും കയ്യായ് ഞാൻ ചെല്ലുമോ   രക്ഷകൻ മുമ്പിൽ നില്പാൻ?   ഒരു ദേഹി പോലുമില്ലാതെങ്ങനെ  വണങ്ങും ഞാൻ?</vt:lpstr>
      <vt:lpstr>രക്ഷകൻ വീണ്ടെടുത്തതാൽ  മൃത്യുവെ ഭയമില്ല  വെറും കയ്യായ് തന്നെക്കാണ്‍മാൻ  ഉണ്ടെനിക്കേറ്റം ഭയം</vt:lpstr>
      <vt:lpstr>വെറും കയ്യായ് ഞാൻ ചെല്ലുമോ   രക്ഷകൻ മുമ്പിൽ നില്പാൻ?   ഒരു ദേഹി പോലുമില്ലാതെങ്ങനെ  വണങ്ങും ഞാൻ?</vt:lpstr>
      <vt:lpstr>പാപം ചെയ്തു നാൾ കഴിച്ച- തുദ്ധരിച്ചിടാമെങ്കിൽ  രക്ഷകൻ പാദത്തിൽ കാഴ്ച  വെച്ചുപയോഗിച്ചിടാം</vt:lpstr>
      <vt:lpstr>വെറും കയ്യായ് ഞാൻ ചെല്ലുമോ   രക്ഷകൻ മുമ്പിൽ നില്പാൻ?   ഒരു ദേഹി പോലുമില്ലാതെങ്ങനെ  വണങ്ങും ഞാൻ?</vt:lpstr>
      <vt:lpstr>ശുദ്ധരേ! വേഗമുണർന്നു  പകൽ നേരം യത്നിപ്പിൻ! രാത്രിവരും മുമ്പേ തന്നെ  ആത്മനേട്ടം ചെയ്തിടാൻ</vt:lpstr>
      <vt:lpstr>വെറും കയ്യായ് ഞാൻ ചെല്ലുമോ   രക്ഷകൻ മുമ്പിൽ നില്പാൻ?   ഒരു ദേഹി പോലുമില്ലാതെങ്ങനെ  വണങ്ങും ഞാൻ?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Verum kaiyay njan chellumo</dc:title>
  <dc:creator>Digital Input:; GM JOHN; Acsah Mathews</dc:creator>
  <cp:lastModifiedBy>Acsah Mathews</cp:lastModifiedBy>
  <cp:revision>426</cp:revision>
  <dcterms:created xsi:type="dcterms:W3CDTF">2013-04-19T09:19:07Z</dcterms:created>
  <dcterms:modified xsi:type="dcterms:W3CDTF">2018-11-16T16:11:31Z</dcterms:modified>
</cp:coreProperties>
</file>