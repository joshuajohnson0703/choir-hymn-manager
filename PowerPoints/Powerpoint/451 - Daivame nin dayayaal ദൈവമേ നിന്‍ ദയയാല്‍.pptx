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1" r:id="rId5"/>
    <p:sldId id="259" r:id="rId6"/>
    <p:sldId id="262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F2ED-CE05-426B-A3AB-E093CCA0B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4B349-17D8-4C2C-B1E7-4D150CFFF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5D8BE-5401-4FE6-9E22-8598F78A9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57366-E5EA-4D8D-B709-8CD81ADEA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6097-DF1C-4413-8C54-A71B6755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5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5DE3-0685-4BA9-8513-FBAED0B7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0EA7D-63D7-4967-BE29-E112E557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59FD-5BE0-45E5-B6FF-856821641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E2527-5BE8-4E48-B199-4D62BFDA9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2B85A-7A14-4CD2-9161-2A656F20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5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D5E1-0186-4C4A-A4C4-ADB5318E7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5154B-A4DB-48B4-8992-6F4497857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5314-E12D-48EB-B9AF-8D3E5957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90B2B-5270-4082-8839-C7C28DC9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4F2F-0D4B-40D6-AF67-8383C6BA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20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7525-63BC-4797-ADE9-E1928583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9A01C-8A48-4A04-80A5-815E94496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A0BA8-58A6-4923-B490-63BB79444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61835-7B8A-4F47-BA7A-4B36EF73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83BCA-54D5-4459-A3B6-0AE9CB8DA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2D47F-DCAD-4E4F-A9C2-9870D263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3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775AC-692C-4B4D-86DA-AE01E37A7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AC92F-288E-4641-AB42-08B86C82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DDC43-36AB-498A-83EC-15FF572BE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736AA-254A-4C2E-BCC9-39E6C6445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CE1FE4-E117-401F-B97C-A03B8687C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1012C-5C65-47DB-9A95-51FA788FF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8C88F-2D2F-4917-B510-465FD0A4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C3CBD6-3571-4F41-BED8-2BEADC98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13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7AFE6-5D04-44A5-A6D6-4B98E097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280AC7-123B-4BA1-AAE0-F03B3E819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588A1-58F9-41AF-8038-88821AD6B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FBDD42-A917-42EE-AE5B-75C975A5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9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7EBAED-DE89-469B-8955-6EE4024E6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46DD8-79B8-4689-88F2-F51A259C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976D7-43B0-4718-97E0-91CBE4DE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2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3B518-F635-43E3-86CE-56154ABD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ABE2E-54F7-4897-8BCB-4444A1716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A7464-6896-4F71-BD15-A98AB8167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87F6C-4B43-4060-A117-CA9E5E63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09AB7-E2D3-4FB8-A4C3-78E8876C6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B4E28-81AB-45E2-BBD3-D99AD3947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7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77C0-F1E8-49C8-9A30-13AF06280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9A15D1-BB52-480E-BB8E-FF0A67847F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193BE-1742-4D5E-A7D2-B0A63D546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242E2D-D3A6-46FB-97E0-9375E044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17E49-A264-4A38-99D7-013BAB5DA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3C7C0-75E2-4B69-8A8E-3EFDF0244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08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7F905-3303-488A-9E99-2B087FE79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69B-EF46-4BE7-8A81-927B6931D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0CA5B-1310-4B6B-A672-9CCDAC1A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45A78-19AE-4921-8F99-5A7B2E161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A8D07-CB61-4B34-AE27-7CD1EB99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E13B6-E5BE-42DB-8542-D4639DA43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079D2-645B-471A-AE8B-D7A1E9326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3486F-D6F4-4CD3-9538-1A3FFBD0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D9862-B400-451A-B238-D7977158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8D89C-03DC-487D-8C1D-273B3C0A3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28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AA091-BF18-4114-A990-9DFB0B66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C5162-8263-4A7F-81B7-9B9641E18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266D4-1A21-46B4-AD69-BCD9FFDEC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435F2-7989-4164-BC08-1B565B923436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EEC24-241E-4314-855E-7F35E1EA5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C528-3CBB-4643-A476-E458ECE9B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53769-7DBC-4E83-877F-B5199756E5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3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1122363"/>
            <a:ext cx="10708987" cy="2387600"/>
          </a:xfrm>
        </p:spPr>
        <p:txBody>
          <a:bodyPr>
            <a:normAutofit/>
          </a:bodyPr>
          <a:lstStyle/>
          <a:p>
            <a:r>
              <a:rPr lang="en-US" dirty="0"/>
              <a:t>451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ദൈവമേ നിന്‍ ദയയാല്‍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0583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Daivame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dayayaal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1DED54-CFFE-4DBD-9F52-9AC9E495439C}"/>
              </a:ext>
            </a:extLst>
          </p:cNvPr>
          <p:cNvSpPr/>
          <p:nvPr/>
        </p:nvSpPr>
        <p:spPr>
          <a:xfrm>
            <a:off x="1789334" y="4567237"/>
            <a:ext cx="39709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rgbClr val="C00000"/>
                </a:solidFill>
                <a:latin typeface="Calibri" panose="020F0502020204030204" pitchFamily="34" charset="0"/>
              </a:rPr>
              <a:t>(റവ. തോമസ് ചെറിയാൻ)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68A94E-2F50-4B92-B146-3C171D3306D6}"/>
              </a:ext>
            </a:extLst>
          </p:cNvPr>
          <p:cNvSpPr/>
          <p:nvPr/>
        </p:nvSpPr>
        <p:spPr>
          <a:xfrm>
            <a:off x="8753013" y="4567237"/>
            <a:ext cx="25655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(Rev. Thomas Cherian) </a:t>
            </a: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1000036"/>
            <a:ext cx="12192000" cy="2135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ദൈവമേ നിന്‍ ദയയാല്‍ 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മനസ്സലിയണമേ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ബഹുലമായ നിന്‍ കരുണയാലെന്‍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കുറവുകള്‍ ക്ഷമിക്ക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0" y="3231334"/>
            <a:ext cx="12168552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Daivame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dayayaal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manassaliyanhame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Bahulamaaya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karunhayaal-en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kurhavukalh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kshamikka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144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304796" y="1046284"/>
            <a:ext cx="11863756" cy="2394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നിന്‍ മുഖം മറയ്ക്കരുതേ നിന്‍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സന്നിധി മതിയെനിക്കെന്നുമെന്നും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തകര്‍ന്ന എന്‍റെ മനസ്സിനെ 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</a:endParaRP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നിരസിക്കരുതേ നാഥനേ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0" y="3380867"/>
            <a:ext cx="10691446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Nin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mukham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maraykkaruthe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sannidhi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mathi-yenikk-enumennum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Thakarnna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ente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manassine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>
                <a:solidFill>
                  <a:srgbClr val="002060"/>
                </a:solidFill>
              </a:rPr>
              <a:t>nee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nirassikkaruthe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naadhane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451</a:t>
            </a: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1000036"/>
            <a:ext cx="12192000" cy="2135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ദൈവമേ നിന്‍ ദയയാല്‍ 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മനസ്സലിയണമേ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ബഹുലമായ നിന്‍ കരുണയാലെന്‍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കുറവുകള്‍ ക്ഷമിക്ക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0" y="3231334"/>
            <a:ext cx="12168552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Daivame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dayayaal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manassaliyanhame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Bahulamaaya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karunhayaal-en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kurhavukalh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kshamikka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1088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304796" y="1046284"/>
            <a:ext cx="11863756" cy="2394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നിര്‍മ്മലമായൊരു ഹൃദയമേകൂ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രക്ഷയിന്‍ മോദം നല്‍കുകേ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തുറക്കൂ എന്‍ അധരങ്ങളെ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വര്‍ണ്ണിക്കും ഞാന്‍ നിന്‍ നീതിയെ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0" y="3380867"/>
            <a:ext cx="10691446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Nirmmalamaayoru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hridayamekoo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rakshayin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modam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nalkuke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Thurakkoo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adharangalhe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varnnhikkum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njan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neethiye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(2)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2D61AC-837B-4A12-9C81-3D366401F5D1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451</a:t>
            </a:r>
          </a:p>
        </p:txBody>
      </p:sp>
    </p:spTree>
    <p:extLst>
      <p:ext uri="{BB962C8B-B14F-4D97-AF65-F5344CB8AC3E}">
        <p14:creationId xmlns:p14="http://schemas.microsoft.com/office/powerpoint/2010/main" val="45855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1000036"/>
            <a:ext cx="12192000" cy="2135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ദൈവമേ നിന്‍ ദയയാല്‍ 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മനസ്സലിയണമേ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ബഹുലമായ നിന്‍ കരുണയാലെന്‍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കുറവുകള്‍ ക്ഷമിക്ക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0" y="3231334"/>
            <a:ext cx="12168552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Daivame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dayayaal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manassaliyanhame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Bahulamaaya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karunhayaal-en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kurhavukalh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kshamikka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307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-23448" y="230676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304796" y="1046284"/>
            <a:ext cx="11863756" cy="2394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നീതിയും നന്മയും നിലനിര്‍ത്താന്‍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പുതുഘടനകള്‍ പണിതിടാന്‍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ആത്മപൂര്‍ണ്ണനായ് തീരുവാന്‍ </a:t>
            </a:r>
          </a:p>
          <a:p>
            <a:pPr>
              <a:lnSpc>
                <a:spcPct val="110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ശക്തി നല്‍കുക എന്നില്‍ നീ 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(2)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0" y="3380867"/>
            <a:ext cx="10691446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Neethiyum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nanmayum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nilanirththaan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Puthu-ghadanakalh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panhithidaan</a:t>
            </a:r>
            <a:endParaRPr lang="en-US" sz="3400" b="1" i="0" u="none" strike="noStrike" baseline="0" dirty="0">
              <a:solidFill>
                <a:srgbClr val="002060"/>
              </a:solidFill>
            </a:endParaRP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Aathmapoornnhanaai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theeruvaan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shakthi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nalkuka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400" b="1" i="0" u="none" strike="noStrike" baseline="0" dirty="0" err="1">
                <a:solidFill>
                  <a:srgbClr val="002060"/>
                </a:solidFill>
              </a:rPr>
              <a:t>ennil</a:t>
            </a:r>
            <a:r>
              <a:rPr lang="en-US" sz="3400" b="1" i="0" u="none" strike="noStrike" baseline="0" dirty="0">
                <a:solidFill>
                  <a:srgbClr val="002060"/>
                </a:solidFill>
              </a:rPr>
              <a:t> nee (2)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7BC1B-3B60-45FC-8A0A-EFCD19E9276A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451</a:t>
            </a:r>
          </a:p>
        </p:txBody>
      </p:sp>
    </p:spTree>
    <p:extLst>
      <p:ext uri="{BB962C8B-B14F-4D97-AF65-F5344CB8AC3E}">
        <p14:creationId xmlns:p14="http://schemas.microsoft.com/office/powerpoint/2010/main" val="220405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E0CFF-59EE-4BA2-9F3A-A35EA0BEBEE3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451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B568-4F0F-4C4D-8858-5203B2C8BEA6}"/>
              </a:ext>
            </a:extLst>
          </p:cNvPr>
          <p:cNvSpPr/>
          <p:nvPr/>
        </p:nvSpPr>
        <p:spPr>
          <a:xfrm>
            <a:off x="0" y="1000036"/>
            <a:ext cx="12192000" cy="2135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ദൈവമേ നിന്‍ ദയയാല്‍ 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മനസ്സലിയണമേ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ബഹുലമായ നിന്‍ കരുണയാലെന്‍</a:t>
            </a:r>
            <a:r>
              <a:rPr lang="en-US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കുറവുകള്‍ ക്ഷമിക്ക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2A28E5-9802-4F4A-B832-D01915F891DD}"/>
              </a:ext>
            </a:extLst>
          </p:cNvPr>
          <p:cNvSpPr/>
          <p:nvPr/>
        </p:nvSpPr>
        <p:spPr>
          <a:xfrm>
            <a:off x="0" y="3231334"/>
            <a:ext cx="12168552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Daivame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dayayaal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manassaliyanhame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Bahulamaaya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karunhayaal-en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kurhavukalh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kshamikka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4917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Kartika</vt:lpstr>
      <vt:lpstr>Office Theme</vt:lpstr>
      <vt:lpstr>451 ദൈവമേ നിന്‍ ദയയാല്‍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Daivame nin dayayaal</dc:title>
  <dc:creator>Acsah Mathews</dc:creator>
  <cp:lastModifiedBy>Acsah Mathews</cp:lastModifiedBy>
  <cp:revision>2</cp:revision>
  <dcterms:created xsi:type="dcterms:W3CDTF">2018-11-30T13:21:10Z</dcterms:created>
  <dcterms:modified xsi:type="dcterms:W3CDTF">2018-11-30T13:22:10Z</dcterms:modified>
</cp:coreProperties>
</file>