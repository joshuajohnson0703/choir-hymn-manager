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26120-A926-467A-A0E5-49D5C3C6D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A12F51-E8EE-4947-833E-F550F0FDC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76BA3-8930-45ED-88B3-15557930A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E5F71-F4EE-4834-890F-642B51BEE9FB}" type="datetimeFigureOut">
              <a:rPr lang="en-US" smtClean="0"/>
              <a:t>8/20/2022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C1BF2-33E7-4D56-9BBD-CDE9F2CF9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DDDED-8E7E-4437-8E85-B2B043040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B1AF8-1318-46E8-B27B-52033C52B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732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2586B-0E31-476F-A42D-3484B7D2C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A189C-F35C-45E2-A825-4C1E70F88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DE738-8DD0-4CB6-B7E8-0C34998D8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E5F71-F4EE-4834-890F-642B51BEE9FB}" type="datetimeFigureOut">
              <a:rPr lang="en-US" smtClean="0"/>
              <a:t>8/20/2022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6A740-39F7-486A-84D2-82A0DD79C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B7950-16E3-4498-BA08-8366974E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B1AF8-1318-46E8-B27B-52033C52B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08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EBCA0-2D5E-4B69-9602-7F9F177E5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042EC-E8F7-44F9-B3C5-05D35333B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61396-1900-468F-8A12-EFD930A62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E5F71-F4EE-4834-890F-642B51BEE9FB}" type="datetimeFigureOut">
              <a:rPr lang="en-US" smtClean="0"/>
              <a:t>8/20/2022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C21B4-8373-4BC4-9F0E-F90BC7B27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11089-FE2E-47DC-A101-4BDD8A522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B1AF8-1318-46E8-B27B-52033C52B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452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264C2-9FD6-4675-90E9-95143C98F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9DF9D-3711-482B-BA86-69953AF067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6983B-3EF1-4D12-9611-138537A82B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CDC443-3C68-4FAA-9BC6-47A56782A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E5F71-F4EE-4834-890F-642B51BEE9FB}" type="datetimeFigureOut">
              <a:rPr lang="en-US" smtClean="0"/>
              <a:t>8/20/2022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9CBAE-E778-4B95-9F06-6D8E72655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EB6DD-DC5D-46AF-A4DE-59BD23FA8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B1AF8-1318-46E8-B27B-52033C52B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64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E914A-2707-4CFC-AA3F-C24CAD201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61BD3-408D-4A42-B9C0-4ABA35AAD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486402-C15A-497E-BB91-7AE658CE6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95F660-4E63-4658-81AA-8E3ECB9B8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794E7C-A0F2-458A-B7E4-7062A5AA9B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4C35AF-9BAD-4A8F-9A96-15559ED02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E5F71-F4EE-4834-890F-642B51BEE9FB}" type="datetimeFigureOut">
              <a:rPr lang="en-US" smtClean="0"/>
              <a:t>8/20/2022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A058A5-DC65-4CA4-9748-BC61314D4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28ABF0-26C2-47F1-8AA1-7C5281967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B1AF8-1318-46E8-B27B-52033C52B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377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A7278-071C-4449-A1FC-A3E3D50D7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D06154-A674-4DDB-A3D9-9D5FB44CF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E5F71-F4EE-4834-890F-642B51BEE9FB}" type="datetimeFigureOut">
              <a:rPr lang="en-US" smtClean="0"/>
              <a:t>8/20/2022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30143-6928-49EF-8254-59C2F90A3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8F0AE2-4FC9-4E4B-9837-E6F38FD92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B1AF8-1318-46E8-B27B-52033C52B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562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5C993-C3AB-44E5-8AC2-EE62560E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E5F71-F4EE-4834-890F-642B51BEE9FB}" type="datetimeFigureOut">
              <a:rPr lang="en-US" smtClean="0"/>
              <a:t>8/20/2022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4BAFA3-843E-4D5E-A0E3-CE4B1B71D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A1768-E2B3-4D2D-8A27-E895EF793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B1AF8-1318-46E8-B27B-52033C52B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84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C298E-5C0E-454D-BE17-7E0535C8A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F1977-A720-402F-A9BA-A4AD65382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6806D-A739-4C19-8F34-8DDE40D13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467DD-8D98-457A-8244-D00A2C690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E5F71-F4EE-4834-890F-642B51BEE9FB}" type="datetimeFigureOut">
              <a:rPr lang="en-US" smtClean="0"/>
              <a:t>8/20/2022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5DCD4-3F8F-430F-A15A-88D7B75BC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E49FE-3228-4F72-A75E-005D62B2D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B1AF8-1318-46E8-B27B-52033C52B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21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3BE48-6001-4366-93F4-001059B23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B5F370-5D80-4B6C-BB85-13A52707D6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4C1FD8-21FE-4907-AC8D-5062EBE5E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B6AF2-1B34-4223-80EA-05DBB69F6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E5F71-F4EE-4834-890F-642B51BEE9FB}" type="datetimeFigureOut">
              <a:rPr lang="en-US" smtClean="0"/>
              <a:t>8/20/2022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E9D85-2CAA-41DD-975F-E1DB9D7DE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41C0F-44D1-45A3-B39F-F216A12C1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B1AF8-1318-46E8-B27B-52033C52B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21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00768-76AB-4B17-9335-D2012E1A6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2102A5-C9C3-4E0E-B833-EDC006510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48090-2AB8-460F-BDAA-D59FC2DAC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E5F71-F4EE-4834-890F-642B51BEE9FB}" type="datetimeFigureOut">
              <a:rPr lang="en-US" smtClean="0"/>
              <a:t>8/20/2022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E1B2B-76DF-456F-8FEA-D07B0D4DE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0F6C4-7CAA-40C0-A85F-E6386D34F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B1AF8-1318-46E8-B27B-52033C52B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266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E51C5E-867E-4459-B037-75220EE20B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078DD-8D37-4628-8038-0DE3F4C06D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46DC7-DAFE-4F02-8071-2C32C8BA2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E5F71-F4EE-4834-890F-642B51BEE9FB}" type="datetimeFigureOut">
              <a:rPr lang="en-US" smtClean="0"/>
              <a:t>8/20/2022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E649A-B1DB-4EAD-B9E7-97902C3B1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B1116-EC89-463B-AE52-0DB7003D0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B1AF8-1318-46E8-B27B-52033C52B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977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810D75-BEE0-4A01-B2A2-1E5D18345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022A7-223F-4770-8FD3-31DD26B0F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C1368-6F80-4E51-93CB-B800C6BB53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E5F71-F4EE-4834-890F-642B51BEE9FB}" type="datetimeFigureOut">
              <a:rPr lang="en-US" smtClean="0"/>
              <a:t>8/20/2022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340F9-4530-4F19-8C0C-8E55C3ED7D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EE090-42CD-4B13-81E9-58C012937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B1AF8-1318-46E8-B27B-52033C52B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305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88F24-492B-4B8E-A71F-2CA54FDF9C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015" y="562708"/>
            <a:ext cx="11699631" cy="29472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478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ഈ ലോകത്തില്‍ നാം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FE033-A5F5-47BD-B421-7168EED05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7"/>
            <a:ext cx="12192000" cy="2387599"/>
          </a:xfrm>
        </p:spPr>
        <p:txBody>
          <a:bodyPr>
            <a:normAutofit/>
          </a:bodyPr>
          <a:lstStyle/>
          <a:p>
            <a:r>
              <a:rPr lang="fi-FI" sz="4000" b="1" dirty="0">
                <a:solidFill>
                  <a:srgbClr val="002060"/>
                </a:solidFill>
              </a:rPr>
              <a:t>Ee lokaththil naam </a:t>
            </a:r>
          </a:p>
          <a:p>
            <a:r>
              <a:rPr lang="fi-FI" sz="4000" i="1" dirty="0">
                <a:solidFill>
                  <a:schemeClr val="bg2">
                    <a:lumMod val="25000"/>
                  </a:schemeClr>
                </a:solidFill>
              </a:rPr>
              <a:t>Tune: When I survey the wonderous cross</a:t>
            </a:r>
          </a:p>
        </p:txBody>
      </p:sp>
    </p:spTree>
    <p:extLst>
      <p:ext uri="{BB962C8B-B14F-4D97-AF65-F5344CB8AC3E}">
        <p14:creationId xmlns:p14="http://schemas.microsoft.com/office/powerpoint/2010/main" val="4240658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DE7884-3D1B-4188-9E91-3CFBF923F2F9}"/>
              </a:ext>
            </a:extLst>
          </p:cNvPr>
          <p:cNvSpPr/>
          <p:nvPr/>
        </p:nvSpPr>
        <p:spPr>
          <a:xfrm>
            <a:off x="-1" y="935431"/>
            <a:ext cx="12192000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1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ഈ ലോകത്തില്‍ നാം പാര്‍ക്കുമ്പോള്‍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കൂടെ കൂടെ പിരിയും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മേൽ ഭാഗ്യലോകം എത്തിയാൽ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നാം പിരിയാതെ വസിക്കും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3BD90A-8F3E-4743-9734-2BD44B04EC54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3C4474-A455-4BBE-BA98-98A89A302D4E}"/>
              </a:ext>
            </a:extLst>
          </p:cNvPr>
          <p:cNvSpPr/>
          <p:nvPr/>
        </p:nvSpPr>
        <p:spPr>
          <a:xfrm>
            <a:off x="2391508" y="3847160"/>
            <a:ext cx="9800491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400" b="1" dirty="0">
                <a:solidFill>
                  <a:srgbClr val="002060"/>
                </a:solidFill>
              </a:rPr>
              <a:t>Ee lokaththil naam paarkkumbolh</a:t>
            </a:r>
          </a:p>
          <a:p>
            <a:r>
              <a:rPr lang="fi-FI" sz="3400" b="1" dirty="0">
                <a:solidFill>
                  <a:srgbClr val="002060"/>
                </a:solidFill>
              </a:rPr>
              <a:t>Naam koode koode piriyum</a:t>
            </a:r>
          </a:p>
          <a:p>
            <a:r>
              <a:rPr lang="fi-FI" sz="3400" b="1" dirty="0">
                <a:solidFill>
                  <a:srgbClr val="002060"/>
                </a:solidFill>
              </a:rPr>
              <a:t>Mel bhaagyalokam eththiyaal</a:t>
            </a:r>
          </a:p>
          <a:p>
            <a:r>
              <a:rPr lang="fi-FI" sz="3400" b="1" dirty="0">
                <a:solidFill>
                  <a:srgbClr val="002060"/>
                </a:solidFill>
              </a:rPr>
              <a:t>Naam piriyaathe vasikkum</a:t>
            </a:r>
            <a:endParaRPr lang="en-US" sz="3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767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DE7884-3D1B-4188-9E91-3CFBF923F2F9}"/>
              </a:ext>
            </a:extLst>
          </p:cNvPr>
          <p:cNvSpPr/>
          <p:nvPr/>
        </p:nvSpPr>
        <p:spPr>
          <a:xfrm>
            <a:off x="-1" y="935431"/>
            <a:ext cx="12192000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2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ആ ഭാഗ്യലോകത്തുള്ളവര്‍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മുന്‍ ദു:ഖം രോഗം ഒക്കവെ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ഓർക്കാതെ എന്നും സ്തുതിച്ചു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സന്തോഷപ്പെടും  എന്നുമേ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3BD90A-8F3E-4743-9734-2BD44B04EC54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3C4474-A455-4BBE-BA98-98A89A302D4E}"/>
              </a:ext>
            </a:extLst>
          </p:cNvPr>
          <p:cNvSpPr/>
          <p:nvPr/>
        </p:nvSpPr>
        <p:spPr>
          <a:xfrm>
            <a:off x="2391508" y="3847160"/>
            <a:ext cx="9800491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400" b="1" dirty="0">
                <a:solidFill>
                  <a:srgbClr val="002060"/>
                </a:solidFill>
              </a:rPr>
              <a:t>Aa bhagya lokaththullhavar</a:t>
            </a:r>
          </a:p>
          <a:p>
            <a:r>
              <a:rPr lang="fi-FI" sz="3400" b="1" dirty="0">
                <a:solidFill>
                  <a:srgbClr val="002060"/>
                </a:solidFill>
              </a:rPr>
              <a:t>Mun dukham rogam okkave</a:t>
            </a:r>
          </a:p>
          <a:p>
            <a:r>
              <a:rPr lang="fi-FI" sz="3400" b="1" dirty="0">
                <a:solidFill>
                  <a:srgbClr val="002060"/>
                </a:solidFill>
              </a:rPr>
              <a:t>Orkkaathe ennum sthuthichu</a:t>
            </a:r>
          </a:p>
          <a:p>
            <a:r>
              <a:rPr lang="fi-FI" sz="3400" b="1" dirty="0">
                <a:solidFill>
                  <a:srgbClr val="002060"/>
                </a:solidFill>
              </a:rPr>
              <a:t>Santhoshappedum ennume</a:t>
            </a:r>
            <a:endParaRPr lang="en-US" sz="3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781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DE7884-3D1B-4188-9E91-3CFBF923F2F9}"/>
              </a:ext>
            </a:extLst>
          </p:cNvPr>
          <p:cNvSpPr/>
          <p:nvPr/>
        </p:nvSpPr>
        <p:spPr>
          <a:xfrm>
            <a:off x="-1" y="935431"/>
            <a:ext cx="12192000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3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അവരോടുകൂടെ ദൈവം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എന്നും എന്നേക്കും വസിക്കും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കുഞ്ഞാടു എന്നും മേയിച്ചു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ആശ്വാസത്തോടെ നടത്തും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3BD90A-8F3E-4743-9734-2BD44B04EC54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3C4474-A455-4BBE-BA98-98A89A302D4E}"/>
              </a:ext>
            </a:extLst>
          </p:cNvPr>
          <p:cNvSpPr/>
          <p:nvPr/>
        </p:nvSpPr>
        <p:spPr>
          <a:xfrm>
            <a:off x="2391508" y="3847160"/>
            <a:ext cx="9800491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n-NO" sz="3400" b="1" dirty="0">
                <a:solidFill>
                  <a:srgbClr val="002060"/>
                </a:solidFill>
              </a:rPr>
              <a:t>Avarodu koode daivam</a:t>
            </a:r>
          </a:p>
          <a:p>
            <a:r>
              <a:rPr lang="nn-NO" sz="3400" b="1" dirty="0">
                <a:solidFill>
                  <a:srgbClr val="002060"/>
                </a:solidFill>
              </a:rPr>
              <a:t>Ennum ennekkum vasikkum</a:t>
            </a:r>
          </a:p>
          <a:p>
            <a:r>
              <a:rPr lang="en-US" sz="3400" b="1" dirty="0" err="1">
                <a:solidFill>
                  <a:srgbClr val="002060"/>
                </a:solidFill>
              </a:rPr>
              <a:t>Kunjaadu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>
                <a:solidFill>
                  <a:srgbClr val="002060"/>
                </a:solidFill>
              </a:rPr>
              <a:t>ennum </a:t>
            </a:r>
            <a:r>
              <a:rPr lang="en-US" sz="3400" b="1" dirty="0" err="1">
                <a:solidFill>
                  <a:srgbClr val="002060"/>
                </a:solidFill>
              </a:rPr>
              <a:t>meyichu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Aashwaasaththode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nadaththum</a:t>
            </a:r>
            <a:endParaRPr lang="en-US" sz="3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823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DE7884-3D1B-4188-9E91-3CFBF923F2F9}"/>
              </a:ext>
            </a:extLst>
          </p:cNvPr>
          <p:cNvSpPr/>
          <p:nvPr/>
        </p:nvSpPr>
        <p:spPr>
          <a:xfrm>
            <a:off x="-1" y="935431"/>
            <a:ext cx="12192000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4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യഹോവ കണ്ണുനീർ എല്ലാം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തുവർത്തി തീരെ കളയും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തൻ സ്നേഹം കൊണ്ടു അവരെ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മഹത്വത്തിൽ താന്‍ നിറയ്ക്കും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3BD90A-8F3E-4743-9734-2BD44B04EC54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3C4474-A455-4BBE-BA98-98A89A302D4E}"/>
              </a:ext>
            </a:extLst>
          </p:cNvPr>
          <p:cNvSpPr/>
          <p:nvPr/>
        </p:nvSpPr>
        <p:spPr>
          <a:xfrm>
            <a:off x="2391508" y="3847160"/>
            <a:ext cx="9800491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400" b="1" dirty="0">
                <a:solidFill>
                  <a:srgbClr val="002060"/>
                </a:solidFill>
              </a:rPr>
              <a:t>Yahova kannhuneer ellaam</a:t>
            </a:r>
          </a:p>
          <a:p>
            <a:r>
              <a:rPr lang="fi-FI" sz="3400" b="1" dirty="0">
                <a:solidFill>
                  <a:srgbClr val="002060"/>
                </a:solidFill>
              </a:rPr>
              <a:t>Thuvarththi theere kalhayum</a:t>
            </a:r>
          </a:p>
          <a:p>
            <a:r>
              <a:rPr lang="fi-FI" sz="3400" b="1" dirty="0">
                <a:solidFill>
                  <a:srgbClr val="002060"/>
                </a:solidFill>
              </a:rPr>
              <a:t>Than sneham kondu avare</a:t>
            </a:r>
          </a:p>
          <a:p>
            <a:r>
              <a:rPr lang="fi-FI" sz="3400" b="1" dirty="0">
                <a:solidFill>
                  <a:srgbClr val="002060"/>
                </a:solidFill>
              </a:rPr>
              <a:t>Mahathwaththil than niraykkum</a:t>
            </a:r>
            <a:endParaRPr lang="en-US" sz="3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5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DE7884-3D1B-4188-9E91-3CFBF923F2F9}"/>
              </a:ext>
            </a:extLst>
          </p:cNvPr>
          <p:cNvSpPr/>
          <p:nvPr/>
        </p:nvSpPr>
        <p:spPr>
          <a:xfrm>
            <a:off x="-1" y="935431"/>
            <a:ext cx="12192000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5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ഈ കൃപ നാം വിചാരിച്ചു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എപ്പോഴും ധൈര്യപ്പെടുക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വിശ്വാസപോരു പൊരുതു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അനന്ത ഭാഗ്യം ലഭിക്ക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3BD90A-8F3E-4743-9734-2BD44B04EC54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3C4474-A455-4BBE-BA98-98A89A302D4E}"/>
              </a:ext>
            </a:extLst>
          </p:cNvPr>
          <p:cNvSpPr/>
          <p:nvPr/>
        </p:nvSpPr>
        <p:spPr>
          <a:xfrm>
            <a:off x="2391508" y="3847160"/>
            <a:ext cx="9800491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400" b="1" dirty="0">
                <a:solidFill>
                  <a:srgbClr val="002060"/>
                </a:solidFill>
              </a:rPr>
              <a:t>Ee kripa naam vicharichu</a:t>
            </a:r>
          </a:p>
          <a:p>
            <a:r>
              <a:rPr lang="fi-FI" sz="3400" b="1" dirty="0">
                <a:solidFill>
                  <a:srgbClr val="002060"/>
                </a:solidFill>
              </a:rPr>
              <a:t>Eppozhum dhairyapeduka</a:t>
            </a:r>
          </a:p>
          <a:p>
            <a:r>
              <a:rPr lang="fi-FI" sz="3400" b="1" dirty="0">
                <a:solidFill>
                  <a:srgbClr val="002060"/>
                </a:solidFill>
              </a:rPr>
              <a:t>Vishwaasaporu poruthu</a:t>
            </a:r>
          </a:p>
          <a:p>
            <a:r>
              <a:rPr lang="fi-FI" sz="3400" b="1" dirty="0">
                <a:solidFill>
                  <a:srgbClr val="002060"/>
                </a:solidFill>
              </a:rPr>
              <a:t>Anantha-bhaagyam labhikka</a:t>
            </a:r>
            <a:endParaRPr lang="en-US" sz="3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983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166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Kartika</vt:lpstr>
      <vt:lpstr>Office Theme</vt:lpstr>
      <vt:lpstr>478 ഈ ലോകത്തില്‍ നാം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 lokathil naam paarkumbol </dc:title>
  <dc:creator>Acsah Mathews</dc:creator>
  <cp:lastModifiedBy>Manu Abraham</cp:lastModifiedBy>
  <cp:revision>2</cp:revision>
  <dcterms:created xsi:type="dcterms:W3CDTF">2018-11-30T19:36:42Z</dcterms:created>
  <dcterms:modified xsi:type="dcterms:W3CDTF">2022-08-20T13:43:38Z</dcterms:modified>
</cp:coreProperties>
</file>