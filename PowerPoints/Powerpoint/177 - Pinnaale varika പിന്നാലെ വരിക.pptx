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4" r:id="rId2"/>
    <p:sldId id="276" r:id="rId3"/>
    <p:sldId id="278" r:id="rId4"/>
    <p:sldId id="285" r:id="rId5"/>
    <p:sldId id="279" r:id="rId6"/>
    <p:sldId id="286" r:id="rId7"/>
    <p:sldId id="280" r:id="rId8"/>
    <p:sldId id="287" r:id="rId9"/>
    <p:sldId id="281" r:id="rId10"/>
    <p:sldId id="288" r:id="rId11"/>
    <p:sldId id="282" r:id="rId12"/>
    <p:sldId id="289" r:id="rId13"/>
    <p:sldId id="283" r:id="rId14"/>
    <p:sldId id="290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0" d="100"/>
          <a:sy n="40" d="100"/>
        </p:scale>
        <p:origin x="78" y="8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395AA-4E45-47F0-B6EE-B8C5D7A10E76}" type="datetimeFigureOut">
              <a:rPr lang="en-US" smtClean="0"/>
              <a:t>11/7/2018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278CBF-8871-4734-9DE1-B4D49F299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4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78CBF-8871-4734-9DE1-B4D49F2997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85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78CBF-8871-4734-9DE1-B4D49F2997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53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78CBF-8871-4734-9DE1-B4D49F29972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9285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278CBF-8871-4734-9DE1-B4D49F29972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35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655248-53E0-4F14-8033-A0C01BD68509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3C608-5238-4C9E-B753-D3AAABF001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083469-E755-4D02-A2B6-2C508FE4CC7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ECAC50-12C6-49B8-9478-BC79153497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407208-1DF1-4820-8FCA-E43B75798E1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F70823-0A60-4FA3-A24E-31CF3F5656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2855F7-CEEA-4656-8D54-0C6F53B84E9A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DAD2DE-BECD-485B-A56D-9317DA8E5B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9DF526-504A-4596-8BE2-51B83ECADAF1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888BFB-8FC3-4791-B701-8BEF20DACE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46CB31-5C36-4A98-878D-B50202B9C62D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45BDB-AD6D-4CBA-82F8-5FE61A698B9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E527C5-B3DE-4306-8D5C-E5470953C79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5F698-0E71-4371-B21F-E204CB5523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B2A303-C597-46E3-8E33-678F48D40752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8096D7-FD75-413F-AF3E-5E5FD0F754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6578D9-8CBC-41AC-8206-D669D2BE11D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391BE1-B191-41B4-BB58-E25603E238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6D17CB-D4EE-4CA8-9564-E480FBB274A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DD4107-7785-41DA-913D-E31B3D9C88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09605-113F-4BB5-9B69-A7B91C9B1F0E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3B3D0-A45D-4F40-A9F7-9FDF66D471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173DC76-E995-46C5-A6B6-FB59F52E2AEC}" type="datetimeFigureOut">
              <a:rPr lang="en-US"/>
              <a:pPr>
                <a:defRPr/>
              </a:pPr>
              <a:t>11/7/2018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5BAF4BC-7114-442E-8650-65036E719C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07D13-1493-498B-B383-96092117B2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177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പിന്നാലെ വരിക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668E4-3829-459F-A1E7-3201F2BA1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8382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</a:rPr>
              <a:t>Pinnaale </a:t>
            </a:r>
            <a:r>
              <a:rPr lang="en-US" sz="4000" b="1" dirty="0" err="1">
                <a:solidFill>
                  <a:schemeClr val="tx2"/>
                </a:solidFill>
              </a:rPr>
              <a:t>varika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D73FFB-6AA2-4917-A658-2BCE173BED53}"/>
              </a:ext>
            </a:extLst>
          </p:cNvPr>
          <p:cNvSpPr/>
          <p:nvPr/>
        </p:nvSpPr>
        <p:spPr>
          <a:xfrm>
            <a:off x="2438400" y="4676912"/>
            <a:ext cx="22621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(മോശവത്സലം)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144A1E-C58F-49D9-AB9B-DCFEB134DCC5}"/>
              </a:ext>
            </a:extLst>
          </p:cNvPr>
          <p:cNvSpPr/>
          <p:nvPr/>
        </p:nvSpPr>
        <p:spPr>
          <a:xfrm>
            <a:off x="7315200" y="4676912"/>
            <a:ext cx="21355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>
                <a:solidFill>
                  <a:schemeClr val="accent2"/>
                </a:solidFill>
              </a:rPr>
              <a:t>Moshavatsalam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32007199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3733800"/>
          </a:xfrm>
        </p:spPr>
        <p:txBody>
          <a:bodyPr anchor="t"/>
          <a:lstStyle/>
          <a:p>
            <a:pPr defTabSz="401638">
              <a:defRPr/>
            </a:pPr>
            <a:r>
              <a:rPr lang="ml-IN" sz="2200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വരിക - കുരിശെടുത്തെൻ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 നിന്നെ വെറുത്തെൻ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200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r>
              <a:rPr lang="ml-IN" sz="22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 - പേയാടും ചിന്തവിട്ടു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ഇന്നേരം മായാലാഭം - എല്ലാം ഉപേക്ഷിച്ചു നീ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	-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പിന്നാലെ...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B7F3A-3657-4576-A771-D17067DDDB2B}"/>
              </a:ext>
            </a:extLst>
          </p:cNvPr>
          <p:cNvSpPr/>
          <p:nvPr/>
        </p:nvSpPr>
        <p:spPr>
          <a:xfrm>
            <a:off x="16042" y="3657600"/>
            <a:ext cx="12192000" cy="3016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Pinnaale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varika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kurisheduththen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ctr"/>
            <a:r>
              <a:rPr lang="fi-FI" sz="3400" b="1" dirty="0">
                <a:solidFill>
                  <a:schemeClr val="tx2"/>
                </a:solidFill>
                <a:latin typeface="+mn-lt"/>
              </a:rPr>
              <a:t>Pinnaale nee varika ninne verhuththen </a:t>
            </a:r>
          </a:p>
          <a:p>
            <a:pPr algn="ctr"/>
            <a:r>
              <a:rPr lang="en-US" sz="3400" b="1" dirty="0">
                <a:solidFill>
                  <a:schemeClr val="tx2"/>
                </a:solidFill>
                <a:latin typeface="+mn-lt"/>
              </a:rPr>
              <a:t>Pinnaale 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varika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 </a:t>
            </a:r>
          </a:p>
          <a:p>
            <a:pPr algn="ctr"/>
            <a:endParaRPr lang="en-US" sz="2000" i="1" dirty="0">
              <a:solidFill>
                <a:schemeClr val="tx2"/>
              </a:solidFill>
              <a:latin typeface="+mn-lt"/>
            </a:endParaRPr>
          </a:p>
          <a:p>
            <a:pPr algn="ctr"/>
            <a:r>
              <a:rPr lang="fi-FI" sz="3400" b="1" dirty="0">
                <a:solidFill>
                  <a:schemeClr val="tx2"/>
                </a:solidFill>
                <a:latin typeface="+mn-lt"/>
              </a:rPr>
              <a:t>Pinnaale nee varika peyaadum chinthavittu </a:t>
            </a:r>
          </a:p>
          <a:p>
            <a:pPr algn="ct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Inneram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maayalaabham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ellaam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upekshichu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	 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pinnaale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799" y="1066800"/>
            <a:ext cx="11867147" cy="2819400"/>
          </a:xfrm>
        </p:spPr>
        <p:txBody>
          <a:bodyPr anchor="t"/>
          <a:lstStyle/>
          <a:p>
            <a:pPr algn="l" defTabSz="401638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എന്നിൽ ആശ്രയിക്ക - എന്നിൽ അൻപു വെയ്ക്ക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എന്നുടെ ആത്മ സഹായം - കേട്ടു കൊൾക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മന്നിൽ ഗുരുവായ് വന്നേൻ മഹത്വ കർത്താവു ഞാനേ!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ഒന്നും വിടാതെ തടം ഓരോന്നും നോക്കിക്കൊണ്ടെൻ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</a:t>
            </a:r>
            <a:r>
              <a:rPr lang="ml-IN" sz="3000" b="1" dirty="0">
                <a:latin typeface="Kartika" panose="02020503030404060203" pitchFamily="18" charset="0"/>
              </a:rPr>
              <a:t> - പിന്നാലെ...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B7F3A-3657-4576-A771-D17067DDDB2B}"/>
              </a:ext>
            </a:extLst>
          </p:cNvPr>
          <p:cNvSpPr/>
          <p:nvPr/>
        </p:nvSpPr>
        <p:spPr>
          <a:xfrm>
            <a:off x="304800" y="3657600"/>
            <a:ext cx="11903242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Ennil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aashrayikka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anpu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vekka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Ennude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aathmasahaayam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kettu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kolhka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Mannil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guruvai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vannen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mahathwa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karthaavu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njaane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Onnum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vidaathe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thadam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oronnum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nokkikkonden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	      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pinnaale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51693-606B-4B08-B93D-BC882642AEF3}"/>
              </a:ext>
            </a:extLst>
          </p:cNvPr>
          <p:cNvSpPr/>
          <p:nvPr/>
        </p:nvSpPr>
        <p:spPr>
          <a:xfrm>
            <a:off x="1" y="312922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05624979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042" y="991435"/>
            <a:ext cx="12192000" cy="1981200"/>
          </a:xfrm>
        </p:spPr>
        <p:txBody>
          <a:bodyPr anchor="t"/>
          <a:lstStyle/>
          <a:p>
            <a:pPr defTabSz="401638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വരിക - കുരിശെടുത്തെൻ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 നിന്നെ വെറുത്തെൻ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B7F3A-3657-4576-A771-D17067DDDB2B}"/>
              </a:ext>
            </a:extLst>
          </p:cNvPr>
          <p:cNvSpPr/>
          <p:nvPr/>
        </p:nvSpPr>
        <p:spPr>
          <a:xfrm>
            <a:off x="16042" y="342900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kurisheduththen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nee varika ninne verhuththen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27266437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799" y="1066800"/>
            <a:ext cx="11867147" cy="2590800"/>
          </a:xfrm>
        </p:spPr>
        <p:txBody>
          <a:bodyPr anchor="t"/>
          <a:lstStyle/>
          <a:p>
            <a:pPr algn="l" defTabSz="401638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 പരീക്ഷ - ഭയമെന്യേ ജയിക്ക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താപം നിന്ദ ഹിംസകൾ സർവ്വവും സഹിക്ക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രാപ്പകൽ പരനോടു - രമിച്ചു ജപിച്ചു കൊൾക!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കോപം വെടിഞ്ഞെല്ലാർക്കും - ഗുണം ചെയ്കതുനീവായി</a:t>
            </a:r>
            <a:br>
              <a:rPr lang="en-US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 </a:t>
            </a:r>
            <a:r>
              <a:rPr lang="en-US" sz="3600" b="1" dirty="0">
                <a:latin typeface="Kartika" panose="02020503030404060203" pitchFamily="18" charset="0"/>
              </a:rPr>
              <a:t>																						</a:t>
            </a:r>
            <a:r>
              <a:rPr lang="ml-IN" sz="3000" b="1" dirty="0">
                <a:latin typeface="Kartika" panose="02020503030404060203" pitchFamily="18" charset="0"/>
              </a:rPr>
              <a:t>- പിന്നാലെ...</a:t>
            </a:r>
            <a:endParaRPr lang="en-US" sz="30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B7F3A-3657-4576-A771-D17067DDDB2B}"/>
              </a:ext>
            </a:extLst>
          </p:cNvPr>
          <p:cNvSpPr/>
          <p:nvPr/>
        </p:nvSpPr>
        <p:spPr>
          <a:xfrm>
            <a:off x="304800" y="3657600"/>
            <a:ext cx="11903242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Paapa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pareeksha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bhayamenye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jayikka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Thaapam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ninnna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himsakalh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sarvavum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sahikka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Raappakal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paranodu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ramichu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japichu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kolhka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!</a:t>
            </a: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Kopam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vedinjellaarkkum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gunham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cheykathu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neevaayi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										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-</a:t>
            </a:r>
            <a:r>
              <a:rPr lang="en-US" sz="3000" b="1" dirty="0" err="1">
                <a:solidFill>
                  <a:schemeClr val="tx2"/>
                </a:solidFill>
                <a:latin typeface="+mn-lt"/>
              </a:rPr>
              <a:t>pinnaale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51693-606B-4B08-B93D-BC882642AEF3}"/>
              </a:ext>
            </a:extLst>
          </p:cNvPr>
          <p:cNvSpPr/>
          <p:nvPr/>
        </p:nvSpPr>
        <p:spPr>
          <a:xfrm>
            <a:off x="1" y="312922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89235389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042" y="991435"/>
            <a:ext cx="12192000" cy="1981200"/>
          </a:xfrm>
        </p:spPr>
        <p:txBody>
          <a:bodyPr anchor="t"/>
          <a:lstStyle/>
          <a:p>
            <a:pPr defTabSz="401638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വരിക - കുരിശെടുത്തെൻ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 നിന്നെ വെറുത്തെൻ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B7F3A-3657-4576-A771-D17067DDDB2B}"/>
              </a:ext>
            </a:extLst>
          </p:cNvPr>
          <p:cNvSpPr/>
          <p:nvPr/>
        </p:nvSpPr>
        <p:spPr>
          <a:xfrm>
            <a:off x="16042" y="342900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kurisheduththen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nee varika ninne verhuththen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20326253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799" y="1066800"/>
            <a:ext cx="11867147" cy="2590800"/>
          </a:xfrm>
        </p:spPr>
        <p:txBody>
          <a:bodyPr anchor="t"/>
          <a:lstStyle/>
          <a:p>
            <a:pPr algn="l" defTabSz="401638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ചിന്ത നീയെന്നുടേതു ചേതസി ധരിക്ക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സ്വന്ത ജഡേഛകൾ - ജയിച്ചൊഴിച്ചീടുക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അന്തം ചിന്തിച്ചു നിന്നെ-അഖിലം വെറുത്തിരിക്ക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സന്തതം തുടർന്നു വാ-സകല തലങ്ങളിലും </a:t>
            </a:r>
            <a:br>
              <a:rPr lang="en-US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പിന്നാലെ...</a:t>
            </a:r>
            <a:endParaRPr lang="en-US" sz="30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B7F3A-3657-4576-A771-D17067DDDB2B}"/>
              </a:ext>
            </a:extLst>
          </p:cNvPr>
          <p:cNvSpPr/>
          <p:nvPr/>
        </p:nvSpPr>
        <p:spPr>
          <a:xfrm>
            <a:off x="304800" y="3657600"/>
            <a:ext cx="11903242" cy="27084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Chintha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neeyenudetheu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chethassi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darikka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Swantha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jadechchakalh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jayichozhicheeduka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Antham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chinthichu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akhilam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verhuththirikka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Santhatham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thudarnnu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sakala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thalangalhilum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	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										-</a:t>
            </a:r>
            <a:r>
              <a:rPr lang="en-US" sz="3000" b="1" dirty="0" err="1">
                <a:solidFill>
                  <a:schemeClr val="tx2"/>
                </a:solidFill>
                <a:latin typeface="+mn-lt"/>
              </a:rPr>
              <a:t>pinnaale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51693-606B-4B08-B93D-BC882642AEF3}"/>
              </a:ext>
            </a:extLst>
          </p:cNvPr>
          <p:cNvSpPr/>
          <p:nvPr/>
        </p:nvSpPr>
        <p:spPr>
          <a:xfrm>
            <a:off x="1" y="312922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62489454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042" y="991435"/>
            <a:ext cx="12192000" cy="1981200"/>
          </a:xfrm>
        </p:spPr>
        <p:txBody>
          <a:bodyPr anchor="t"/>
          <a:lstStyle/>
          <a:p>
            <a:pPr defTabSz="401638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വരിക - കുരിശെടുത്തെൻ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 നിന്നെ വെറുത്തെൻ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B7F3A-3657-4576-A771-D17067DDDB2B}"/>
              </a:ext>
            </a:extLst>
          </p:cNvPr>
          <p:cNvSpPr/>
          <p:nvPr/>
        </p:nvSpPr>
        <p:spPr>
          <a:xfrm>
            <a:off x="16042" y="342900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kurisheduththen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nee varika ninne verhuththen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30249461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799" y="1066800"/>
            <a:ext cx="11867147" cy="2590800"/>
          </a:xfrm>
        </p:spPr>
        <p:txBody>
          <a:bodyPr anchor="t"/>
          <a:lstStyle/>
          <a:p>
            <a:pPr algn="l" defTabSz="401638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സുഖമില്ലാത്തിടത്തും - ദുർഘട സ്ഥലത്തും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അകത്തു ഖേദിപ്പാൻ ഏക-നായ് നീ നിന്നീടിലും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പകലുള്ള വെളിച്ചത്തും-ഭ്രമമേകുമിരുട്ടിലും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തുകയോടെൻതടം കണ്ടു-സൂക്ഷിച്ചു നടന്നെന്‍റെ</a:t>
            </a:r>
            <a:br>
              <a:rPr lang="en-US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പിന്നാലെ...</a:t>
            </a:r>
            <a:endParaRPr lang="en-US" sz="30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B7F3A-3657-4576-A771-D17067DDDB2B}"/>
              </a:ext>
            </a:extLst>
          </p:cNvPr>
          <p:cNvSpPr/>
          <p:nvPr/>
        </p:nvSpPr>
        <p:spPr>
          <a:xfrm>
            <a:off x="304800" y="3657600"/>
            <a:ext cx="11903242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Sukhamillathidathum -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durkhada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sthalathum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Akathu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khedippaan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eka-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ninneedilum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Pakalullha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velhichathum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bhramamekum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iruttilum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Thukayoden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thadam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kandu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sookshichu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nadannente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										-</a:t>
            </a:r>
            <a:r>
              <a:rPr lang="en-US" sz="3000" b="1" dirty="0" err="1">
                <a:solidFill>
                  <a:schemeClr val="tx2"/>
                </a:solidFill>
                <a:latin typeface="+mn-lt"/>
              </a:rPr>
              <a:t>pinnaale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51693-606B-4B08-B93D-BC882642AEF3}"/>
              </a:ext>
            </a:extLst>
          </p:cNvPr>
          <p:cNvSpPr/>
          <p:nvPr/>
        </p:nvSpPr>
        <p:spPr>
          <a:xfrm>
            <a:off x="1" y="312922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60095930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042" y="991435"/>
            <a:ext cx="12192000" cy="1981200"/>
          </a:xfrm>
        </p:spPr>
        <p:txBody>
          <a:bodyPr anchor="t"/>
          <a:lstStyle/>
          <a:p>
            <a:pPr defTabSz="401638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വരിക - കുരിശെടുത്തെൻ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 നിന്നെ വെറുത്തെൻ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B7F3A-3657-4576-A771-D17067DDDB2B}"/>
              </a:ext>
            </a:extLst>
          </p:cNvPr>
          <p:cNvSpPr/>
          <p:nvPr/>
        </p:nvSpPr>
        <p:spPr>
          <a:xfrm>
            <a:off x="16042" y="342900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kurisheduththen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nee varika ninne verhuththen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930371068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799" y="1066800"/>
            <a:ext cx="11867147" cy="2590800"/>
          </a:xfrm>
        </p:spPr>
        <p:txBody>
          <a:bodyPr anchor="t"/>
          <a:lstStyle/>
          <a:p>
            <a:pPr algn="l" defTabSz="401638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ധീരനായ് വരിക - ചേർന്നു പിൻ വരിക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പാരം സന്തുഷ്ടനായി - പരസ്യമായ് വരിക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വേറെ കാണുന്നവരെ - വിളിച്ചുകൂട്ടി വരിക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വേറെ കൂട്ടരോടെല്ലാം - സ്നേഹം കാണിച്ചു കൊണ്ടെൻ </a:t>
            </a:r>
            <a:br>
              <a:rPr lang="en-US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പിന്നാലെ...</a:t>
            </a:r>
            <a:endParaRPr lang="en-US" sz="30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B7F3A-3657-4576-A771-D17067DDDB2B}"/>
              </a:ext>
            </a:extLst>
          </p:cNvPr>
          <p:cNvSpPr/>
          <p:nvPr/>
        </p:nvSpPr>
        <p:spPr>
          <a:xfrm>
            <a:off x="304800" y="3657600"/>
            <a:ext cx="11903242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tx2"/>
                </a:solidFill>
                <a:latin typeface="+mn-lt"/>
              </a:rPr>
              <a:t>Dheeranaai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varika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chernnu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pinvarika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Paaram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santhushtanai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parasyamai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varika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Verhe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kaanhunnavare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vilhichukooti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varika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Verhe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kootarodellaam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sneham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kaanhichu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konden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	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											-</a:t>
            </a:r>
            <a:r>
              <a:rPr lang="en-US" sz="3000" b="1" dirty="0" err="1">
                <a:solidFill>
                  <a:schemeClr val="tx2"/>
                </a:solidFill>
                <a:latin typeface="+mn-lt"/>
              </a:rPr>
              <a:t>pinnaale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51693-606B-4B08-B93D-BC882642AEF3}"/>
              </a:ext>
            </a:extLst>
          </p:cNvPr>
          <p:cNvSpPr/>
          <p:nvPr/>
        </p:nvSpPr>
        <p:spPr>
          <a:xfrm>
            <a:off x="1" y="312922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4015054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042" y="991435"/>
            <a:ext cx="12192000" cy="1981200"/>
          </a:xfrm>
        </p:spPr>
        <p:txBody>
          <a:bodyPr anchor="t"/>
          <a:lstStyle/>
          <a:p>
            <a:pPr defTabSz="401638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വരിക - കുരിശെടുത്തെൻ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 നിന്നെ വെറുത്തെൻ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B7F3A-3657-4576-A771-D17067DDDB2B}"/>
              </a:ext>
            </a:extLst>
          </p:cNvPr>
          <p:cNvSpPr/>
          <p:nvPr/>
        </p:nvSpPr>
        <p:spPr>
          <a:xfrm>
            <a:off x="16042" y="342900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kurisheduththen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nee varika ninne verhuththen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77356766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799" y="1066800"/>
            <a:ext cx="11867147" cy="2590800"/>
          </a:xfrm>
        </p:spPr>
        <p:txBody>
          <a:bodyPr anchor="t"/>
          <a:lstStyle/>
          <a:p>
            <a:pPr algn="l" defTabSz="401638"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പാപിയായാലും- പകച്ചോനായാലും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താപിയാകാതെ നീ വാ ദയയോടു വിളിച്ചെൻ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പാപികളെ രക്ഷിപ്പാൻ - പരമ കനാനിൽ ചേർപ്പാൻ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ശാപം ചുമന്നു തീർത്തെൻ സമയം പോയിടും മുൻ </a:t>
            </a:r>
            <a:br>
              <a:rPr lang="en-US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					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- പിന്നാലെ...</a:t>
            </a:r>
            <a:endParaRPr lang="en-US" sz="30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B7F3A-3657-4576-A771-D17067DDDB2B}"/>
              </a:ext>
            </a:extLst>
          </p:cNvPr>
          <p:cNvSpPr/>
          <p:nvPr/>
        </p:nvSpPr>
        <p:spPr>
          <a:xfrm>
            <a:off x="304800" y="3657600"/>
            <a:ext cx="11903242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Paapiyaayaalum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pakachonaayalum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Thaapiyaakathe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vaa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dayayodu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vilhichen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Paapikalhe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rakshippaan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parama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kanaanil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cherppaan</a:t>
            </a:r>
            <a:endParaRPr lang="en-US" sz="3400" b="1" dirty="0">
              <a:solidFill>
                <a:schemeClr val="tx2"/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Shaapam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chumannu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theerthen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samayam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poyidum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mun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	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											-</a:t>
            </a:r>
            <a:r>
              <a:rPr lang="en-US" sz="3000" b="1" dirty="0" err="1">
                <a:solidFill>
                  <a:schemeClr val="tx2"/>
                </a:solidFill>
                <a:latin typeface="+mn-lt"/>
              </a:rPr>
              <a:t>pinnaale</a:t>
            </a:r>
            <a:r>
              <a:rPr lang="en-US" sz="3000" b="1" dirty="0">
                <a:solidFill>
                  <a:schemeClr val="tx2"/>
                </a:solidFill>
                <a:latin typeface="+mn-lt"/>
              </a:rPr>
              <a:t>…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9F51693-606B-4B08-B93D-BC882642AEF3}"/>
              </a:ext>
            </a:extLst>
          </p:cNvPr>
          <p:cNvSpPr/>
          <p:nvPr/>
        </p:nvSpPr>
        <p:spPr>
          <a:xfrm>
            <a:off x="1" y="312922"/>
            <a:ext cx="12192000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28388368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6042" y="991435"/>
            <a:ext cx="12192000" cy="1981200"/>
          </a:xfrm>
        </p:spPr>
        <p:txBody>
          <a:bodyPr anchor="t"/>
          <a:lstStyle/>
          <a:p>
            <a:pPr defTabSz="401638"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വരിക - കുരിശെടുത്തെൻ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 നിന്നെ വെറുത്തെൻ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പിന്നാലെ നീ വരിക!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177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BB7F3A-3657-4576-A771-D17067DDDB2B}"/>
              </a:ext>
            </a:extLst>
          </p:cNvPr>
          <p:cNvSpPr/>
          <p:nvPr/>
        </p:nvSpPr>
        <p:spPr>
          <a:xfrm>
            <a:off x="16042" y="3429000"/>
            <a:ext cx="1219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kurisheduththen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fi-FI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nee varika ninne verhuththen </a:t>
            </a:r>
          </a:p>
          <a:p>
            <a:pPr algn="ctr"/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Pinnaale nee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varika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</p:txBody>
      </p:sp>
    </p:spTree>
    <p:extLst>
      <p:ext uri="{BB962C8B-B14F-4D97-AF65-F5344CB8AC3E}">
        <p14:creationId xmlns:p14="http://schemas.microsoft.com/office/powerpoint/2010/main" val="382894696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992</TotalTime>
  <Words>291</Words>
  <Application>Microsoft Office PowerPoint</Application>
  <PresentationFormat>Widescreen</PresentationFormat>
  <Paragraphs>89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Kartika</vt:lpstr>
      <vt:lpstr>Office Theme</vt:lpstr>
      <vt:lpstr>177 പിന്നാലെ വരിക</vt:lpstr>
      <vt:lpstr>പല്ലവി പിന്നാലെ വരിക - കുരിശെടുത്തെൻ  പിന്നാലെ നീ വരിക നിന്നെ വെറുത്തെൻ  പിന്നാലെ നീ വരിക! അനുപല്ലവി  പിന്നാലെ നീ വരിക - പേയാടും ചിന്തവിട്ടു ഇന്നേരം മായാലാഭം - എല്ലാം ഉപേക്ഷിച്ചു നീ                        -പിന്നാലെ...     </vt:lpstr>
      <vt:lpstr>എന്നിൽ ആശ്രയിക്ക - എന്നിൽ അൻപു വെയ്ക്ക  എന്നുടെ ആത്മ സഹായം - കേട്ടു കൊൾക  മന്നിൽ ഗുരുവായ് വന്നേൻ മഹത്വ കർത്താവു ഞാനേ! ഒന്നും വിടാതെ തടം ഓരോന്നും നോക്കിക്കൊണ്ടെൻ                         - പിന്നാലെ...</vt:lpstr>
      <vt:lpstr>പിന്നാലെ വരിക - കുരിശെടുത്തെൻ  പിന്നാലെ നീ വരിക നിന്നെ വെറുത്തെൻ  പിന്നാലെ നീ വരിക!</vt:lpstr>
      <vt:lpstr>പാപ പരീക്ഷ - ഭയമെന്യേ ജയിക്ക  താപം നിന്ദ ഹിംസകൾ സർവ്വവും സഹിക്ക  രാപ്പകൽ പരനോടു - രമിച്ചു ജപിച്ചു കൊൾക! കോപം വെടിഞ്ഞെല്ലാർക്കും - ഗുണം ചെയ്കതുനീവായി                        - പിന്നാലെ...</vt:lpstr>
      <vt:lpstr>പിന്നാലെ വരിക - കുരിശെടുത്തെൻ  പിന്നാലെ നീ വരിക നിന്നെ വെറുത്തെൻ  പിന്നാലെ നീ വരിക!</vt:lpstr>
      <vt:lpstr>ചിന്ത നീയെന്നുടേതു ചേതസി ധരിക്ക  സ്വന്ത ജഡേഛകൾ - ജയിച്ചൊഴിച്ചീടുക  അന്തം ചിന്തിച്ചു നിന്നെ-അഖിലം വെറുത്തിരിക്ക  സന്തതം തുടർന്നു വാ-സകല തലങ്ങളിലും                         - പിന്നാലെ...</vt:lpstr>
      <vt:lpstr>പിന്നാലെ വരിക - കുരിശെടുത്തെൻ  പിന്നാലെ നീ വരിക നിന്നെ വെറുത്തെൻ  പിന്നാലെ നീ വരിക!</vt:lpstr>
      <vt:lpstr>സുഖമില്ലാത്തിടത്തും - ദുർഘട സ്ഥലത്തും  അകത്തു ഖേദിപ്പാൻ ഏക-നായ് നീ നിന്നീടിലും  പകലുള്ള വെളിച്ചത്തും-ഭ്രമമേകുമിരുട്ടിലും തുകയോടെൻതടം കണ്ടു-സൂക്ഷിച്ചു നടന്നെന്‍റെ                        - പിന്നാലെ...</vt:lpstr>
      <vt:lpstr>പിന്നാലെ വരിക - കുരിശെടുത്തെൻ  പിന്നാലെ നീ വരിക നിന്നെ വെറുത്തെൻ  പിന്നാലെ നീ വരിക!</vt:lpstr>
      <vt:lpstr>ധീരനായ് വരിക - ചേർന്നു പിൻ വരിക  പാരം സന്തുഷ്ടനായി - പരസ്യമായ് വരിക  വേറെ കാണുന്നവരെ - വിളിച്ചുകൂട്ടി വരിക  വേറെ കൂട്ടരോടെല്ലാം - സ്നേഹം കാണിച്ചു കൊണ്ടെൻ                         - പിന്നാലെ...</vt:lpstr>
      <vt:lpstr>പിന്നാലെ വരിക - കുരിശെടുത്തെൻ  പിന്നാലെ നീ വരിക നിന്നെ വെറുത്തെൻ  പിന്നാലെ നീ വരിക!</vt:lpstr>
      <vt:lpstr>പാപിയായാലും- പകച്ചോനായാലും  താപിയാകാതെ നീ വാ ദയയോടു വിളിച്ചെൻ  പാപികളെ രക്ഷിപ്പാൻ - പരമ കനാനിൽ ചേർപ്പാൻ  ശാപം ചുമന്നു തീർത്തെൻ സമയം പോയിടും മുൻ                         - പിന്നാലെ...</vt:lpstr>
      <vt:lpstr>പിന്നാലെ വരിക - കുരിശെടുത്തെൻ  പിന്നാലെ നീ വരിക നിന്നെ വെറുത്തെൻ  പിന്നാലെ നീ വരിക!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Pinnaale varika</dc:title>
  <dc:creator>Digital Input:; GM JOHN; Acsah Mathews</dc:creator>
  <cp:lastModifiedBy>Acsah Mathews</cp:lastModifiedBy>
  <cp:revision>321</cp:revision>
  <dcterms:created xsi:type="dcterms:W3CDTF">2013-04-19T09:19:07Z</dcterms:created>
  <dcterms:modified xsi:type="dcterms:W3CDTF">2018-11-07T13:37:10Z</dcterms:modified>
</cp:coreProperties>
</file>