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7EAD1-C758-4041-AAB0-4D199E7B6D0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37060-E6AC-4150-8D9A-01B432615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58300-4C08-4A6F-B13A-BA657C27D0D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C53AB-1BE2-4A51-A770-10D7D1B43B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7FAF9B-109A-490F-B4D4-79F52A35F07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1B5204-7785-48C8-A5CC-125627BDE7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EFD9B-0211-4F1F-8016-D7F66D199D19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8276D-A92E-413B-8649-28C4F49598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60554-3C8C-4BA0-BCDC-304E68E21AA4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0A62D-7374-4219-A456-D7237DDA39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29BDE8-094D-4316-BE96-1D043D6A3E2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F0C0C-797B-464F-8364-F93866BBE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D0835-872A-4CA8-A785-4F6C78C6DEB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008D8-39AA-4948-823F-95ECFE5275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6DD80-CE86-48B3-8E82-2A7938442ABA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621CB-7693-45E2-A0A9-D6DC90A14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FC39A-3EE4-43F2-9C67-992E341188B9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89943F-F1FA-4ABB-A709-7518EF524F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305E5-11AC-4631-BB94-CB1D2B928AA7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F9E36-AD23-4B34-8802-147D003947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65CCB-27B4-48AA-8118-C9924A2C731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3171C-4A22-46DE-94C9-4C211E43F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E1B332A-EF12-4440-B25D-585751B13AE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E6CE2E7-2067-4D1C-BE1C-5DCAD22059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8648-98F4-408F-A887-82C340D6DF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011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കർത്തനേയീപ്പകലിലെന്നെ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D4966-1C0B-4F5F-BEEE-970E36662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Karthaney </a:t>
            </a:r>
            <a:r>
              <a:rPr lang="en-US" sz="4000" b="1" dirty="0" err="1">
                <a:solidFill>
                  <a:srgbClr val="002060"/>
                </a:solidFill>
              </a:rPr>
              <a:t>ippakalilenné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706498-D7EA-4DA1-95EA-55B244871F4C}"/>
              </a:ext>
            </a:extLst>
          </p:cNvPr>
          <p:cNvSpPr/>
          <p:nvPr/>
        </p:nvSpPr>
        <p:spPr>
          <a:xfrm>
            <a:off x="778741" y="4752945"/>
            <a:ext cx="2513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</a:rPr>
              <a:t>(പി. വി. തൊമ്മി)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D28D09-0E8C-40D5-BA7F-C4AF641310D5}"/>
              </a:ext>
            </a:extLst>
          </p:cNvPr>
          <p:cNvSpPr/>
          <p:nvPr/>
        </p:nvSpPr>
        <p:spPr>
          <a:xfrm>
            <a:off x="9311640" y="4752945"/>
            <a:ext cx="19202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(P.V. </a:t>
            </a:r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Thommi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57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കർത്തനേയീപ്പകലിലെന്നെ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കാവൽ ചെയ്തതതിമോദമായ്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ചേർത്തണച്ചു നിൻ പാദത്തിലായ-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തോർത്തടി പണിയുന്നു ഞാൻ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Karthaney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ippakalilenné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Kaaval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cheithathi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modamai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Cherththanhachchu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paadaththilaaya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thorththadi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panhiyunnu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-Karthaney...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ml-IN" sz="3600" b="1" dirty="0">
                <a:latin typeface="Kartika" panose="02020503030404060203" pitchFamily="18" charset="0"/>
              </a:rPr>
              <a:t>2	പക്ഷികൾ കൂടണഞ്ഞുകൊണ്ടവ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നിർഭയമായ് വസിക്കും പോൽ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പക്ഷമോടെന്‍റെ രക്ഷകാ! തവ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വക്ഷസിൽ അണഞ്ഞീടുന്നേൻ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Pakshikalh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koodanhanju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kondava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Nirbhayamaai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vasikumpol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Pakshamodentey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rakshakaa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Thava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vakshasil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anhanjeedunnen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						-Karthaney...</a:t>
            </a:r>
          </a:p>
        </p:txBody>
      </p:sp>
    </p:spTree>
    <p:extLst>
      <p:ext uri="{BB962C8B-B14F-4D97-AF65-F5344CB8AC3E}">
        <p14:creationId xmlns:p14="http://schemas.microsoft.com/office/powerpoint/2010/main" val="3638360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ml-IN" sz="3600" b="1" dirty="0">
                <a:latin typeface="Kartika" panose="02020503030404060203" pitchFamily="18" charset="0"/>
              </a:rPr>
              <a:t>3	ഭൂതലെ ഉദിച്ചുയർന്ന സൂര്യ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ശോഭപോയ് മറഞ്ഞീടുന്നു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നീതിസൂര്യനെ മോദമോടക-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താരിൽ നീ ഉദിക്കേണമേ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Bhoothaleyudichuyarna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soorya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Shobha poi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maranjeedunnu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sooryaney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modamodaka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thaaril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neeyudikkenhamey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						-Karthaney...</a:t>
            </a:r>
          </a:p>
        </p:txBody>
      </p:sp>
    </p:spTree>
    <p:extLst>
      <p:ext uri="{BB962C8B-B14F-4D97-AF65-F5344CB8AC3E}">
        <p14:creationId xmlns:p14="http://schemas.microsoft.com/office/powerpoint/2010/main" val="1700098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ml-IN" sz="3600" b="1" dirty="0">
                <a:latin typeface="Kartika" panose="02020503030404060203" pitchFamily="18" charset="0"/>
              </a:rPr>
              <a:t>4	കേശാദി പാദം സർവ്വവും ഭരി-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ച്ചീടേണം പരിശുദ്ധനെ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ദാസൻ നിൻ തിരുസന്നിധിയിൻപ്ര-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കാശത്തിൽ വസിച്ചീടുവാൻ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Keshaadipaadam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sarvvavum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bhari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chchidenham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parishudhdhaney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Daasan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sannidhiyinpra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kaashaththil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vasicheeduvan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						-Karthaney...</a:t>
            </a:r>
          </a:p>
        </p:txBody>
      </p:sp>
    </p:spTree>
    <p:extLst>
      <p:ext uri="{BB962C8B-B14F-4D97-AF65-F5344CB8AC3E}">
        <p14:creationId xmlns:p14="http://schemas.microsoft.com/office/powerpoint/2010/main" val="380686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ml-IN" sz="3600" b="1" dirty="0">
                <a:latin typeface="Kartika" panose="02020503030404060203" pitchFamily="18" charset="0"/>
              </a:rPr>
              <a:t>5	നിദ്രയിൽ നിൻ ചിറകിൻ കീഴെന്നെ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ഭദ്രമായ് മറക്കേണമേ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രാത്രി മുഴുവന്നാവിയാലെന്നെ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ശത്രുവിൽ നിന്നു കാക്കുകേ 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Nidrayil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chirakinkeezhenney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bhadramaai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maraikenhamey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Raathri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muzhuvannaviyaalenney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Shathruvil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kaakkuka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						-Karthaney...</a:t>
            </a:r>
          </a:p>
        </p:txBody>
      </p:sp>
    </p:spTree>
    <p:extLst>
      <p:ext uri="{BB962C8B-B14F-4D97-AF65-F5344CB8AC3E}">
        <p14:creationId xmlns:p14="http://schemas.microsoft.com/office/powerpoint/2010/main" val="97634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ml-IN" sz="3600" b="1" dirty="0">
                <a:latin typeface="Kartika" panose="02020503030404060203" pitchFamily="18" charset="0"/>
              </a:rPr>
              <a:t>6	രാത്രിയിൽ ഞാൻ കിടക്കയിൽ പ്രാണ-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നാഥനെ! വേദവാക്യങ്ങൾ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ഓർത്തു ധ്യാനിച്ചു മോദമായ് പ്രാർത്ഥി-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ച്ചീടുവാൻ കൃപ നൽകുകേ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Raathriyil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kidakkayil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naathaney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vedavaakyangal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Orththu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dhyaanichchu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modamaai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praarthi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chcheduvaan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kripanalkuké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						-Karthaney...</a:t>
            </a:r>
          </a:p>
        </p:txBody>
      </p:sp>
    </p:spTree>
    <p:extLst>
      <p:ext uri="{BB962C8B-B14F-4D97-AF65-F5344CB8AC3E}">
        <p14:creationId xmlns:p14="http://schemas.microsoft.com/office/powerpoint/2010/main" val="209157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ml-IN" sz="3600" b="1" dirty="0">
                <a:latin typeface="Kartika" panose="02020503030404060203" pitchFamily="18" charset="0"/>
              </a:rPr>
              <a:t>7	പ്രാണനായകനേശുവേ നീയീ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രാത്രിയിൽ എഴുന്നള്ളിയാൽ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ആനന്ദത്തോടെ ദാസനും എതി-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രേൽക്കുവാൻ തുണക്കേണമേ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Praanhanaayakan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Yeshuvey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neeyee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Raathriyil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ezhunnallhiyaal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Anandaththodey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daasanum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relkkuvaan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thunhaikkenhamey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					-Karthaney...</a:t>
            </a:r>
          </a:p>
        </p:txBody>
      </p:sp>
    </p:spTree>
    <p:extLst>
      <p:ext uri="{BB962C8B-B14F-4D97-AF65-F5344CB8AC3E}">
        <p14:creationId xmlns:p14="http://schemas.microsoft.com/office/powerpoint/2010/main" val="3327938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90600"/>
            <a:ext cx="11963400" cy="2862322"/>
          </a:xfrm>
        </p:spPr>
        <p:txBody>
          <a:bodyPr anchor="t"/>
          <a:lstStyle/>
          <a:p>
            <a:pPr algn="l" defTabSz="568325"/>
            <a:r>
              <a:rPr lang="ml-IN" sz="3600" b="1" dirty="0">
                <a:latin typeface="Kartika" panose="02020503030404060203" pitchFamily="18" charset="0"/>
              </a:rPr>
              <a:t>8	ഇന്നു രാത്രിയിൽ എന്‍റെ ജീവനെ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നീ എടുത്തീടുകിൽ വിഭോ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നിന്നിൽ ഞാൻ നിദ്രകൊണ്ടു വിശ്രമി-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ച്ചീടുവാൻ കൃപനൽകണേ</a:t>
            </a:r>
            <a:br>
              <a:rPr lang="en-US" sz="3600" b="1" dirty="0">
                <a:latin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</a:rPr>
              <a:t>																</a:t>
            </a:r>
            <a:r>
              <a:rPr lang="ml-IN" sz="3600" b="1" dirty="0">
                <a:latin typeface="Kartika" panose="02020503030404060203" pitchFamily="18" charset="0"/>
              </a:rPr>
              <a:t>- കർത്ത..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8EFBF-46E6-4E17-9E3B-8E882AF3C0D0}"/>
              </a:ext>
            </a:extLst>
          </p:cNvPr>
          <p:cNvSpPr/>
          <p:nvPr/>
        </p:nvSpPr>
        <p:spPr>
          <a:xfrm>
            <a:off x="685800" y="3657600"/>
            <a:ext cx="11049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Innu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raathriyil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jeevaney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eduththeedukil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vibho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Ninnil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nidrakondu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vishrami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chcheeduvaan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kripanalkanhey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														-Karthaney...</a:t>
            </a:r>
          </a:p>
        </p:txBody>
      </p:sp>
    </p:spTree>
    <p:extLst>
      <p:ext uri="{BB962C8B-B14F-4D97-AF65-F5344CB8AC3E}">
        <p14:creationId xmlns:p14="http://schemas.microsoft.com/office/powerpoint/2010/main" val="1333991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122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011 കർത്തനേയീപ്പകലിലെന്നെ</vt:lpstr>
      <vt:lpstr>1 കർത്തനേയീപ്പകലിലെന്നെ  നീ  കാവൽ ചെയ്തതതിമോദമായ്  ചേർത്തണച്ചു നിൻ പാദത്തിലായ-  തോർത്തടി പണിയുന്നു ഞാൻ                  - കർത്ത..</vt:lpstr>
      <vt:lpstr>2 പക്ഷികൾ കൂടണഞ്ഞുകൊണ്ടവ  നിർഭയമായ് വസിക്കും പോൽ  പക്ഷമോടെന്‍റെ രക്ഷകാ! തവ  വക്ഷസിൽ അണഞ്ഞീടുന്നേൻ                  - കർത്ത..</vt:lpstr>
      <vt:lpstr>3 ഭൂതലെ ഉദിച്ചുയർന്ന സൂര്യ  ശോഭപോയ് മറഞ്ഞീടുന്നു  നീതിസൂര്യനെ മോദമോടക-  താരിൽ നീ ഉദിക്കേണമേ                  - കർത്ത..</vt:lpstr>
      <vt:lpstr>4 കേശാദി പാദം സർവ്വവും ഭരി-  ച്ചീടേണം പരിശുദ്ധനെ  ദാസൻ നിൻ തിരുസന്നിധിയിൻപ്ര-  കാശത്തിൽ വസിച്ചീടുവാൻ                  - കർത്ത..</vt:lpstr>
      <vt:lpstr>5 നിദ്രയിൽ നിൻ ചിറകിൻ കീഴെന്നെ  ഭദ്രമായ് മറക്കേണമേ  രാത്രി മുഴുവന്നാവിയാലെന്നെ  ശത്രുവിൽ നിന്നു കാക്കുകേ                  - കർത്ത..</vt:lpstr>
      <vt:lpstr>6 രാത്രിയിൽ ഞാൻ കിടക്കയിൽ പ്രാണ-  നാഥനെ! വേദവാക്യങ്ങൾ  ഓർത്തു ധ്യാനിച്ചു മോദമായ് പ്രാർത്ഥി-  ച്ചീടുവാൻ കൃപ നൽകുകേ                 - കർത്ത..</vt:lpstr>
      <vt:lpstr>7 പ്രാണനായകനേശുവേ നീയീ  രാത്രിയിൽ എഴുന്നള്ളിയാൽ  ആനന്ദത്തോടെ ദാസനും എതി-  രേൽക്കുവാൻ തുണക്കേണമേ                 - കർത്ത..</vt:lpstr>
      <vt:lpstr>8 ഇന്നു രാത്രിയിൽ എന്‍റെ ജീവനെ  നീ എടുത്തീടുകിൽ വിഭോ  നിന്നിൽ ഞാൻ നിദ്രകൊണ്ടു വിശ്രമി-  ച്ചീടുവാൻ കൃപനൽകണേ                 - കർത്ത..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Karthane ee pakalil enne</dc:title>
  <dc:creator>Digital Input:; GM JOHN; Acsah Mathews</dc:creator>
  <cp:lastModifiedBy>Acsah Mathews</cp:lastModifiedBy>
  <cp:revision>253</cp:revision>
  <dcterms:created xsi:type="dcterms:W3CDTF">2013-04-19T09:19:07Z</dcterms:created>
  <dcterms:modified xsi:type="dcterms:W3CDTF">2018-12-03T19:23:36Z</dcterms:modified>
</cp:coreProperties>
</file>