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5C4E9-4CE5-4460-B896-ECBE191344C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8D68C-ECC7-4FE7-9636-FF1123F01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2C569-E6F7-4AB4-86A3-A4011505E23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F029D-0E0D-40F6-8828-5D63274C73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DD3F9-52EA-43A8-BCFC-458035E3602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98BA89-294F-4020-8E96-9B8A9D4378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4F97C-4351-45B2-AC51-3EB892B179F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8E1DB-E677-41EF-8A68-2820DD5D5B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B23F0-55EE-4F99-9D30-B25E0206B3E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34D9F-A8B7-4B3D-AC16-8C8AE46F47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9C34E-2A00-4376-AA6D-E7730D4669A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22130-A120-4950-B4B2-3D4C15BE2C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36549-B115-4F0E-8BB9-94744A6DB8A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22923-DCAD-42FB-B34E-F4CAA3269F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82D06E-635E-4A79-8584-ABAB2BE6C2D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48B7A-58A9-4CF0-BDA1-61055C8739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422EB-458C-465E-8D58-05790E06FDF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DE328-0CF3-4F88-B57C-6D91E92466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BEE80-271D-41EE-BBE0-2E9493891D4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4021D-67BC-4D71-B7FB-26F9AAAB9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16109C-3BFC-41B6-9B26-B15E27CC26C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95B28-E4B8-40F7-A05F-AB53AC93B2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35C1E63-AAC8-4125-BF63-E7B7E0BCF2B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E83497A-5F88-46E5-B692-3F5BE6AAB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BC54-C1CC-4440-B307-ACE3692FC2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ആദിത്യ ചന്ദ്രാദികളെ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0B046-DE2E-452E-9C5B-C0E86C2C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Aadithya </a:t>
            </a:r>
            <a:r>
              <a:rPr lang="en-US" sz="4000" b="1" dirty="0" err="1">
                <a:solidFill>
                  <a:schemeClr val="tx2"/>
                </a:solidFill>
              </a:rPr>
              <a:t>chandraadikalhe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F53F92-DAE0-4B73-AD76-892549E3E630}"/>
              </a:ext>
            </a:extLst>
          </p:cNvPr>
          <p:cNvSpPr/>
          <p:nvPr/>
        </p:nvSpPr>
        <p:spPr>
          <a:xfrm>
            <a:off x="1828800" y="4999701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cs typeface="Kartika" pitchFamily="18" charset="0"/>
              </a:rPr>
              <a:t>(</a:t>
            </a:r>
            <a:r>
              <a:rPr lang="ml-IN" sz="2000" b="1" dirty="0">
                <a:solidFill>
                  <a:schemeClr val="accent2"/>
                </a:solidFill>
              </a:rPr>
              <a:t>മോശവത്സലം</a:t>
            </a:r>
            <a:r>
              <a:rPr lang="en-US" sz="2000" b="1" dirty="0">
                <a:solidFill>
                  <a:schemeClr val="accent2"/>
                </a:solidFill>
                <a:cs typeface="Kartika" pitchFamily="18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685E7D-7870-44FC-8C2E-020A5FC0276B}"/>
              </a:ext>
            </a:extLst>
          </p:cNvPr>
          <p:cNvSpPr/>
          <p:nvPr/>
        </p:nvSpPr>
        <p:spPr>
          <a:xfrm>
            <a:off x="8382000" y="4999701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Moshavatsalam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16182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1336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ആദിത്യ ചന്ദ്രാദികളെ ചമച്ചവന്നു സ്തോത്രം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ബോധിച്ചതെല്ലാം ക്ഷണത്തില്‍ തികച്ചവന്നു സ്തോത്രം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ഏദന്‍ കാവില്‍ ആദം ഹവ്വാ-യോടും പലവൃന്ദം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മോദമുടന്‍ സൃഷ്ടി ചെയ്ത - നാഥനെന്നും സ്തോത്രം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-11723"/>
            <a:ext cx="835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4E920-FAA7-4BE6-9E04-C410287FEE9E}"/>
              </a:ext>
            </a:extLst>
          </p:cNvPr>
          <p:cNvSpPr/>
          <p:nvPr/>
        </p:nvSpPr>
        <p:spPr>
          <a:xfrm>
            <a:off x="1828800" y="3503188"/>
            <a:ext cx="1036002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Aadithya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chandraadikalhe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chamachavanu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Bodhichathellaam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kshanathil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thikachavanu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chemeClr val="tx2"/>
                </a:solidFill>
                <a:latin typeface="+mn-lt"/>
              </a:rPr>
              <a:t>Aeden kaavil aadam havvayodum palavrindam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Modamudan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srishticheytha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7AA93-D0DD-41C9-9FAC-6D5CD27BC566}"/>
              </a:ext>
            </a:extLst>
          </p:cNvPr>
          <p:cNvSpPr txBox="1"/>
          <p:nvPr/>
        </p:nvSpPr>
        <p:spPr>
          <a:xfrm>
            <a:off x="0" y="326831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1336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 മനുഷ്യന്‍ ചതിവില്‍ ആയതിനെ കണ്ടു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ഭീതിഭുവനത്തില്‍ നിന്നുപോവതിനാ-യ്ക്കൊണ്ടു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വേദപരന്‍-നീതി തിക-വാവതിനായ്‌ പണ്ടു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ഖേദമൊഴി-പ്പാന്‍ മരണം ജയിച്ചവനു-സ്തോത്രം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-11723"/>
            <a:ext cx="835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4E920-FAA7-4BE6-9E04-C410287FEE9E}"/>
              </a:ext>
            </a:extLst>
          </p:cNvPr>
          <p:cNvSpPr/>
          <p:nvPr/>
        </p:nvSpPr>
        <p:spPr>
          <a:xfrm>
            <a:off x="1828800" y="3503188"/>
            <a:ext cx="1036002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Aadi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manushyan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chathivil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aayathine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Bheethi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bhuvanathil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ninnupovathinaay-kkondu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Vaedaparan-neethi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thika-vaavathinai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pandu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Khedamozhippaan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jayichavanu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00469-40BB-47B0-A774-33930F2625B0}"/>
              </a:ext>
            </a:extLst>
          </p:cNvPr>
          <p:cNvSpPr txBox="1"/>
          <p:nvPr/>
        </p:nvSpPr>
        <p:spPr>
          <a:xfrm>
            <a:off x="0" y="326831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149636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133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ബാലഗണമേ! വരുവിൻ ശീലമുടൻ കൂടി 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കോലാഹല വാണികളായ് ഹാലേലുയ്യാ പാടി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ചേലോടു പാദം വണങ്ങാൻ ഗീതഗണം തേടി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ഏലോഹീം പിതാസുതനാത്മാവിനെ സ്തുതിപ്പിൻ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-11723"/>
            <a:ext cx="835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4E920-FAA7-4BE6-9E04-C410287FEE9E}"/>
              </a:ext>
            </a:extLst>
          </p:cNvPr>
          <p:cNvSpPr/>
          <p:nvPr/>
        </p:nvSpPr>
        <p:spPr>
          <a:xfrm>
            <a:off x="1828800" y="3503188"/>
            <a:ext cx="1036002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Baalaganhame!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Varuvin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sheelamudan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koodi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Kolahala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vaanhikalhai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haaleluyya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Chelodu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vanangaan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geethaganham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Aeloheem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pithaa-suthan-aathmavine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sthuthippin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124E2-42FA-45D2-BAD9-BFD317451679}"/>
              </a:ext>
            </a:extLst>
          </p:cNvPr>
          <p:cNvSpPr txBox="1"/>
          <p:nvPr/>
        </p:nvSpPr>
        <p:spPr>
          <a:xfrm>
            <a:off x="0" y="326831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92075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133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ദൂതരെല്ലാം മോദമുടന്‍ നാഥനെക്കൊ-ണ്ടാടി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സാദരം സിംഹാസനത്തിന്‍ നാലുചുറ്റും-കൂടി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താതസുതാ-ത്മാക്കള്‍ക്കു നല്‍ഗീതങ്ങളെ-പാടി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ശ്വേത വസ്ത്രങ്ങള്‍ ധരിച്ചു കൂടുന്നതു-മോടി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-11723"/>
            <a:ext cx="835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4E920-FAA7-4BE6-9E04-C410287FEE9E}"/>
              </a:ext>
            </a:extLst>
          </p:cNvPr>
          <p:cNvSpPr/>
          <p:nvPr/>
        </p:nvSpPr>
        <p:spPr>
          <a:xfrm>
            <a:off x="1828800" y="3503188"/>
            <a:ext cx="1036002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Dootharellaam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modamudan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naadhanekk-ondaadi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Saadaram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simhasanathin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naaluchuttim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koodi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Thaatha-suthaa-thmaakalhkku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nalgeethangalhe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Shwetha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vasthrangalh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dharichu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koodunnathu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modi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ABABA-6FDE-40CF-A582-912782FEF7C3}"/>
              </a:ext>
            </a:extLst>
          </p:cNvPr>
          <p:cNvSpPr txBox="1"/>
          <p:nvPr/>
        </p:nvSpPr>
        <p:spPr>
          <a:xfrm>
            <a:off x="0" y="326831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45002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133600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ശക്തിയാല്‍ ച-രാചരങ്ങള്‍ - ഒക്കെയും ഉണ്ടാക്കി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യുക്തിയാല്‍ ത-രാതരത്തില്‍ എത്രയും നന്നാക്കി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ഭക്തിയായ്‌ - നടപ്പതിന്നു - മാര്‍ഗ്ഗമൊന്നുണ്ടാക്കി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മുക്തിയില്‍ നടത്തുന്ന ത്രി-യേകനെന്നും സ്തോത്രം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-11723"/>
            <a:ext cx="835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4E920-FAA7-4BE6-9E04-C410287FEE9E}"/>
              </a:ext>
            </a:extLst>
          </p:cNvPr>
          <p:cNvSpPr/>
          <p:nvPr/>
        </p:nvSpPr>
        <p:spPr>
          <a:xfrm>
            <a:off x="1828800" y="3503188"/>
            <a:ext cx="1036002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Shakthiyaal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charaacharangalh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okkeyum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undaakki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Yukthiyaal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tharaatharathil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ethrayum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nannakki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Bhakthiyay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nadappathinu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maargamonnundakki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Mukthiyil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nadathunna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thriyekanennum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99026-721B-4351-8F6A-67555D0D786A}"/>
              </a:ext>
            </a:extLst>
          </p:cNvPr>
          <p:cNvSpPr/>
          <p:nvPr/>
        </p:nvSpPr>
        <p:spPr>
          <a:xfrm>
            <a:off x="10138233" y="3035243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cs typeface="Kartika" pitchFamily="18" charset="0"/>
              </a:rPr>
              <a:t>(</a:t>
            </a:r>
            <a:r>
              <a:rPr lang="ml-IN" b="1" dirty="0"/>
              <a:t>മോശവത്സലം</a:t>
            </a:r>
            <a:r>
              <a:rPr lang="en-US" b="1" dirty="0">
                <a:cs typeface="Kartika" pitchFamily="18" charset="0"/>
              </a:rPr>
              <a:t>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7C46A-0EF2-4797-90DA-1FD9E5155BE2}"/>
              </a:ext>
            </a:extLst>
          </p:cNvPr>
          <p:cNvSpPr/>
          <p:nvPr/>
        </p:nvSpPr>
        <p:spPr>
          <a:xfrm>
            <a:off x="10173499" y="5861266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Moshavatsalam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D1CDF-3916-4643-895B-7D7FECEF1352}"/>
              </a:ext>
            </a:extLst>
          </p:cNvPr>
          <p:cNvSpPr txBox="1"/>
          <p:nvPr/>
        </p:nvSpPr>
        <p:spPr>
          <a:xfrm>
            <a:off x="0" y="326831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9362315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120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104 ആദിത്യ ചന്ദ്രാദികളെ</vt:lpstr>
      <vt:lpstr> ആദിത്യ ചന്ദ്രാദികളെ ചമച്ചവന്നു സ്തോത്രം   ബോധിച്ചതെല്ലാം ക്ഷണത്തില്‍ തികച്ചവന്നു സ്തോത്രം  ഏദന്‍ കാവില്‍ ആദം ഹവ്വാ-യോടും പലവൃന്ദം  മോദമുടന്‍ സൃഷ്ടി ചെയ്ത - നാഥനെന്നും സ്തോത്രം </vt:lpstr>
      <vt:lpstr> ആദി മനുഷ്യന്‍ ചതിവില്‍ ആയതിനെ കണ്ടു  ഭീതിഭുവനത്തില്‍ നിന്നുപോവതിനാ-യ്ക്കൊണ്ടു   വേദപരന്‍-നീതി തിക-വാവതിനായ്‌ പണ്ടു   ഖേദമൊഴി-പ്പാന്‍ മരണം ജയിച്ചവനു-സ്തോത്രം</vt:lpstr>
      <vt:lpstr>  ബാലഗണമേ! വരുവിൻ ശീലമുടൻ കൂടി     കോലാഹല വാണികളായ് ഹാലേലുയ്യാ പാടി    ചേലോടു പാദം വണങ്ങാൻ ഗീതഗണം തേടി    ഏലോഹീം പിതാസുതനാത്മാവിനെ സ്തുതിപ്പിൻ </vt:lpstr>
      <vt:lpstr>  ദൂതരെല്ലാം മോദമുടന്‍ നാഥനെക്കൊ-ണ്ടാടി   സാദരം സിംഹാസനത്തിന്‍ നാലുചുറ്റും-കൂടി   താതസുതാ-ത്മാക്കള്‍ക്കു നല്‍ഗീതങ്ങളെ-പാടി   ശ്വേത വസ്ത്രങ്ങള്‍ ധരിച്ചു കൂടുന്നതു-മോടി </vt:lpstr>
      <vt:lpstr>  ശക്തിയാല്‍ ച-രാചരങ്ങള്‍ - ഒക്കെയും ഉണ്ടാക്കി    യുക്തിയാല്‍ ത-രാതരത്തില്‍ എത്രയും നന്നാക്കി    ഭക്തിയായ്‌ - നടപ്പതിന്നു - മാര്‍ഗ്ഗമൊന്നുണ്ടാക്കി   മുക്തിയില്‍ നടത്തുന്ന ത്രി-യേകനെന്നും സ്തോത്രം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Aaditya chandraadikale</dc:title>
  <dc:creator>Digital Input:; GM JOHN; Acsah Mathews</dc:creator>
  <cp:lastModifiedBy>Acsah Mathews</cp:lastModifiedBy>
  <cp:revision>98</cp:revision>
  <dcterms:created xsi:type="dcterms:W3CDTF">2013-04-19T09:19:07Z</dcterms:created>
  <dcterms:modified xsi:type="dcterms:W3CDTF">2018-11-02T13:47:51Z</dcterms:modified>
</cp:coreProperties>
</file>