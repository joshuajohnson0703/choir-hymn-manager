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75" r:id="rId4"/>
    <p:sldId id="276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AAECA-7E2B-41EB-B81D-1534322D8AF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F4543-DF40-4D52-8C91-C62C5D9CE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C342D-98F1-488E-BAD2-166BB6BB261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6F245-B3AD-4F01-AED2-3DF7F99F9E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F4AC7-04FE-456E-9DDA-8C26A0CC269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BC0E4-F2A5-43A2-AE58-48566C5D7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0EF14-4F67-4CDB-B392-CD323D77E75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17E75-6160-43EE-B128-4895AC929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5425E-1446-49F4-B7B7-4B3B1863443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93A92-6E02-4218-92E8-B09CE0BC42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5B9D2-EF10-42BB-97E7-19589735CFE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4B1FB-8B47-4B60-BFCF-74FC7787B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0DE26-F6BF-4875-B384-BEB663010B8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13817-76D4-40A6-9F9A-9ADFD876C3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D74CA-A5E3-4E53-802F-F3E467BBEC7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AA4D7-7D90-447B-BA9B-D50CF6C113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E8AC-8D9A-4957-84C0-7152D33A28E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C80EA-5984-49E5-B85C-319AC592FB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AA288-9F98-46E2-93D6-646133FA554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27303-F4EA-430B-9113-3536E645D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776C2-F8FD-4C0C-9318-4A7C1C1BBAC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128D6-78C2-4E66-B2DF-04A91076D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C47B4E-1ED7-41F3-B8DA-66215B3903E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8A9094-132E-4D80-9C97-F729599C1D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A28A-EE58-4CCB-AAF6-991C6F1EC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വന്നിടേണം യേശുനാഥാ</a:t>
            </a:r>
            <a:r>
              <a:rPr lang="en-US" b="1" dirty="0">
                <a:latin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15255-27F3-4319-8893-014F7F7FF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Vanneedenham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naathaa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6940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208"/>
            <a:ext cx="6096000" cy="1938992"/>
          </a:xfrm>
        </p:spPr>
        <p:txBody>
          <a:bodyPr numCol="1" anchor="t"/>
          <a:lstStyle/>
          <a:p>
            <a:pPr algn="l"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വന്നിടേണം യേശുനാഥാ!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ഇന്നീ യോഗമദ്ധ്യേ നീ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തന്നരുള്‍ക നിന്‍ വരങ്ങള്‍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നിന്‍സ്തുതി കൊണ്ടാടുവാന്‍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553DAE-9DA1-4134-BE76-46CE5E0A2A02}"/>
              </a:ext>
            </a:extLst>
          </p:cNvPr>
          <p:cNvSpPr/>
          <p:nvPr/>
        </p:nvSpPr>
        <p:spPr>
          <a:xfrm>
            <a:off x="6096000" y="1185208"/>
            <a:ext cx="609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മന്നിടത്തില്‍ വന്ന നാഥാ!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പൊന്നുതിരുമേനിയേ!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നന്ദിയോടിതാ നിന്‍ ദാസര്‍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വന്നുകൂടുന്നേ മുമ്പില്‍ 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965BA-5650-43C9-A95A-9CAA98B08B56}"/>
              </a:ext>
            </a:extLst>
          </p:cNvPr>
          <p:cNvSpPr/>
          <p:nvPr/>
        </p:nvSpPr>
        <p:spPr>
          <a:xfrm>
            <a:off x="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Vanneedenham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Inneeyoga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Thannarulhka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varanghalh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kondaaduvaan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E55BD-3B0A-4A8B-8AC4-9B8D91416A20}"/>
              </a:ext>
            </a:extLst>
          </p:cNvPr>
          <p:cNvSpPr/>
          <p:nvPr/>
        </p:nvSpPr>
        <p:spPr>
          <a:xfrm>
            <a:off x="609600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Mannidaththil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Ponnu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thirumeniyé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Nanniyodithaa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vannukoodunney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munbil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208"/>
            <a:ext cx="6096000" cy="1938992"/>
          </a:xfrm>
        </p:spPr>
        <p:txBody>
          <a:bodyPr numCol="1" anchor="t"/>
          <a:lstStyle/>
          <a:p>
            <a:pPr algn="l"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താതനേ! കൃപാനിധേ!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ശ്രീയേശുനാമം മൂലമേ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തന്നിടേണം ആത്മദാനം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പ്രാര്‍ത്ഥന ചെയ്തിടുവാന്‍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553DAE-9DA1-4134-BE76-46CE5E0A2A02}"/>
              </a:ext>
            </a:extLst>
          </p:cNvPr>
          <p:cNvSpPr/>
          <p:nvPr/>
        </p:nvSpPr>
        <p:spPr>
          <a:xfrm>
            <a:off x="6096000" y="1185208"/>
            <a:ext cx="609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വേദവാക്യങ്ങളെയിന്നു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മോദമോടുള്‍ക്കൊള്ളുവാന്‍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താതനേ! തുറക്കയെങ്ങ-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ളുള്ളത്തെ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തൃക്കൈകളാല്‍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965BA-5650-43C9-A95A-9CAA98B08B56}"/>
              </a:ext>
            </a:extLst>
          </p:cNvPr>
          <p:cNvSpPr/>
          <p:nvPr/>
        </p:nvSpPr>
        <p:spPr>
          <a:xfrm>
            <a:off x="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kripaanidhey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moolamey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aathmadaanam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cheitheeduvaan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E55BD-3B0A-4A8B-8AC4-9B8D91416A20}"/>
              </a:ext>
            </a:extLst>
          </p:cNvPr>
          <p:cNvSpPr/>
          <p:nvPr/>
        </p:nvSpPr>
        <p:spPr>
          <a:xfrm>
            <a:off x="609600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Vedavaakyanghalhey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Modamodulhkollhuvaan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thurakkayengha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llhullhaththey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thrikaikalhaal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747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208"/>
            <a:ext cx="6096000" cy="1938992"/>
          </a:xfrm>
        </p:spPr>
        <p:txBody>
          <a:bodyPr numCol="1" anchor="t"/>
          <a:lstStyle/>
          <a:p>
            <a:pPr algn="l"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 </a:t>
            </a:r>
            <a:r>
              <a:rPr lang="ml-IN" sz="3000" b="1" dirty="0">
                <a:latin typeface="Kartika" panose="02020503030404060203" pitchFamily="18" charset="0"/>
              </a:rPr>
              <a:t>പാപമൊക്കെയേറ്റുചൊന്നു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</a:rPr>
              <a:t>മോചനം ലഭിച്ചീടാന്‍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</a:rPr>
              <a:t>പാപബോധമേകിയിന്ന-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</a:rPr>
              <a:t>നുഗ്രഹിക്ക ദൈവമേ!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553DAE-9DA1-4134-BE76-46CE5E0A2A02}"/>
              </a:ext>
            </a:extLst>
          </p:cNvPr>
          <p:cNvSpPr/>
          <p:nvPr/>
        </p:nvSpPr>
        <p:spPr>
          <a:xfrm>
            <a:off x="6096000" y="1185208"/>
            <a:ext cx="609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നിന്‍ തിരുവചനം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ഘോഷിക്കും നിന്‍ ദാസനും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നിന്നനുഗ്രഹ നിറവിന്‍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ശക്തിയെ നല്‍കീടേണം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965BA-5650-43C9-A95A-9CAA98B08B56}"/>
              </a:ext>
            </a:extLst>
          </p:cNvPr>
          <p:cNvSpPr/>
          <p:nvPr/>
        </p:nvSpPr>
        <p:spPr>
          <a:xfrm>
            <a:off x="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Paapamokkey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èttu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Mochanam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labhichcheedaan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bodhamèki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nugrahikka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E55BD-3B0A-4A8B-8AC4-9B8D91416A20}"/>
              </a:ext>
            </a:extLst>
          </p:cNvPr>
          <p:cNvSpPr/>
          <p:nvPr/>
        </p:nvSpPr>
        <p:spPr>
          <a:xfrm>
            <a:off x="6096000" y="39708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Innu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vachanam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Ninnanugraha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niravin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nalkeedenham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C8D79-6BE4-4C18-98BF-7D15CB68259A}"/>
              </a:ext>
            </a:extLst>
          </p:cNvPr>
          <p:cNvSpPr/>
          <p:nvPr/>
        </p:nvSpPr>
        <p:spPr>
          <a:xfrm>
            <a:off x="9448800" y="3178195"/>
            <a:ext cx="274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b="1">
                <a:latin typeface="Kartika" panose="02020503030404060203" pitchFamily="18" charset="0"/>
                <a:cs typeface="Kartika" panose="02020503030404060203" pitchFamily="18" charset="0"/>
              </a:rPr>
              <a:t>(റ്റി. കെ. ജോസഫ്)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F3CAA-73A1-4E12-80CA-65AC33B99951}"/>
              </a:ext>
            </a:extLst>
          </p:cNvPr>
          <p:cNvSpPr/>
          <p:nvPr/>
        </p:nvSpPr>
        <p:spPr>
          <a:xfrm>
            <a:off x="9448801" y="5839022"/>
            <a:ext cx="274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(T.K. Joseph)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9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128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28 വന്നിടേണം യേശുനാഥാ!</vt:lpstr>
      <vt:lpstr>1 വന്നിടേണം യേശുനാഥാ!     ഇന്നീ യോഗമദ്ധ്യേ നീ    തന്നരുള്‍ക നിന്‍ വരങ്ങള്‍   നിന്‍സ്തുതി കൊണ്ടാടുവാന്‍</vt:lpstr>
      <vt:lpstr>3 താതനേ! കൃപാനിധേ!   ശ്രീയേശുനാമം മൂലമേ  തന്നിടേണം ആത്മദാനം  പ്രാര്‍ത്ഥന ചെയ്തിടുവാന്‍</vt:lpstr>
      <vt:lpstr>5 പാപമൊക്കെയേറ്റുചൊന്നു     മോചനം ലഭിച്ചീടാന്‍    പാപബോധമേകിയിന്ന-    നുഗ്രഹിക്ക ദൈവമേ!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Vannidenam yeshunadha</dc:title>
  <dc:creator>Digital Input:;GM JOHN</dc:creator>
  <cp:lastModifiedBy>Acsah Mathews</cp:lastModifiedBy>
  <cp:revision>214</cp:revision>
  <dcterms:created xsi:type="dcterms:W3CDTF">2013-04-19T09:19:07Z</dcterms:created>
  <dcterms:modified xsi:type="dcterms:W3CDTF">2018-10-25T17:52:01Z</dcterms:modified>
</cp:coreProperties>
</file>