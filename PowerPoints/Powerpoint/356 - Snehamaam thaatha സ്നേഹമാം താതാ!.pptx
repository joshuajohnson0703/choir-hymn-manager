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2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AAC5F-F02C-47B5-BBD7-D092A77BAB5F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BD769-7419-43BE-A231-3591B0F1FF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B37E6-EA32-4007-B451-904CA249A40B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52E62-2775-497E-A792-3E249043C8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FF7A3-685A-41BE-83BB-BF76E748A41B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B9DD57-A6DF-4363-9FBB-2798DAE5D4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0D670-B36D-410C-847B-CA26C55B691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DA48C-9348-4BB9-B962-D73D09BB2B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61A43-BE53-4178-8BF3-B2426D2D71A8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8F8BF-2B09-4B72-8D67-110BFBB502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6CFAB-A46F-49B3-9EB8-382004147356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A0E12-ECF5-4927-9876-4B873FB67E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C108DF-7803-4574-9C4F-B1DD45295419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17EB4-C79D-4E21-8CA9-38FEA73216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85F91F-3E87-4CD6-BF08-AD4D93CD7106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50457-F60F-4D03-A670-D4153C6976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D07C63-BB08-469C-B2DE-FBB14FC7D0F7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9F83C-FDCF-4EAC-8430-300815666A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24106-951B-43C5-9120-862CDF6D55AD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820EB9-0641-4D43-9D79-C29645341F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6690C-63AF-467A-9782-447CD28856C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5F593-130D-4EAD-9F93-25E79CA709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D291DB0-0BE4-4F85-BE9F-33C872397B3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6F4F930-8214-4723-8070-772759895B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A95E-4FFD-43E7-9DB2-F4E7419B7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356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സ്നേഹമാം താതാ!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6AE9A-D9AB-4143-9C48-C66A19BA01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Snehamaam </a:t>
            </a:r>
            <a:r>
              <a:rPr lang="en-US" sz="4000" b="1" dirty="0" err="1">
                <a:solidFill>
                  <a:srgbClr val="002060"/>
                </a:solidFill>
              </a:rPr>
              <a:t>thaathaa</a:t>
            </a:r>
            <a:r>
              <a:rPr lang="en-US" sz="4000" b="1" dirty="0">
                <a:solidFill>
                  <a:srgbClr val="002060"/>
                </a:solidFill>
              </a:rPr>
              <a:t>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3F2BBE-90CD-4F67-862F-503CDCA31761}"/>
              </a:ext>
            </a:extLst>
          </p:cNvPr>
          <p:cNvSpPr/>
          <p:nvPr/>
        </p:nvSpPr>
        <p:spPr>
          <a:xfrm>
            <a:off x="1844040" y="5924549"/>
            <a:ext cx="33105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/>
              <a:t>(റവ. കെ. പി. ഫിലിപ്പ്) 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5F4209-ABDF-470C-9F85-D41FECAA0181}"/>
              </a:ext>
            </a:extLst>
          </p:cNvPr>
          <p:cNvSpPr/>
          <p:nvPr/>
        </p:nvSpPr>
        <p:spPr>
          <a:xfrm>
            <a:off x="8419634" y="5924549"/>
            <a:ext cx="21555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(Rev. K.P. Philip)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840796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5846"/>
            <a:ext cx="12192000" cy="3429000"/>
          </a:xfrm>
        </p:spPr>
        <p:txBody>
          <a:bodyPr anchor="t"/>
          <a:lstStyle/>
          <a:p>
            <a:pPr algn="l" defTabSz="396875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സ്നേഹമാം താതാ! സ്വര്‍ഗ്ഗീയനാഥാ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‘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അഹമഹ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’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മായവനേ യഹോവേ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ഇഹപര പാലകനേ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ബഹുലമാം കൃപയാല്‍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തിരുഹിതമതിനാല്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മഹിതലേ സുതനേത്തന്ന ദേവേശാ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തവപാദം കുമ്പിടുന്നേന്‍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തവ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2F53FA-F9D2-44C4-A797-E0F8BC826B92}"/>
              </a:ext>
            </a:extLst>
          </p:cNvPr>
          <p:cNvSpPr/>
          <p:nvPr/>
        </p:nvSpPr>
        <p:spPr>
          <a:xfrm>
            <a:off x="0" y="3505200"/>
            <a:ext cx="11201400" cy="3315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Snehamaam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thaathaa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Swargeeya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naadhaa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Ahamahamaayavane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yahove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Ihaparipaalakane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Bahulamaam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kripayaal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thiruhithamathinaal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Mahithale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suthaneththanna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deveshaa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kumbidunnen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5846"/>
            <a:ext cx="12192000" cy="3429000"/>
          </a:xfrm>
        </p:spPr>
        <p:txBody>
          <a:bodyPr anchor="t"/>
          <a:lstStyle/>
          <a:p>
            <a:pPr algn="l" defTabSz="396875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ആദിമനുഷ്യന്‍ പാപം ചെയ്തതിനാല്‍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മേദിനിയില്‍ വസിക്കും മനുജര്‍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യാതനപ്പെട്ടിതു ഹാ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പാതകം നീക്കാന്‍ പാതകര്‍ കയ്യാല്‍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വേദന ഏറ്റൊരു യേശുദേവാ!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തവപാദം കുമ്പിടുന്നേന്‍ - തവ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2F53FA-F9D2-44C4-A797-E0F8BC826B92}"/>
              </a:ext>
            </a:extLst>
          </p:cNvPr>
          <p:cNvSpPr/>
          <p:nvPr/>
        </p:nvSpPr>
        <p:spPr>
          <a:xfrm>
            <a:off x="0" y="3505200"/>
            <a:ext cx="11201400" cy="3315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Aadima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manushyan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paapam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cheythathinaal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Mediniyil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vasikkum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manujar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Yaathanapettithu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haa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Paathakam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neekkaan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paathakar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kaiyyaal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Vedana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aettoru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yeshudevaa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kumbidunnen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163595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5846"/>
            <a:ext cx="12192000" cy="3429000"/>
          </a:xfrm>
        </p:spPr>
        <p:txBody>
          <a:bodyPr anchor="t"/>
          <a:lstStyle/>
          <a:p>
            <a:pPr algn="l" defTabSz="396875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പാപവിഹീനൻ നീതിമാനായോൻ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പാപിയെപ്പോൽ മഹാശിക്ഷയേറ്റു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പാപിയെ ശുദ്ധനാക്കാൻ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പാപത്തിൻ ഭാരം ദേഹത്തിലേറ്റു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പാപിയിൻ രക്ഷകനായ നാഥാ!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തവപാദം കുമ്പിടുന്നേന്‍ - തവ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2F53FA-F9D2-44C4-A797-E0F8BC826B92}"/>
              </a:ext>
            </a:extLst>
          </p:cNvPr>
          <p:cNvSpPr/>
          <p:nvPr/>
        </p:nvSpPr>
        <p:spPr>
          <a:xfrm>
            <a:off x="0" y="3505200"/>
            <a:ext cx="11201400" cy="3315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Paapaviheenan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neethimaanaayon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Paapiyeppol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mahaashikshayettu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Paapiye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shudhdhanakkaan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Paapaththin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bhaaram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dehaththilettu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Paapiyin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rakshakanaaya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naadha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kumbidunnen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257255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5846"/>
            <a:ext cx="12192000" cy="3429000"/>
          </a:xfrm>
        </p:spPr>
        <p:txBody>
          <a:bodyPr anchor="t"/>
          <a:lstStyle/>
          <a:p>
            <a:pPr algn="l" defTabSz="396875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സ്വന്ത ജനത്താല്‍ തള്ളപ്പെട്ടയ്യോ!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അന്തമില്ലാത്തതാം സ്നേഹഹൃദയം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വെന്തു നീറിടുന്നിതാ!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സ്വന്ത മനസ്സാ ക്രൂശിന്മേല്‍ തൂങ്ങി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ചിന്തി തന്‍ തിരുനിണം പാപികള്‍ക്കായ് - 	 	തവപാദം കുമ്പിടുന്നേന്‍ - തവ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2F53FA-F9D2-44C4-A797-E0F8BC826B92}"/>
              </a:ext>
            </a:extLst>
          </p:cNvPr>
          <p:cNvSpPr/>
          <p:nvPr/>
        </p:nvSpPr>
        <p:spPr>
          <a:xfrm>
            <a:off x="0" y="3505200"/>
            <a:ext cx="11201400" cy="3315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Swantha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janaththaal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thllhappettayyo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Anthamillaththathaam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snehahridayam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Venthu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neerhidunnithaa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Swantha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manassaa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krooshinmel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thoongi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Chinthi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thiruninham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paapikalhkaai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kumbidunnen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914294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5846"/>
            <a:ext cx="12192000" cy="3429000"/>
          </a:xfrm>
        </p:spPr>
        <p:txBody>
          <a:bodyPr anchor="t"/>
          <a:lstStyle/>
          <a:p>
            <a:pPr algn="l" defTabSz="396875"/>
            <a:r>
              <a:rPr lang="en-US" sz="3200" b="1" dirty="0">
                <a:latin typeface="Kartika" panose="02020503030404060203" pitchFamily="18" charset="0"/>
              </a:rPr>
              <a:t>5</a:t>
            </a:r>
            <a:r>
              <a:rPr lang="ml-IN" sz="3200" b="1" dirty="0">
                <a:latin typeface="Kartika" panose="02020503030404060203" pitchFamily="18" charset="0"/>
              </a:rPr>
              <a:t>	മരണം സഹിച്ച ദൈവത്തിന്‍ പുത്രന്‍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മരണത്തിന്‍ ശക്തിയാല്‍ തോല്ക്കപ്പെടുമോ?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മരണത്തെ താന്‍ ജയിച്ചു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മരിച്ചവരിൽ നിന്നുയിർത്തെഴുന്നേറ്റു!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മരിച്ചോർക്കു പുനർ ജീവൻ സാദ്ധ്യമാക്കി - 	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 തവപാദം കുമ്പിടുന്നേന്‍ - തവ </a:t>
            </a:r>
            <a:endParaRPr lang="ml-IN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2F53FA-F9D2-44C4-A797-E0F8BC826B92}"/>
              </a:ext>
            </a:extLst>
          </p:cNvPr>
          <p:cNvSpPr/>
          <p:nvPr/>
        </p:nvSpPr>
        <p:spPr>
          <a:xfrm>
            <a:off x="0" y="3505200"/>
            <a:ext cx="11201400" cy="3315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Maranham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sahicha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daivathinputhram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Maranhaththin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shakthiyaal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tholkkappedumo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Maranhathe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jayichu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marichavaril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ninnuyirththezhunettu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Marichorkku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punarjeevan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saadhyamaakki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kumbidunnen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840295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5846"/>
            <a:ext cx="12192000" cy="3429000"/>
          </a:xfrm>
        </p:spPr>
        <p:txBody>
          <a:bodyPr anchor="t"/>
          <a:lstStyle/>
          <a:p>
            <a:pPr algn="l" defTabSz="396875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6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ലോകാന്ത്യം വരെയും കൂടെ ഉണ്ടെന്നു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വാക്കു തന്നോന്‍ വിശുദ്ധ റൂഹായെ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വേഗത്തില്‍ അയച്ചു തന്നു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ലോകത്തെ ജയിക്കാന്‍ പുതുശക്തി തരുന്നോൻ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വേഗത്തില്‍ വരും മഹാരാജാവായി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 തവപാദം കുമ്പിടുന്നേന്‍ - തവ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2F53FA-F9D2-44C4-A797-E0F8BC826B92}"/>
              </a:ext>
            </a:extLst>
          </p:cNvPr>
          <p:cNvSpPr/>
          <p:nvPr/>
        </p:nvSpPr>
        <p:spPr>
          <a:xfrm>
            <a:off x="0" y="3505200"/>
            <a:ext cx="11201400" cy="3315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Lokaanthyam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vareyum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koode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undennu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Vaakku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thannon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vishudha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roohaaye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Vegaththil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ayachu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thannu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Lokathth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ejayikkan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puthushakthi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tharunnon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Vegaththil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varum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mahaa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raajavaayi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kumbidunnen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39037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75846"/>
            <a:ext cx="12192000" cy="3429000"/>
          </a:xfrm>
        </p:spPr>
        <p:txBody>
          <a:bodyPr anchor="t"/>
          <a:lstStyle/>
          <a:p>
            <a:pPr algn="l" defTabSz="396875"/>
            <a:r>
              <a:rPr lang="en-US" sz="3200" b="1" dirty="0">
                <a:latin typeface="Kartika" panose="02020503030404060203" pitchFamily="18" charset="0"/>
              </a:rPr>
              <a:t>7</a:t>
            </a:r>
            <a:r>
              <a:rPr lang="ml-IN" sz="3200" b="1" dirty="0">
                <a:latin typeface="Kartika" panose="02020503030404060203" pitchFamily="18" charset="0"/>
              </a:rPr>
              <a:t>	പ്രാണനാഥാ! നീ പ്രാണനെത്തന്നു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ക്ഷോണിയേ വീണ്ടെടുത്ത മാസ്നേഹം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കാണുന്നു ദോഷിയാം ഞാന്‍!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താണുവണങ്ങി നമിച്ചിടുന്നടിയാന്‍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പാണിയില്‍ താങ്ങണമേ കൃപാലോ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തവപാദം കുമ്പിടുന്നേന്‍ - തവ </a:t>
            </a:r>
            <a:endParaRPr lang="ml-IN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2F53FA-F9D2-44C4-A797-E0F8BC826B92}"/>
              </a:ext>
            </a:extLst>
          </p:cNvPr>
          <p:cNvSpPr/>
          <p:nvPr/>
        </p:nvSpPr>
        <p:spPr>
          <a:xfrm>
            <a:off x="0" y="3505200"/>
            <a:ext cx="11201400" cy="3315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Praanhanaadha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 Nee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praanhaneththannu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Kshonhiye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veendeduththa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sneham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Kaanhunnu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doshiyaam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Thaanhu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vanhangi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namicheedunnadiyaan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Paanhiyil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thaanganhame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kripaalo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paadam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kumbidunnen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77677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174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356 സ്നേഹമാം താതാ!</vt:lpstr>
      <vt:lpstr>1 സ്നേഹമാം താതാ! സ്വര്‍ഗ്ഗീയനാഥാ  ‘അഹമഹ’മായവനേ യഹോവേ  ഇഹപര പാലകനേ  ബഹുലമാം കൃപയാല്‍  തിരുഹിതമതിനാല്‍  മഹിതലേ സുതനേത്തന്ന ദേവേശാ  തവപാദം കുമ്പിടുന്നേന്‍         - തവ</vt:lpstr>
      <vt:lpstr>3 ആദിമനുഷ്യന്‍ പാപം ചെയ്തതിനാല്‍  മേദിനിയില്‍ വസിക്കും മനുജര്‍  യാതനപ്പെട്ടിതു ഹാ  പാതകം നീക്കാന്‍ പാതകര്‍ കയ്യാല്‍  വേദന ഏറ്റൊരു യേശുദേവാ!   തവപാദം കുമ്പിടുന്നേന്‍ - തവ </vt:lpstr>
      <vt:lpstr>3 പാപവിഹീനൻ നീതിമാനായോൻ   പാപിയെപ്പോൽ മഹാശിക്ഷയേറ്റു   പാപിയെ ശുദ്ധനാക്കാൻ   പാപത്തിൻ ഭാരം ദേഹത്തിലേറ്റു   പാപിയിൻ രക്ഷകനായ നാഥാ!  തവപാദം കുമ്പിടുന്നേന്‍ - തവ </vt:lpstr>
      <vt:lpstr>4 സ്വന്ത ജനത്താല്‍ തള്ളപ്പെട്ടയ്യോ!  അന്തമില്ലാത്തതാം സ്നേഹഹൃദയം  വെന്തു നീറിടുന്നിതാ!  സ്വന്ത മനസ്സാ ക്രൂശിന്മേല്‍ തൂങ്ങി  ചിന്തി തന്‍ തിരുനിണം പാപികള്‍ക്കായ് -    തവപാദം കുമ്പിടുന്നേന്‍ - തവ </vt:lpstr>
      <vt:lpstr>5 മരണം സഹിച്ച ദൈവത്തിന്‍ പുത്രന്‍  മരണത്തിന്‍ ശക്തിയാല്‍ തോല്ക്കപ്പെടുമോ?  മരണത്തെ താന്‍ ജയിച്ചു  മരിച്ചവരിൽ നിന്നുയിർത്തെഴുന്നേറ്റു!  മരിച്ചോർക്കു പുനർ ജീവൻ സാദ്ധ്യമാക്കി -     തവപാദം കുമ്പിടുന്നേന്‍ - തവ </vt:lpstr>
      <vt:lpstr>6 ലോകാന്ത്യം വരെയും കൂടെ ഉണ്ടെന്നു  വാക്കു തന്നോന്‍ വിശുദ്ധ റൂഹായെ   വേഗത്തില്‍ അയച്ചു തന്നു  ലോകത്തെ ജയിക്കാന്‍ പുതുശക്തി തരുന്നോൻ   വേഗത്തില്‍ വരും മഹാരാജാവായി   തവപാദം കുമ്പിടുന്നേന്‍ - തവ </vt:lpstr>
      <vt:lpstr>7 പ്രാണനാഥാ! നീ പ്രാണനെത്തന്നു  ക്ഷോണിയേ വീണ്ടെടുത്ത മാസ്നേഹം  കാണുന്നു ദോഷിയാം ഞാന്‍!  താണുവണങ്ങി നമിച്ചിടുന്നടിയാന്‍  പാണിയില്‍ താങ്ങണമേ കൃപാലോ  തവപാദം കുമ്പിടുന്നേന്‍ - തവ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Snehamaam thaatha</dc:title>
  <dc:creator>Digital Input:; GM JOHN; Acsah Mathews</dc:creator>
  <cp:lastModifiedBy>Acsah Mathews</cp:lastModifiedBy>
  <cp:revision>244</cp:revision>
  <dcterms:created xsi:type="dcterms:W3CDTF">2013-04-19T09:19:07Z</dcterms:created>
  <dcterms:modified xsi:type="dcterms:W3CDTF">2018-11-21T16:53:36Z</dcterms:modified>
</cp:coreProperties>
</file>