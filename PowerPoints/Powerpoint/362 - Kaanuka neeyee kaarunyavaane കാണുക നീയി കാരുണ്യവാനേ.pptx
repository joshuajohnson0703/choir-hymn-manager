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9" r:id="rId4"/>
    <p:sldId id="260" r:id="rId5"/>
    <p:sldId id="264" r:id="rId6"/>
    <p:sldId id="261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0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FD4D4-5341-43BC-8247-26801C4BD87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E0D65-CDDB-44E6-BB4F-D139DB953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F3226-0512-41D9-A7AF-6C24829711C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C4DD5-D9B7-4E3E-AC5F-10EA42A28B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B237D-8870-4C20-88AB-698D3D1DD4E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697EA-2356-495D-9CCD-52BA3B70A0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8EB76-BA08-4079-9856-D76CD730288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C7ADE-A8E7-48F8-B598-90D53637F5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B1442-7C25-4367-BEF0-010167E9C81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1E0D3-7843-4DB4-A8F4-3B6A68102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E39A4-9F57-4FA4-B4B6-6C82D4BC2F3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5DFC1-87C3-45B9-948E-0076401A2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CE6C1-1F6B-4331-B490-9E3DE65C269A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F1E32-3353-4F4D-B4AD-6C1A55830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680F9-4BD0-4ED4-B444-1CDDF90B37F4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F05AF-E039-4472-8C55-40FDF344B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12A2A-2835-4F1F-9B38-B219CB0668C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33583-E9C8-4976-984D-C174A0D0EA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027E8-3811-4179-ADD7-8832F48ECEC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14047-A850-4A3B-9E06-9759C3C9EE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50999-844D-4362-9826-983DB4F70AD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2BD33-0500-40DD-8E78-A79AA99BB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31DFE4-A1D5-42EC-8F3E-785DF17A02B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855E88C-D83A-4D93-9BE3-59678C9C8A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F90E-B8FA-46A9-8E44-ACEF111C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05000"/>
            <a:ext cx="10363200" cy="1695451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362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ml-IN" b="1" dirty="0">
                <a:solidFill>
                  <a:schemeClr val="accent4">
                    <a:lumMod val="50000"/>
                  </a:schemeClr>
                </a:solidFill>
                <a:latin typeface="Kartika" panose="02020503030404060203" pitchFamily="18" charset="0"/>
              </a:rPr>
              <a:t>കാണുക നീയി കാരുണ്യവാനേ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D94B2-62D0-47D9-A1DC-C3668CB48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40693"/>
            <a:ext cx="8534400" cy="819149"/>
          </a:xfrm>
        </p:spPr>
        <p:txBody>
          <a:bodyPr/>
          <a:lstStyle/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Kaanhuka </a:t>
            </a:r>
            <a:r>
              <a:rPr lang="en-US" sz="4000" b="1" dirty="0" err="1">
                <a:solidFill>
                  <a:schemeClr val="accent4">
                    <a:lumMod val="50000"/>
                  </a:schemeClr>
                </a:solidFill>
              </a:rPr>
              <a:t>neeyee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4">
                    <a:lumMod val="50000"/>
                  </a:schemeClr>
                </a:solidFill>
              </a:rPr>
              <a:t>kaarunhyavaaney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BC754-C11F-4A78-87C7-51FCA6AF00CF}"/>
              </a:ext>
            </a:extLst>
          </p:cNvPr>
          <p:cNvSpPr/>
          <p:nvPr/>
        </p:nvSpPr>
        <p:spPr>
          <a:xfrm>
            <a:off x="1143000" y="4500084"/>
            <a:ext cx="24336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</a:rPr>
              <a:t>(പി. ഡി. ജോൺ) 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E177A-BE3F-49FD-9F4A-FE4E9A0FDE09}"/>
              </a:ext>
            </a:extLst>
          </p:cNvPr>
          <p:cNvSpPr/>
          <p:nvPr/>
        </p:nvSpPr>
        <p:spPr>
          <a:xfrm>
            <a:off x="9198570" y="4515254"/>
            <a:ext cx="15750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(P.D. John) </a:t>
            </a:r>
          </a:p>
        </p:txBody>
      </p:sp>
    </p:spTree>
    <p:extLst>
      <p:ext uri="{BB962C8B-B14F-4D97-AF65-F5344CB8AC3E}">
        <p14:creationId xmlns:p14="http://schemas.microsoft.com/office/powerpoint/2010/main" val="72088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14300" y="1251857"/>
            <a:ext cx="11620500" cy="27432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കാണുക നീയി കാരുണ്യവാനേ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കുരിശതിൽ കാൽവറിയിൽ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കേണു കണ്ണീർ തൂകുന്നു നോക്കു!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 മേടുകളിൽ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114300" y="3810000"/>
            <a:ext cx="110871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Kaanhuka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neeyee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kaarunhya-vaaney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kurishathil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kaalvariyil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Kènhu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kannheer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thookunnu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nôkku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kaalvari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mèdukalhil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3CCA3-86F4-427A-BE20-972B4414C21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79862"/>
            <a:ext cx="12192000" cy="2496738"/>
          </a:xfrm>
        </p:spPr>
        <p:txBody>
          <a:bodyPr anchor="t"/>
          <a:lstStyle/>
          <a:p>
            <a:pPr eaLnBrk="1" hangingPunct="1">
              <a:lnSpc>
                <a:spcPct val="150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എന്തൊരു സ്നേഹം എന്തൊരു സ്നേഹം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പാപികളാം നരരിൽ!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നൊന്തു നൊന്തു ചങ്കുടഞ്ഞു പ്രാണൻ വെടിയുകയായ്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0" y="358140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paapikalhaam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nararil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chankudanju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praanhan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vediyukayaai</a:t>
            </a:r>
            <a:endParaRPr lang="en-US" sz="3400" b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233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14300" y="1251857"/>
            <a:ext cx="11620500" cy="27432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പാപത്താൽ ഘോരമൃത്യു കവർന്ന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ലോകത്തേ വീണ്ടിടുവാൻ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ആണിമൂന്നിൽ പ്രാണനാഥൻ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കാണുക ദൈവസ്നേഹം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114300" y="3810000"/>
            <a:ext cx="110871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Paapaththaal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ghôra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mrithyu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kavarnna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lôkaththey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veendiduvaan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Aanhi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munnil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praanhanaathan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sneham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3CCA3-86F4-427A-BE20-972B4414C21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3313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79862"/>
            <a:ext cx="12192000" cy="2496738"/>
          </a:xfrm>
        </p:spPr>
        <p:txBody>
          <a:bodyPr anchor="t"/>
          <a:lstStyle/>
          <a:p>
            <a:pPr eaLnBrk="1" hangingPunct="1">
              <a:lnSpc>
                <a:spcPct val="150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എന്തൊരു സ്നേഹം എന്തൊരു സ്നേഹം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പാപികളാം നരരിൽ!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നൊന്തു നൊന്തു ചങ്കുടഞ്ഞു പ്രാണൻ വെടിയുകയായ്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0" y="358140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paapikalhaam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nararil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chankudanju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praanhan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vediyukayaai</a:t>
            </a:r>
            <a:endParaRPr lang="en-US" sz="3400" b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155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14300" y="1251857"/>
            <a:ext cx="11620500" cy="27432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എന്തിനു നീയി പാപത്തിൻ ഭാര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 ചുമടേന്തിടുന്നു?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ചിന്തിരക്തം സർവ്വപാപ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ബന്ധനം പോക്കീടുവാൻ 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114300" y="3810000"/>
            <a:ext cx="110871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Enthinu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neeyee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paapaththin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bhaara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van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chumadènthidunnu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bandhanam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pôkiduvaan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3CCA3-86F4-427A-BE20-972B4414C21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700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79862"/>
            <a:ext cx="12192000" cy="2496738"/>
          </a:xfrm>
        </p:spPr>
        <p:txBody>
          <a:bodyPr anchor="t"/>
          <a:lstStyle/>
          <a:p>
            <a:pPr eaLnBrk="1" hangingPunct="1">
              <a:lnSpc>
                <a:spcPct val="150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എന്തൊരു സ്നേഹം എന്തൊരു സ്നേഹം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പാപികളാം നരരിൽ!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നൊന്തു നൊന്തു ചങ്കുടഞ്ഞു പ്രാണൻ വെടിയുകയായ്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0" y="358140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paapikalhaam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nararil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chankudanju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praanhan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vediyukayaai</a:t>
            </a:r>
            <a:endParaRPr lang="en-US" sz="3400" b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077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14300" y="1251857"/>
            <a:ext cx="11620500" cy="2743200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ജയിച്ചവനായി വിണ്‍പുരി തന്നിൽ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ജീവിക്കുന്നേശുപരൻ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ജയിച്ചീടാം നാം പോരിതിങ്കൽ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അന്ത്യത്തോളം ധരയിൽ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114300" y="3810000"/>
            <a:ext cx="110871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Jayichchavanaayi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vinhpuri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jeevikkunneshuparan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Jayichcheedaam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porithinkal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anthyaththolham</a:t>
            </a:r>
            <a:r>
              <a:rPr lang="en-US" sz="34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50000"/>
                  </a:schemeClr>
                </a:solidFill>
                <a:latin typeface="+mn-lt"/>
              </a:rPr>
              <a:t>dharayil</a:t>
            </a:r>
            <a:endParaRPr lang="en-US" sz="3400" b="1" dirty="0">
              <a:solidFill>
                <a:schemeClr val="accent4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3CCA3-86F4-427A-BE20-972B4414C21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2061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79862"/>
            <a:ext cx="12192000" cy="2496738"/>
          </a:xfrm>
        </p:spPr>
        <p:txBody>
          <a:bodyPr anchor="t"/>
          <a:lstStyle/>
          <a:p>
            <a:pPr eaLnBrk="1" hangingPunct="1">
              <a:lnSpc>
                <a:spcPct val="150000"/>
              </a:lnSpc>
              <a:tabLst>
                <a:tab pos="336550" algn="l"/>
                <a:tab pos="738188" algn="l"/>
              </a:tabLst>
            </a:pP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എന്തൊരു സ്നേഹം എന്തൊരു സ്നേഹം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പാപികളാം നരരിൽ!</a:t>
            </a:r>
            <a:b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നൊന്തു നൊന്തു ചങ്കുടഞ്ഞു പ്രാണൻ വെടിയുകയായ്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12202-50F1-45C1-9800-969C439456EA}"/>
              </a:ext>
            </a:extLst>
          </p:cNvPr>
          <p:cNvSpPr/>
          <p:nvPr/>
        </p:nvSpPr>
        <p:spPr>
          <a:xfrm>
            <a:off x="0" y="3581401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paapikalhaam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nararil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nonthu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chankudanju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praanhan</a:t>
            </a:r>
            <a:r>
              <a:rPr lang="en-US" sz="34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vediyukayaai</a:t>
            </a:r>
            <a:endParaRPr lang="en-US" sz="3400" b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60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162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362 കാണുക നീയി കാരുണ്യവാനേ</vt:lpstr>
      <vt:lpstr>കാണുക നീയി കാരുണ്യവാനേ  കുരിശതിൽ കാൽവറിയിൽ  കേണു കണ്ണീർ തൂകുന്നു നോക്കു! കാൽവറി മേടുകളിൽ</vt:lpstr>
      <vt:lpstr>എന്തൊരു സ്നേഹം എന്തൊരു സ്നേഹം പാപികളാം നരരിൽ! നൊന്തു നൊന്തു ചങ്കുടഞ്ഞു പ്രാണൻ വെടിയുകയായ്</vt:lpstr>
      <vt:lpstr>പാപത്താൽ ഘോരമൃത്യു കവർന്ന - ലോകത്തേ വീണ്ടിടുവാൻ ആണിമൂന്നിൽ പ്രാണനാഥൻ - കാണുക ദൈവസ്നേഹം</vt:lpstr>
      <vt:lpstr>എന്തൊരു സ്നേഹം എന്തൊരു സ്നേഹം പാപികളാം നരരിൽ! നൊന്തു നൊന്തു ചങ്കുടഞ്ഞു പ്രാണൻ വെടിയുകയായ്</vt:lpstr>
      <vt:lpstr>എന്തിനു നീയി പാപത്തിൻ ഭാര വൻ ചുമടേന്തിടുന്നു?  ചിന്തിരക്തം സർവ്വപാപ - ബന്ധനം പോക്കീടുവാൻ </vt:lpstr>
      <vt:lpstr>എന്തൊരു സ്നേഹം എന്തൊരു സ്നേഹം പാപികളാം നരരിൽ! നൊന്തു നൊന്തു ചങ്കുടഞ്ഞു പ്രാണൻ വെടിയുകയായ്</vt:lpstr>
      <vt:lpstr>ജയിച്ചവനായി വിണ്‍പുരി തന്നിൽ  ജീവിക്കുന്നേശുപരൻ  ജയിച്ചീടാം നാം പോരിതിങ്കൽ  അന്ത്യത്തോളം ധരയിൽ</vt:lpstr>
      <vt:lpstr>എന്തൊരു സ്നേഹം എന്തൊരു സ്നേഹം പാപികളാം നരരിൽ! നൊന്തു നൊന്തു ചങ്കുടഞ്ഞു പ്രാണൻ വെടിയുകയായ്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Kaanuka neeyee kaarunyavaane</dc:title>
  <dc:creator>Digital Input; GM JOHN; Acsah Mathews</dc:creator>
  <cp:lastModifiedBy>Acsah Mathews</cp:lastModifiedBy>
  <cp:revision>24</cp:revision>
  <dcterms:created xsi:type="dcterms:W3CDTF">2013-05-06T05:45:32Z</dcterms:created>
  <dcterms:modified xsi:type="dcterms:W3CDTF">2018-11-21T18:11:51Z</dcterms:modified>
</cp:coreProperties>
</file>