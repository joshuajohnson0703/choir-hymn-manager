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709F6-CB6E-431D-BC7B-F8947EB1CB5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8642-88E4-4D21-B5B5-733058A6F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54103-D651-4CF9-B344-25B19A7ADF0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88A32-33EF-4061-82AF-6307485EB2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03566-F234-4553-89C3-1BF2CCC9884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AAB28-9930-4DF7-8DD4-94693CE99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937B9-E15F-46B3-9BB3-63DCEED89B4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9BA55-025B-4C49-A032-227940B3E4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B8E8A-54EA-4269-82D9-7BA0C1153CB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1603A-B07D-443A-9420-02073AA7C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90338-E15A-482B-8671-FF8E6477709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8F48-20B0-4765-96BA-0821B41ADC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7BDA0-B5F2-4725-AC35-D8900530BA4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4266A-2FFE-439A-993E-14344DC31B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3AD57-7421-4913-A730-857E516D296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D2705-F5DB-4816-9393-7F5279058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F4E7B-C08F-410F-A6A9-2A10387D838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A3582-7B13-432E-8F23-EB0D993F8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1AFDF-870B-42C3-8A56-41B192CC0D2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DCF61-B854-4D20-9046-F9E6E804E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BA7CE-C016-4C8B-8FF2-996EC40AA6D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47625-E466-4DB9-B8FC-EF96F581C7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DC0AEC-8C68-44F8-9698-332D9B85B41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606EA1-09A4-4034-BA52-92C8DCA00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4CF3-CED3-420D-B57F-4F146753E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196</a:t>
            </a:r>
            <a:br>
              <a:rPr lang="en-US" dirty="0"/>
            </a:br>
            <a:r>
              <a:rPr lang="ml-IN" b="1" spc="-300">
                <a:latin typeface="Kartika" panose="02020503030404060203" pitchFamily="18" charset="0"/>
              </a:rPr>
              <a:t>പെന്തെക്കോസ്തിന്‍ ശക്തിയെ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5909E-1FC5-4796-BC31-98A5776D8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Penthicosthin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shakthiye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430765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2971800"/>
          </a:xfrm>
        </p:spPr>
        <p:txBody>
          <a:bodyPr anchor="t"/>
          <a:lstStyle/>
          <a:p>
            <a:pPr algn="l" defTabSz="465138">
              <a:lnSpc>
                <a:spcPct val="110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പെന്തെക്കോസ്തിന്‍ ശക്തിയെ അയയ്ക്ക ദൈവമേ - നിന്‍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സ്വന്തദാസര്‍ക്കേറ്റം-ജീവന്‍ ലഭ്യമാകുവാന്‍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തന്‍ വശത്തിലാക്കി നിന്‍ ജനങ്ങളെ - ആത്മ-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ദാഹമുള്ള ദൈവ മക്ക ളെത്ര ദുര്‍ല്ലഭം.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EDEBC-18C7-4B4A-845C-CD6CF9B14A3A}"/>
              </a:ext>
            </a:extLst>
          </p:cNvPr>
          <p:cNvSpPr/>
          <p:nvPr/>
        </p:nvSpPr>
        <p:spPr>
          <a:xfrm>
            <a:off x="0" y="3767554"/>
            <a:ext cx="12192000" cy="280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Penthicosthin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ayaykka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daasarkettam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labhyamaakuvan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endParaRPr lang="en-US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vashatthillaakki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janagnalhe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Daahamullha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daivamakkalhethra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durlabham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2971800"/>
          </a:xfrm>
        </p:spPr>
        <p:txBody>
          <a:bodyPr anchor="t"/>
          <a:lstStyle/>
          <a:p>
            <a:pPr algn="l" defTabSz="465138">
              <a:lnSpc>
                <a:spcPct val="11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നാമ മാത്രമേ ജനം തിരിഞ്ഞു ഹാ വിഭോ-ബഹു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കേമമായിട്ടുണ്ടു ബാഹ്യമായ കർമ്മങ്ങൾ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കേടുപറ്റി നിന്‍ സഭയ്ക്കിതാകെ നാഥനേ – ദിവ്യ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ചൂടു ലേശ മില്ലയെന്ന തെത്ര സങ്കടം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EDEBC-18C7-4B4A-845C-CD6CF9B14A3A}"/>
              </a:ext>
            </a:extLst>
          </p:cNvPr>
          <p:cNvSpPr/>
          <p:nvPr/>
        </p:nvSpPr>
        <p:spPr>
          <a:xfrm>
            <a:off x="0" y="3767554"/>
            <a:ext cx="12192000" cy="280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vibho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bahu-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Kemamaayittundu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baahyamaaya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karmangalh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en-US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Kedupatti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sabhakkithaake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leshamillayennathathre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sankadam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0036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2971800"/>
          </a:xfrm>
        </p:spPr>
        <p:txBody>
          <a:bodyPr anchor="t"/>
          <a:lstStyle/>
          <a:p>
            <a:pPr algn="l" defTabSz="465138">
              <a:lnSpc>
                <a:spcPct val="11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പ്രാണ നാഥനേ! അയക്ക നിന്‍റെ ആവിയെ – തീരെ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പ്രാണനറ്റ നിന്‍ സഭ യുണര്‍ന്നു ജീവിപ്പാന്‍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നീക്കുക ഭയം സകല സംശയങ്ങളും -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 വാസത്താലെ ഉള്ളം സ്വർഗ്ഗമാക്കുക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EDEBC-18C7-4B4A-845C-CD6CF9B14A3A}"/>
              </a:ext>
            </a:extLst>
          </p:cNvPr>
          <p:cNvSpPr/>
          <p:nvPr/>
        </p:nvSpPr>
        <p:spPr>
          <a:xfrm>
            <a:off x="0" y="3767554"/>
            <a:ext cx="12192000" cy="280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Ayaykka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aaviye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Praanhanatta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sabhayunharnnu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jeevippaan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en-US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sakala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samshayangalhum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vaasathaale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swargamakkuka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17917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91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196 പെന്തെക്കോസ്തിന്‍ ശക്തിയെ</vt:lpstr>
      <vt:lpstr>1 പെന്തെക്കോസ്തിന്‍ ശക്തിയെ അയയ്ക്ക ദൈവമേ - നിന്‍  സ്വന്തദാസര്‍ക്കേറ്റം-ജീവന്‍ ലഭ്യമാകുവാന്‍  2 ലോകം തന്‍ വശത്തിലാക്കി നിന്‍ ജനങ്ങളെ - ആത്മ-  ദാഹമുള്ള ദൈവ മക്ക ളെത്ര ദുര്‍ല്ലഭം. </vt:lpstr>
      <vt:lpstr>3 നാമ മാത്രമേ ജനം തിരിഞ്ഞു ഹാ വിഭോ-ബഹു   കേമമായിട്ടുണ്ടു ബാഹ്യമായ കർമ്മങ്ങൾ   4 കേടുപറ്റി നിന്‍ സഭയ്ക്കിതാകെ നാഥനേ – ദിവ്യ  ചൂടു ലേശ മില്ലയെന്ന തെത്ര സങ്കടം</vt:lpstr>
      <vt:lpstr>5 പ്രാണ നാഥനേ! അയക്ക നിന്‍റെ ആവിയെ – തീരെ  പ്രാണനറ്റ നിന്‍ സഭ യുണര്‍ന്നു ജീവിപ്പാന്‍  6 നീക്കുക ഭയം സകല സംശയങ്ങളും - നിൻ   ഭാഗ്യ വാസത്താലെ ഉള്ളം സ്വർഗ്ഗമാക്കുക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Penthakosthin shakthiye</dc:title>
  <dc:creator>Digital Input:;GM JOHN</dc:creator>
  <cp:lastModifiedBy>Acsah Mathews</cp:lastModifiedBy>
  <cp:revision>168</cp:revision>
  <dcterms:created xsi:type="dcterms:W3CDTF">2013-04-19T09:19:07Z</dcterms:created>
  <dcterms:modified xsi:type="dcterms:W3CDTF">2018-11-07T19:13:24Z</dcterms:modified>
</cp:coreProperties>
</file>