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4" r:id="rId4"/>
    <p:sldId id="278" r:id="rId5"/>
    <p:sldId id="275" r:id="rId6"/>
    <p:sldId id="279" r:id="rId7"/>
    <p:sldId id="276" r:id="rId8"/>
    <p:sldId id="280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27837F-DC45-41F9-8A10-F530F3D640B4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C0A54-0D73-4702-88D8-95F8BF5E34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0E3BC-C4AC-45B2-8A68-C06994AAAF4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5D58DF-E7C7-458F-9C04-527CA78705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4CACC-3B92-45A1-B45E-FA0F30BC1468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C95D0C-C669-4B08-AB65-B5B201278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EDC504-4218-4455-BC6F-5E4B4148C3F6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17B97-BB5F-4282-9B30-7E50C29932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928B0-729A-4396-9853-FC57EDE53342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DCBDB-52DE-4D06-A5FA-BAABD4E59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CE87C-431C-41AA-B887-36A52BA4CFA4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459DA-A1D8-42CF-98E4-2F050CE00A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15F77-4141-4CC3-861E-AA8B923BE8D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DE3F3-DF2E-4237-AEF6-0499E91E81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9FBAC-541E-4712-B882-DE030F74D76F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5A0EF-DFB1-441E-9BFD-340CD4A300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0C197-667A-4570-96F8-6A05347A05C5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91719-427C-4C6F-86F7-BEDDFC6C3E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E1C3A-B829-410D-9B18-ECA4F1F8F33B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E229C-5D5F-48D4-8597-D16CC1482A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E307B-FAD9-4740-9D2B-A8E71CEA2F6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46747-CD4C-40DF-BE8D-F729F5A86B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5EED1A3-B7CA-44D2-A975-99FFBC981D25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94D13F1-A071-4382-A282-DF557C6A72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E6E7-6E60-4C03-A0AE-013EA0659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423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മാട്ടിൻ തൊഴുത്തിൽ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1FB2D-ACD2-42A3-840C-3B2607832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Maattin </a:t>
            </a:r>
            <a:r>
              <a:rPr lang="en-US" sz="4000" b="1" dirty="0" err="1">
                <a:solidFill>
                  <a:srgbClr val="002060"/>
                </a:solidFill>
              </a:rPr>
              <a:t>thozhuththil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BB2DD6-01D8-4F0D-AFD7-902532B50670}"/>
              </a:ext>
            </a:extLst>
          </p:cNvPr>
          <p:cNvSpPr/>
          <p:nvPr/>
        </p:nvSpPr>
        <p:spPr>
          <a:xfrm>
            <a:off x="1524000" y="4876800"/>
            <a:ext cx="2694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(പി. സി. ഇട്ടിയേര)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A7494E-2960-4ACF-BD72-525E075DD811}"/>
              </a:ext>
            </a:extLst>
          </p:cNvPr>
          <p:cNvSpPr/>
          <p:nvPr/>
        </p:nvSpPr>
        <p:spPr>
          <a:xfrm>
            <a:off x="9220200" y="4876800"/>
            <a:ext cx="17994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(P. C.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Ittiyera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8768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2785646"/>
          </a:xfrm>
        </p:spPr>
        <p:txBody>
          <a:bodyPr anchor="t"/>
          <a:lstStyle/>
          <a:p>
            <a:pPr defTabSz="46196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മാട്ടിൻ തൊഴുത്തിൽ പിറന്നിന്നാൾ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മഹത്വം നിറഞ്ഞ ജഗത്തിന്നധിപൻ - മാ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ബേതലേം പുരത്തിൽ സ്വന്ത-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മഠത്തെ ത്യജിച്ചി ട്ടുടമ്പും ധരിച്ചു - മാ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EB46BE-16F5-4CA9-A97C-B01215E958DA}"/>
              </a:ext>
            </a:extLst>
          </p:cNvPr>
          <p:cNvSpPr/>
          <p:nvPr/>
        </p:nvSpPr>
        <p:spPr>
          <a:xfrm>
            <a:off x="0" y="3700046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Maattin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thozhuththil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pirhanninaalh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nirhanja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jagaththinnadhipan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Bethlem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Madaththe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thyajichittumdambum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5312" y="533400"/>
            <a:ext cx="12192000" cy="3166646"/>
          </a:xfrm>
        </p:spPr>
        <p:txBody>
          <a:bodyPr anchor="t"/>
          <a:lstStyle/>
          <a:p>
            <a:pPr algn="l" defTabSz="461963">
              <a:lnSpc>
                <a:spcPct val="110000"/>
              </a:lnSpc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സ്വന്തമഹത്വം വെടിഞ്ഞിട്ട്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ക്ഷയിച്ച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നരർക്കപ്പടച്ചപരൻതൻ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ചങ്കി ന്നുരുക്ക പ്പെരുക്കത്തെ മരുക്കപ്പടത്താൽ ധരിപ്പതിനു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ഹന്ത! പരം വിട്ടിറങ്ങിവ-ന്നവതരിച്ചു നൽ അതിശയം! പര-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ന്നുന്നതങ്ങളിൽ മഹത്വവും-നിരപ്പും ജഗത്തിൽ മഹത്വം പരന്നു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തിണ്ണം മാ-നവർക്കു ബന്ധം ഭാവിപ്പിച്ചിഹത്ത്തിൽ-പരന്നും നടുക്ക-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പൊണ്ണൻ പേയുരഗദന്തം സമസ്തം</a:t>
            </a: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ഇടിച്ചിങ്ങടർത്തിപ്പൊടിപ്പാൻ </a:t>
            </a:r>
            <a:endParaRPr lang="en-US" sz="30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EB46BE-16F5-4CA9-A97C-B01215E958DA}"/>
              </a:ext>
            </a:extLst>
          </p:cNvPr>
          <p:cNvSpPr/>
          <p:nvPr/>
        </p:nvSpPr>
        <p:spPr>
          <a:xfrm>
            <a:off x="0" y="3581400"/>
            <a:ext cx="12192000" cy="3113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000" b="1" dirty="0">
                <a:solidFill>
                  <a:srgbClr val="002060"/>
                </a:solidFill>
                <a:latin typeface="+mn-lt"/>
              </a:rPr>
              <a:t>Swanthamahathwam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vedinjittu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kshayicha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nararkkappadacha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paran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than</a:t>
            </a: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Chankinnurukkapperukkaththe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marukkappadaththaal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dharippippathinu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Hantha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! Param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vittirhangiva-nnavatharichu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nal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athishayam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! para-</a:t>
            </a: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Nunnathangalhil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mahathwavum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nirappum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jagaththil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paranu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Thinnham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maa-navarkku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bandham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bhavippichihaththil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paranum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nadukka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Ponnhan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peyuragadantham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samastham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idichingadarththippodippaan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47AF0-F5CE-41D0-83A3-8D013509FA2B}"/>
              </a:ext>
            </a:extLst>
          </p:cNvPr>
          <p:cNvSpPr txBox="1"/>
          <p:nvPr/>
        </p:nvSpPr>
        <p:spPr>
          <a:xfrm>
            <a:off x="2022088" y="0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6366182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2785646"/>
          </a:xfrm>
        </p:spPr>
        <p:txBody>
          <a:bodyPr anchor="t"/>
          <a:lstStyle/>
          <a:p>
            <a:pPr defTabSz="46196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മാട്ടിൻ തൊഴുത്തിൽ പിറന്നിന്നാൾ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മഹത്വം നിറഞ്ഞ ജഗത്തിന്നധിപൻ - മാ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ബേതലേം പുരത്തിൽ സ്വന്ത-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മഠത്തെ ത്യജിച്ചി ട്ടുടമ്പും ധരിച്ചു - മാ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EB46BE-16F5-4CA9-A97C-B01215E958DA}"/>
              </a:ext>
            </a:extLst>
          </p:cNvPr>
          <p:cNvSpPr/>
          <p:nvPr/>
        </p:nvSpPr>
        <p:spPr>
          <a:xfrm>
            <a:off x="0" y="3700046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Maattin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thozhuththil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pirhanninaalh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nirhanja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jagaththinnadhipan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Bethlem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Madaththe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thyajichittumdambum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29040300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5312" y="533400"/>
            <a:ext cx="12192000" cy="3166646"/>
          </a:xfrm>
        </p:spPr>
        <p:txBody>
          <a:bodyPr anchor="t"/>
          <a:lstStyle/>
          <a:p>
            <a:pPr algn="l" defTabSz="461963">
              <a:lnSpc>
                <a:spcPct val="110000"/>
              </a:lnSpc>
            </a:pPr>
            <a:r>
              <a:rPr lang="ml-IN" sz="3000" b="1" dirty="0">
                <a:latin typeface="Kartika" panose="02020503030404060203" pitchFamily="18" charset="0"/>
              </a:rPr>
              <a:t>ആട്ടിൻ കാവലിട്ടിരുന്നീരുന്നിടത്തി ലിടയർക്കുദിച്ച വെളിച്ചം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2900" b="1" spc="-300" dirty="0">
                <a:latin typeface="Kartika" panose="02020503030404060203" pitchFamily="18" charset="0"/>
              </a:rPr>
              <a:t>കണ്ടുനിന്നവർ ഭയന്നപ്പോൾ തെളിഞ്ഞമ്മഹത്വ സുരർ സമ്മോദിച്ചു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spc="-300" dirty="0">
                <a:latin typeface="Kartika" panose="02020503030404060203" pitchFamily="18" charset="0"/>
              </a:rPr>
              <a:t>ചൊന്ന ഗീതത്തിൻ പ്പൊരുളെന്തെന്നെളുപ്പം തിരിഞ്ഞ പ്പുരത്തിൽ </a:t>
            </a:r>
            <a:br>
              <a:rPr lang="ml-IN" sz="3000" b="1" spc="-300" dirty="0">
                <a:latin typeface="Kartika" panose="02020503030404060203" pitchFamily="18" charset="0"/>
              </a:rPr>
            </a:br>
            <a:r>
              <a:rPr lang="ml-IN" sz="2900" b="1" spc="-300" dirty="0">
                <a:latin typeface="Kartika" panose="02020503030404060203" pitchFamily="18" charset="0"/>
              </a:rPr>
              <a:t>കടന്നിട്ടുണ്ണിയേ നമിച്ചവർ തന്മേൽ പുതെച്ചുള്ള വസ്ത്രപ്പഴക്കത്തെ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2900" b="1" spc="-300" dirty="0">
                <a:latin typeface="Kartika" panose="02020503030404060203" pitchFamily="18" charset="0"/>
              </a:rPr>
              <a:t>കണ്ടുചിന്തിച്ചാർ - സുരന്‍റെ ചൊല്ലും കുറിയും പെരുത്തു വിചിത്രം 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2700" b="1" spc="-300" dirty="0">
                <a:latin typeface="Kartika" panose="02020503030404060203" pitchFamily="18" charset="0"/>
              </a:rPr>
              <a:t>കിരസ്തുവേന്തൻദാ-വീദിന്‍റെ ജന്മമിടത്തിലുദി ച്ചെന്നുറച്ചുഘോഷിച്ചാർ </a:t>
            </a:r>
            <a:endParaRPr lang="en-US" sz="27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EB46BE-16F5-4CA9-A97C-B01215E958DA}"/>
              </a:ext>
            </a:extLst>
          </p:cNvPr>
          <p:cNvSpPr/>
          <p:nvPr/>
        </p:nvSpPr>
        <p:spPr>
          <a:xfrm>
            <a:off x="0" y="3581400"/>
            <a:ext cx="12192000" cy="3081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000" b="1" dirty="0">
                <a:solidFill>
                  <a:srgbClr val="002060"/>
                </a:solidFill>
                <a:latin typeface="+mn-lt"/>
              </a:rPr>
              <a:t>Aattin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kaavalittirunnidaththilidayarkkudicha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velhicham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Kandu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ninnavar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bhayannappolh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thelhinjammahathwa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surar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sammodichu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Chonna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geethaththin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porulhenthe-nnelhuppam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thiranjappuraththil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Kadannittunnhiye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namichavar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thanmel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puthechullha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vasthrappazhakkathe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Kandu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chinthichaar-surante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chollum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kurhiyum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peruththu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vichithram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Kirasthu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venthandaa-veedinte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janmamidaththiludichennurhachu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ghoshichaar</a:t>
            </a:r>
            <a:endParaRPr lang="en-US" sz="28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47AF0-F5CE-41D0-83A3-8D013509FA2B}"/>
              </a:ext>
            </a:extLst>
          </p:cNvPr>
          <p:cNvSpPr txBox="1"/>
          <p:nvPr/>
        </p:nvSpPr>
        <p:spPr>
          <a:xfrm>
            <a:off x="2022088" y="0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251976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2785646"/>
          </a:xfrm>
        </p:spPr>
        <p:txBody>
          <a:bodyPr anchor="t"/>
          <a:lstStyle/>
          <a:p>
            <a:pPr defTabSz="46196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മാട്ടിൻ തൊഴുത്തിൽ പിറന്നിന്നാൾ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മഹത്വം നിറഞ്ഞ ജഗത്തിന്നധിപൻ - മാ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ബേതലേം പുരത്തിൽ സ്വന്ത-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മഠത്തെ ത്യജിച്ചി ട്ടുടമ്പും ധരിച്ചു - മാ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EB46BE-16F5-4CA9-A97C-B01215E958DA}"/>
              </a:ext>
            </a:extLst>
          </p:cNvPr>
          <p:cNvSpPr/>
          <p:nvPr/>
        </p:nvSpPr>
        <p:spPr>
          <a:xfrm>
            <a:off x="0" y="3700046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Maattin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thozhuththil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pirhanninaalh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nirhanja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jagaththinnadhipan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Bethlem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Madaththe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thyajichittumdambum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351562215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5312" y="533400"/>
            <a:ext cx="12192000" cy="3166646"/>
          </a:xfrm>
        </p:spPr>
        <p:txBody>
          <a:bodyPr anchor="t"/>
          <a:lstStyle/>
          <a:p>
            <a:pPr algn="l" defTabSz="461963">
              <a:lnSpc>
                <a:spcPct val="110000"/>
              </a:lnSpc>
            </a:pP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പുല്ലതിൽ കിടന്നുറങ്ങിയെമ്മനുവേൽ</a:t>
            </a: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തൊഴുത്തിൽ തനിക്കുള്ളജങ്ങൾ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ഉള്ളം മതിച്ചു പിഴച്ചിട്ട്-അലിഞ്ഞും വലഞ്ഞും ഉഴലുന്നേരത്തിൽ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നല്ല ഇടയൻ കനിഞ്ഞിട്ട്-അഘത്താ-ലിരുട്ടിച്ചിരിക്കും ജഗത്തിൽ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നല്ല മനസ്സോടുദിച്ചിതാ-തൊഴുത്തിൽ തനിക്കുള്ളജത്തെ വരുത്തി-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ട്ടല്ലലും ഹനിച്ചിഷ്ടം - പെരുത്തകുലത്തെ പ്പുരത്തിലിരുത്താൻ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ഹല്ലെലു-തനിക്കു നിത്യം പുകഴ്ച</a:t>
            </a: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മഹത്വം സമസ്തം ഇരിക്കും</a:t>
            </a:r>
            <a:endParaRPr lang="en-US" sz="27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EB46BE-16F5-4CA9-A97C-B01215E958DA}"/>
              </a:ext>
            </a:extLst>
          </p:cNvPr>
          <p:cNvSpPr/>
          <p:nvPr/>
        </p:nvSpPr>
        <p:spPr>
          <a:xfrm>
            <a:off x="0" y="3581400"/>
            <a:ext cx="12192000" cy="3113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Pullathil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kidannurhangiyenmanuvel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thozhuththil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thanikkullha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janangalh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Ullham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mathichu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pizhachittu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alanjum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valanjum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uzhallunneraththil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Nalla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idayan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kaninjittu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aghaththaliruttichirikkum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jagaththil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Nalla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manassodudichithaa-thozhuththil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thanikkullha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janaththe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varuththi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Ttallalum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hanichittishtam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peruththa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kulaththe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ppuraththiliruththaan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Hallelu-thanikku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pukazhcha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samastham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irikkum</a:t>
            </a:r>
            <a:endParaRPr lang="en-US" sz="28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47AF0-F5CE-41D0-83A3-8D013509FA2B}"/>
              </a:ext>
            </a:extLst>
          </p:cNvPr>
          <p:cNvSpPr txBox="1"/>
          <p:nvPr/>
        </p:nvSpPr>
        <p:spPr>
          <a:xfrm>
            <a:off x="2022088" y="0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8109650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2785646"/>
          </a:xfrm>
        </p:spPr>
        <p:txBody>
          <a:bodyPr anchor="t"/>
          <a:lstStyle/>
          <a:p>
            <a:pPr defTabSz="46196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മാട്ടിൻ തൊഴുത്തിൽ പിറന്നിന്നാൾ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മഹത്വം നിറഞ്ഞ ജഗത്തിന്നധിപൻ - മാ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ബേതലേം പുരത്തിൽ സ്വന്ത-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മഠത്തെ ത്യജിച്ചി ട്ടുടമ്പും ധരിച്ചു - മാ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EB46BE-16F5-4CA9-A97C-B01215E958DA}"/>
              </a:ext>
            </a:extLst>
          </p:cNvPr>
          <p:cNvSpPr/>
          <p:nvPr/>
        </p:nvSpPr>
        <p:spPr>
          <a:xfrm>
            <a:off x="0" y="3700046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Maattin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thozhuththil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pirhanninaalh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nirhanja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jagaththinnadhipan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Bethlem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Madaththe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thyajichittumdambum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37565712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178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423 മാട്ടിൻ തൊഴുത്തിൽ</vt:lpstr>
      <vt:lpstr>മാട്ടിൻ തൊഴുത്തിൽ പിറന്നിന്നാൾ  മഹത്വം നിറഞ്ഞ ജഗത്തിന്നധിപൻ - മാ   ബേതലേം പുരത്തിൽ സ്വന്ത- മഠത്തെ ത്യജിച്ചി ട്ടുടമ്പും ധരിച്ചു - മാ</vt:lpstr>
      <vt:lpstr>സ്വന്തമഹത്വം വെടിഞ്ഞിട്ട് - ക്ഷയിച്ച നരർക്കപ്പടച്ചപരൻതൻ  ചങ്കി ന്നുരുക്ക പ്പെരുക്കത്തെ മരുക്കപ്പടത്താൽ ധരിപ്പതിനു  ഹന്ത! പരം വിട്ടിറങ്ങിവ-ന്നവതരിച്ചു നൽ അതിശയം! പര- ന്നുന്നതങ്ങളിൽ മഹത്വവും-നിരപ്പും ജഗത്തിൽ മഹത്വം പരന്നു  തിണ്ണം മാ-നവർക്കു ബന്ധം ഭാവിപ്പിച്ചിഹത്ത്തിൽ-പരന്നും നടുക്ക- പൊണ്ണൻ പേയുരഗദന്തം സമസ്തം ഇടിച്ചിങ്ങടർത്തിപ്പൊടിപ്പാൻ </vt:lpstr>
      <vt:lpstr>മാട്ടിൻ തൊഴുത്തിൽ പിറന്നിന്നാൾ  മഹത്വം നിറഞ്ഞ ജഗത്തിന്നധിപൻ - മാ   ബേതലേം പുരത്തിൽ സ്വന്ത- മഠത്തെ ത്യജിച്ചി ട്ടുടമ്പും ധരിച്ചു - മാ</vt:lpstr>
      <vt:lpstr>ആട്ടിൻ കാവലിട്ടിരുന്നീരുന്നിടത്തി ലിടയർക്കുദിച്ച വെളിച്ചം  കണ്ടുനിന്നവർ ഭയന്നപ്പോൾ തെളിഞ്ഞമ്മഹത്വ സുരർ സമ്മോദിച്ചു  ചൊന്ന ഗീതത്തിൻ പ്പൊരുളെന്തെന്നെളുപ്പം തിരിഞ്ഞ പ്പുരത്തിൽ  കടന്നിട്ടുണ്ണിയേ നമിച്ചവർ തന്മേൽ പുതെച്ചുള്ള വസ്ത്രപ്പഴക്കത്തെ  കണ്ടുചിന്തിച്ചാർ - സുരന്‍റെ ചൊല്ലും കുറിയും പെരുത്തു വിചിത്രം   കിരസ്തുവേന്തൻദാ-വീദിന്‍റെ ജന്മമിടത്തിലുദി ച്ചെന്നുറച്ചുഘോഷിച്ചാർ </vt:lpstr>
      <vt:lpstr>മാട്ടിൻ തൊഴുത്തിൽ പിറന്നിന്നാൾ  മഹത്വം നിറഞ്ഞ ജഗത്തിന്നധിപൻ - മാ   ബേതലേം പുരത്തിൽ സ്വന്ത- മഠത്തെ ത്യജിച്ചി ട്ടുടമ്പും ധരിച്ചു - മാ</vt:lpstr>
      <vt:lpstr>പുല്ലതിൽ കിടന്നുറങ്ങിയെമ്മനുവേൽ തൊഴുത്തിൽ തനിക്കുള്ളജങ്ങൾ  ഉള്ളം മതിച്ചു പിഴച്ചിട്ട്-അലിഞ്ഞും വലഞ്ഞും ഉഴലുന്നേരത്തിൽ  നല്ല ഇടയൻ കനിഞ്ഞിട്ട്-അഘത്താ-ലിരുട്ടിച്ചിരിക്കും ജഗത്തിൽ  നല്ല മനസ്സോടുദിച്ചിതാ-തൊഴുത്തിൽ തനിക്കുള്ളജത്തെ വരുത്തി- ട്ടല്ലലും ഹനിച്ചിഷ്ടം - പെരുത്തകുലത്തെ പ്പുരത്തിലിരുത്താൻ ഹല്ലെലു-തനിക്കു നിത്യം പുകഴ്ച മഹത്വം സമസ്തം ഇരിക്കും</vt:lpstr>
      <vt:lpstr>മാട്ടിൻ തൊഴുത്തിൽ പിറന്നിന്നാൾ  മഹത്വം നിറഞ്ഞ ജഗത്തിന്നധിപൻ - മാ   ബേതലേം പുരത്തിൽ സ്വന്ത- മഠത്തെ ത്യജിച്ചി ട്ടുടമ്പും ധരിച്ചു - മാ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Maattin thozhuthil</dc:title>
  <dc:creator>Digital Input; GM JOHN; Acsah Mathews</dc:creator>
  <cp:lastModifiedBy>Acsah Mathews</cp:lastModifiedBy>
  <cp:revision>258</cp:revision>
  <dcterms:created xsi:type="dcterms:W3CDTF">2013-04-19T09:19:07Z</dcterms:created>
  <dcterms:modified xsi:type="dcterms:W3CDTF">2018-11-27T15:14:48Z</dcterms:modified>
</cp:coreProperties>
</file>