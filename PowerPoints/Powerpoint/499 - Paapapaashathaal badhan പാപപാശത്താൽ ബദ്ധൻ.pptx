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0955-D8EA-4BD7-B248-62E2151C5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9EB6C-9731-450A-A8DB-733455256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CD96A-8B04-4539-8E23-1B32BD0EE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5339-6D94-44BB-B280-3EED353E5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47B61-4FE6-4462-A851-8BBE9E59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9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8760-88A6-4A5C-A2DC-3198BC95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BC71D-2AE4-4DD0-8438-39A6CFCF7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C0786-AA47-4A29-8B62-E264DA4D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55593-D062-4AD7-82C8-5CB7AEA3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DC8BA-C7E4-468E-AA67-84B25804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87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B083-AF3F-4AF2-B8B1-B209F114D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7F42A-9BCA-42A9-AEAF-7D7DFF11D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F60E5-7AD2-4F1E-AA90-6E9D548F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49FF7-A423-4032-818D-4BA5F7201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5AFFD-2DFE-4966-A856-433B82B7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01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E895-DF3E-49DE-A9C6-9545414DF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2F5DC-BA5B-4D6A-8BD4-086588191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00CED-843C-45C6-8DC8-627EAC634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D4003-C06E-4D3D-A0E7-AE45539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B2215-58E0-4C2D-A5F7-E96F07554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944E3-1765-42BA-95F7-21060FC3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64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CFD0-3C6F-4B8F-938F-1D0B778F0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261CC-A190-4791-A86E-2500AE90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B0BAC-B558-46B9-9792-ADE1C67E8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69155-3522-444F-9BA6-5C78D6670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14D82-0C14-427C-8F3B-1B5418EE5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8626F-8B16-42F0-8F60-3E8DF63B8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C78DB1-BF6C-43D8-A1E2-A929698FB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A4B386-D190-4F93-892A-DC6E61408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9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C271-A2B8-4066-9A11-C009FFBB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6747F-4F3F-41D9-A458-567A20559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F82A5-F583-43B9-A304-601D2A2F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B73572-0BAB-4AF9-9763-F1CAF3539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16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C97CDF-D493-45C5-9647-E4A1E850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17EBC6-E60D-405A-8C74-5C30E6F4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560AD-D0F5-4AEB-9024-79E05281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8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8988-AD9E-49E6-BBAF-C428C6DDA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B7B24-C09D-4338-9E8F-CF45C70A3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6724C-6F0A-4DCF-A0DB-C19C61226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0ED9F-A769-4455-8F13-4C34FC6B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C37CE-F2CB-4C83-83BE-F7E9A9B9D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07B09-C8BD-4456-B023-B5D92C2B3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7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BFC2-940C-400D-9EFB-30352514B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12622B-BBCE-4BBE-A14B-A40F693E1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468CF-BD13-4D9B-B103-6FAB9B67F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6C87D-B450-4EB6-9EBF-BE6D6C0D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C207F-49BE-4658-8BF5-4D62728E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B5174-776A-4B1E-94A4-D29D804A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76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18D5-1DE7-4D0D-BDC5-829BF04C4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E5AC1-13F9-4A82-817A-D7B407903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891B0-9BA0-4061-9B84-CA4C14C0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6B078-2637-4F17-A0C6-7CE9B6DC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A5B89-18CD-4759-B2B7-C8DD3302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26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C5D9B-3B15-43B4-92C7-FFBB0B5630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C9135-E12B-4365-8E86-D968B1BDE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30DC1-B847-42D7-90A0-83564F279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968A3-2DE9-400A-983D-CFB61448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FBCD8-B620-4110-89EE-205E2901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4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3D423C-5E82-4084-8F5E-C36E139D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1E2D0-3CE9-4222-9E8D-28E038BAE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DE3EF-4EEA-446A-A55D-E7018C0EA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06195-9F28-462B-BF33-992FA1135C3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5AECF-88A5-4BEB-9970-05965CCD3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1C743-01EE-4DD8-B08C-35DCD706A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A4AA6-FB2F-4CE1-808A-91BAAC21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3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499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പാപപാശത്താൽ ബദ്ധൻ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4"/>
            <a:ext cx="12191999" cy="19059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Paapa </a:t>
            </a:r>
            <a:r>
              <a:rPr lang="en-US" sz="4000" b="1" dirty="0" err="1">
                <a:solidFill>
                  <a:srgbClr val="002060"/>
                </a:solidFill>
              </a:rPr>
              <a:t>paashaththaal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badhdhan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rgbClr val="002060"/>
                </a:solidFill>
              </a:rPr>
              <a:t>Sinful, sighing to be blest </a:t>
            </a:r>
            <a:r>
              <a:rPr lang="en-US" sz="3600" i="1" dirty="0">
                <a:solidFill>
                  <a:srgbClr val="002060"/>
                </a:solidFill>
              </a:rPr>
              <a:t>– G. Berg</a:t>
            </a: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419726" y="1226651"/>
            <a:ext cx="10772274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പാപപാശത്താൽ ബദ്ധൻ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വാഞ്ചിക്കുന്നേന്‍ സ്വാതന്ത്ര്യം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ക്ഷീണന്‍ കാംക്ഷവിശ്രമം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കർത്താ ചെയ്ക കാരുണ്യം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Paapa </a:t>
            </a:r>
            <a:r>
              <a:rPr lang="en-US" sz="3600" b="1" dirty="0" err="1">
                <a:solidFill>
                  <a:srgbClr val="002060"/>
                </a:solidFill>
              </a:rPr>
              <a:t>paashaththaal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badhdhan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Vaanjikkunnen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swaathanthraym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Ksheenhan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kaamksha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vishramam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Karthaa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cheyka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kaarunhyam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57054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6380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419726" y="1226651"/>
            <a:ext cx="10772274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നന്മ ലേശം ഇല്ലെന്നില്‍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തിന്മയത്രേ മുഴുവൻ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എന്നാവശ്യം ചൊല്ലുന്നേല്‍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കർത്താ, ചെയ്ക കാരുണ്യം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Nanma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lesham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illennil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Thinmayathre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muzhuvan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Ennaavashyam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chollunnel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Karthaa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cheyka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kaarunhyam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57054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6662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419726" y="1226651"/>
            <a:ext cx="10772274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മദ്ധ്യസ്ഥൻ എന്നാശ്രയം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സന്തതം നിന്‍ അന്തികെ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വാദിക്കും എന്‍ പേര്‍ക്കായ് താന്‍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കർത്താ, ചെയ്ക കാരുണ്യം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Madhyasthan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ennaashrayam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Santhatham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anthike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Vaadikkum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perkkaai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Karthaa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cheyka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kaarunhyam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57054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0848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419726" y="1226651"/>
            <a:ext cx="10772274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രക്ഷകൻ തന്‍ നാമം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മാത്രം എനിക്കു ബലം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വന്‍ നാമം അതിന്‍ മൂലം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കർത്താ, ചെയ്ക കാരുണ്യം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rakshakan</a:t>
            </a:r>
            <a:r>
              <a:rPr lang="en-US" sz="3600" b="1" dirty="0">
                <a:solidFill>
                  <a:srgbClr val="002060"/>
                </a:solidFill>
              </a:rPr>
              <a:t> than </a:t>
            </a:r>
            <a:r>
              <a:rPr lang="en-US" sz="3600" b="1" dirty="0" err="1">
                <a:solidFill>
                  <a:srgbClr val="002060"/>
                </a:solidFill>
              </a:rPr>
              <a:t>naamam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Mathram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enikku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balam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Van </a:t>
            </a:r>
            <a:r>
              <a:rPr lang="en-US" sz="3600" b="1" dirty="0" err="1">
                <a:solidFill>
                  <a:srgbClr val="002060"/>
                </a:solidFill>
              </a:rPr>
              <a:t>naamam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athin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moolam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Karthaa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cheyka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karunhyam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57054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33422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499 പാപപാശത്താൽ ബദ്ധൻ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Paapa paashathaal badhdhan</dc:title>
  <dc:creator>Acsah Mathews</dc:creator>
  <cp:lastModifiedBy>Acsah Mathews</cp:lastModifiedBy>
  <cp:revision>1</cp:revision>
  <dcterms:created xsi:type="dcterms:W3CDTF">2018-12-03T16:44:12Z</dcterms:created>
  <dcterms:modified xsi:type="dcterms:W3CDTF">2018-12-03T16:47:51Z</dcterms:modified>
</cp:coreProperties>
</file>