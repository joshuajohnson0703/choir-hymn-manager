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7" r:id="rId2"/>
    <p:sldId id="270" r:id="rId3"/>
    <p:sldId id="274" r:id="rId4"/>
    <p:sldId id="275" r:id="rId5"/>
    <p:sldId id="276" r:id="rId6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Kartika" panose="02020503030404060203" pitchFamily="18" charset="0"/>
      <p:regular r:id="rId11"/>
      <p:bold r:id="rId12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97" d="100"/>
          <a:sy n="97" d="100"/>
        </p:scale>
        <p:origin x="72" y="20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5B3780-284A-44D1-AD7A-C1AA141F4815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496002-CDBE-4AB1-A66B-05BBEDF546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2CCB2-6E94-411F-8F26-DF2357DEE9E7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B9F5E-790D-480E-9B78-7806024F9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D7887-BF85-4941-8ABA-52998D64B149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B4FC8E-8217-48F1-B0AB-324BB4A2A6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B95295-E775-4DB3-A46C-7A9B4FA3DDA4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D4C867-7468-4174-85D6-3EC3198247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0AD12-EB59-4960-A6D1-EF6645EF22B1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3CD11F-F95B-4C52-B2B4-71F6424695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C518-4ACC-4194-85A3-71C22A839F63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8455CB-3682-4277-BE1C-A65A8C8E06F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DC0E6E-E992-46D4-90E9-A96D61746FBE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17CD99-6E85-4509-89C5-71637A2C6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8E9780-5C5B-47B5-A475-63F98E7B3C09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7EED54-CC30-4793-B377-8C42729157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C47EA-EF7B-4D49-A940-8CB1818EAD7D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66F13-FAEF-439D-9783-30C0081855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D320C-83CA-4E41-AC86-58D64EC1F6B9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EFC821-1D8B-4023-86C9-54333457AF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2BAA3-5028-4904-9AD5-03490CC719C7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A232E9-13F2-4AFA-90A6-8CD2B5EC5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0BF88CC-1CE9-4E0C-98F0-B8E75FA86C2E}" type="datetimeFigureOut">
              <a:rPr lang="en-US"/>
              <a:pPr>
                <a:defRPr/>
              </a:pPr>
              <a:t>12/14/2022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B937896-8ABF-4ED2-8E7D-0BD770C91C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hristmas-board-decors-1303098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hyperlink" Target="https://www.pexels.com/photo/christmas-board-decors-1303098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4" Type="http://schemas.openxmlformats.org/officeDocument/2006/relationships/hyperlink" Target="https://www.pexels.com/photo/christmas-board-decors-1303098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4" Type="http://schemas.openxmlformats.org/officeDocument/2006/relationships/hyperlink" Target="https://www.pexels.com/photo/christmas-board-decors-1303098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4" Type="http://schemas.openxmlformats.org/officeDocument/2006/relationships/hyperlink" Target="https://www.pexels.com/photo/christmas-board-decors-130309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2D959-460D-4C6C-837D-E993853106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129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കേൾക്ക ദൂത സൽ സ്വരം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6D1C9-13BF-457B-BD9E-4D0A5DCB6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Kelhkka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dootha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salswaram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r>
              <a:rPr lang="en-US" sz="4000" i="1" dirty="0">
                <a:solidFill>
                  <a:schemeClr val="tx2">
                    <a:lumMod val="75000"/>
                  </a:schemeClr>
                </a:solidFill>
              </a:rPr>
              <a:t>Hark the Herald Angels sing – </a:t>
            </a:r>
            <a:r>
              <a:rPr lang="en-US" sz="3600" i="1" dirty="0">
                <a:solidFill>
                  <a:schemeClr val="tx2">
                    <a:lumMod val="75000"/>
                  </a:schemeClr>
                </a:solidFill>
              </a:rPr>
              <a:t>Charles Wesley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249926592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914400" y="609600"/>
            <a:ext cx="11428412" cy="2139315"/>
          </a:xfrm>
        </p:spPr>
        <p:txBody>
          <a:bodyPr anchor="t"/>
          <a:lstStyle/>
          <a:p>
            <a:pPr algn="l" defTabSz="341313">
              <a:defRPr/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 ദൂത സൽ സ്വരം – ക്രിസ്തു ജാത ഘോഷണം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ഭൂമൗ ശാന്തി സന്തോഷം – ആമീൻ പാ-ടീൻ ഉണ്ടായി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ആനന്ദിപ്പിൻ മർത്യരേ – യാഗമായ് വാനദൂതർ -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ഇന്നു ഭൂജാതൻ - എന്നു ലോകം ആർക്കുന്നു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7639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022F5-1635-4A51-8BB0-3DE0679E5CB5}"/>
              </a:ext>
            </a:extLst>
          </p:cNvPr>
          <p:cNvSpPr/>
          <p:nvPr/>
        </p:nvSpPr>
        <p:spPr>
          <a:xfrm>
            <a:off x="990600" y="2590800"/>
            <a:ext cx="12190412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 ദൂത സൽ സ്വരം </a:t>
            </a:r>
            <a:r>
              <a:rPr lang="en-US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0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ജാത ഘോഷണം </a:t>
            </a:r>
            <a:endParaRPr lang="en-US" sz="30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EC4B0-4C7F-4F55-8EFB-560FE3D898E0}"/>
              </a:ext>
            </a:extLst>
          </p:cNvPr>
          <p:cNvSpPr/>
          <p:nvPr/>
        </p:nvSpPr>
        <p:spPr>
          <a:xfrm>
            <a:off x="1256072" y="3200400"/>
            <a:ext cx="1097279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Kelhkka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salswaram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ghoshanham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Bhoomou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shaanthi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santhosham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ameen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paa-deen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undaayi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Aanandippin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marthyare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yaagamaai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vaana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doothar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</a:p>
          <a:p>
            <a:r>
              <a:rPr lang="fi-FI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Yeshu innu bhoojaathan – Ennu lokam aarkkunnu 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8A7AC-A11E-4E57-AFEB-745AC9BB6069}"/>
              </a:ext>
            </a:extLst>
          </p:cNvPr>
          <p:cNvSpPr/>
          <p:nvPr/>
        </p:nvSpPr>
        <p:spPr>
          <a:xfrm>
            <a:off x="-76200" y="51054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Kelhkka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salswaram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914400" y="685800"/>
            <a:ext cx="12190413" cy="2139315"/>
          </a:xfrm>
        </p:spPr>
        <p:txBody>
          <a:bodyPr anchor="t"/>
          <a:lstStyle/>
          <a:p>
            <a:pPr algn="l" defTabSz="341313">
              <a:defRPr/>
            </a:pP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വാനേ ദൂതരാൽ എന്നും –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മാന്യനാം ഈ ക്രിസ്തേശൻ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പാർത്തലേ കന്യകയിൽ -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മൂർത്തിയായി ജനിച്ചു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മാനമായിപ്പാടുവിൻ -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മാനവാവതാരത്തെ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ക്ലേശം തീർത്തു രക്ഷിക്കും –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ഈശനാം ഇമ്മാനുവേൽ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7639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022F5-1635-4A51-8BB0-3DE0679E5CB5}"/>
              </a:ext>
            </a:extLst>
          </p:cNvPr>
          <p:cNvSpPr/>
          <p:nvPr/>
        </p:nvSpPr>
        <p:spPr>
          <a:xfrm>
            <a:off x="1066800" y="2590800"/>
            <a:ext cx="121904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 ദൂത സൽ സ്വരം </a:t>
            </a:r>
            <a:r>
              <a:rPr lang="en-US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ജാത ഘോഷണം 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EC4B0-4C7F-4F55-8EFB-560FE3D898E0}"/>
              </a:ext>
            </a:extLst>
          </p:cNvPr>
          <p:cNvSpPr/>
          <p:nvPr/>
        </p:nvSpPr>
        <p:spPr>
          <a:xfrm>
            <a:off x="1143000" y="3200400"/>
            <a:ext cx="121920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Vaane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dootharaal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ennum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maanyanaam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kristheshan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Paarththale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kanyakayil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moorththiyaayi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janichu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Maanamaayi-ppaduvin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maanavaava-thaaraththe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Klesham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theerththu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rakshikkum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eeshanam</a:t>
            </a:r>
            <a:r>
              <a:rPr lang="en-US" sz="34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immanuvel</a:t>
            </a:r>
            <a:endParaRPr lang="en-US" sz="34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8A7AC-A11E-4E57-AFEB-745AC9BB6069}"/>
              </a:ext>
            </a:extLst>
          </p:cNvPr>
          <p:cNvSpPr/>
          <p:nvPr/>
        </p:nvSpPr>
        <p:spPr>
          <a:xfrm>
            <a:off x="76200" y="5257800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Kelhkka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salswaram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400" b="1" dirty="0" err="1">
                <a:latin typeface="+mn-lt"/>
              </a:rPr>
              <a:t>kristhu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ghoshanham</a:t>
            </a:r>
            <a:r>
              <a:rPr lang="en-US" sz="34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08793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838200" y="685800"/>
            <a:ext cx="12190413" cy="1986915"/>
          </a:xfrm>
        </p:spPr>
        <p:txBody>
          <a:bodyPr anchor="t"/>
          <a:lstStyle/>
          <a:p>
            <a:pPr algn="l" defTabSz="341313">
              <a:defRPr/>
            </a:pPr>
            <a:r>
              <a:rPr lang="ml-IN" sz="3000" b="1" dirty="0">
                <a:latin typeface="Kartika" panose="02020503030404060203" pitchFamily="18" charset="0"/>
              </a:rPr>
              <a:t>ശാലേമിൻ പ്രഭോ! വാഴ്ക വാഴ്ക – നീതിസൂര്യാ! നിൻ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ശോഭ ജീവൻ നൽകുമേ – രോഗശാന്തി സർവർക്കും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മാനമാകെ വിട്ടഹോ മർത്യഭാഗ്യം തേടുവാൻ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മൃത്യുഹാരം ചെയ്യുവാൻ </a:t>
            </a:r>
            <a:r>
              <a:rPr lang="en-US" sz="3000" b="1" dirty="0">
                <a:latin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</a:rPr>
              <a:t>ജാതൻ ആയി പാരിടേ</a:t>
            </a:r>
            <a:br>
              <a:rPr lang="ml-IN" sz="3200" b="1" dirty="0">
                <a:latin typeface="Kartika" panose="02020503030404060203" pitchFamily="18" charset="0"/>
              </a:rPr>
            </a:b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7639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022F5-1635-4A51-8BB0-3DE0679E5CB5}"/>
              </a:ext>
            </a:extLst>
          </p:cNvPr>
          <p:cNvSpPr/>
          <p:nvPr/>
        </p:nvSpPr>
        <p:spPr>
          <a:xfrm>
            <a:off x="762000" y="2590800"/>
            <a:ext cx="121904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 ദൂത സൽ സ്വരം </a:t>
            </a:r>
            <a:r>
              <a:rPr lang="en-US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ജാത ഘോഷണം 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EC4B0-4C7F-4F55-8EFB-560FE3D898E0}"/>
              </a:ext>
            </a:extLst>
          </p:cNvPr>
          <p:cNvSpPr/>
          <p:nvPr/>
        </p:nvSpPr>
        <p:spPr>
          <a:xfrm>
            <a:off x="1524000" y="3200400"/>
            <a:ext cx="1219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Shaalemin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prabho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Vaazhka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vaazhka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neethisurya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Nin</a:t>
            </a:r>
          </a:p>
          <a:p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Shobha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nalkume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roga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shanthi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sarvarkkum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Maanamake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vittaho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marthya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haagyam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theduvaan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Mrithyuhaaram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cheyyuvan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jaathan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aayi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paaride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8A7AC-A11E-4E57-AFEB-745AC9BB6069}"/>
              </a:ext>
            </a:extLst>
          </p:cNvPr>
          <p:cNvSpPr/>
          <p:nvPr/>
        </p:nvSpPr>
        <p:spPr>
          <a:xfrm>
            <a:off x="228600" y="4953000"/>
            <a:ext cx="12192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Kelhkka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salswaram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ghoshanham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7985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066800" y="685800"/>
            <a:ext cx="12190413" cy="2139315"/>
          </a:xfrm>
        </p:spPr>
        <p:txBody>
          <a:bodyPr anchor="t"/>
          <a:lstStyle/>
          <a:p>
            <a:pPr algn="l" defTabSz="341313">
              <a:defRPr/>
            </a:pPr>
            <a:r>
              <a:rPr lang="ml-IN" sz="3000" b="1" dirty="0">
                <a:latin typeface="Kartika" panose="02020503030404060203" pitchFamily="18" charset="0"/>
              </a:rPr>
              <a:t>യേശു ലോക മോഹിതാ! വാസമാക ചേതസി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വേഗം ഏക നൽവരം – നാഗശക്തി പോക്കുവാൻ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ശാപദോഷം തീർത്തു നീ</a:t>
            </a:r>
            <a:r>
              <a:rPr lang="en-US" sz="3000" b="1" dirty="0">
                <a:latin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</a:rPr>
              <a:t>വാഴ്ക! വാഴ്ക! മാനസേ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പൂർണ്ണമായ വിശ്വാസം –</a:t>
            </a:r>
            <a:r>
              <a:rPr lang="en-US" sz="3000" b="1" dirty="0">
                <a:latin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</a:rPr>
              <a:t>ദാനം ചെയ്ക സർവദാ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7639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A022F5-1635-4A51-8BB0-3DE0679E5CB5}"/>
              </a:ext>
            </a:extLst>
          </p:cNvPr>
          <p:cNvSpPr/>
          <p:nvPr/>
        </p:nvSpPr>
        <p:spPr>
          <a:xfrm>
            <a:off x="762000" y="2590800"/>
            <a:ext cx="121904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കേൾക്ക ദൂത സൽ സ്വരം </a:t>
            </a:r>
            <a:r>
              <a:rPr lang="en-US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–</a:t>
            </a:r>
            <a:r>
              <a:rPr lang="en-US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  </a:t>
            </a:r>
            <a:r>
              <a:rPr lang="ml-IN" sz="3200" b="1" spc="-200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ജാത ഘോഷണം </a:t>
            </a:r>
            <a:endParaRPr lang="en-US" sz="3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8EC4B0-4C7F-4F55-8EFB-560FE3D898E0}"/>
              </a:ext>
            </a:extLst>
          </p:cNvPr>
          <p:cNvSpPr/>
          <p:nvPr/>
        </p:nvSpPr>
        <p:spPr>
          <a:xfrm>
            <a:off x="1219200" y="3200400"/>
            <a:ext cx="1219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Yeshu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Lokamohithaa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Vaasamaka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chethasi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Vegam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aeka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nalvaram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naaga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shakthi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pokkuvaan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Shaapadosham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theerththu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nee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vaazhka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Vaazhka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Maanase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Poornhmaaya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vishwaasam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daanam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cheyka</a:t>
            </a:r>
            <a:r>
              <a:rPr lang="en-US" sz="3000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sarvadaa</a:t>
            </a:r>
            <a:endParaRPr lang="en-US" sz="3000" dirty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8A7AC-A11E-4E57-AFEB-745AC9BB6069}"/>
              </a:ext>
            </a:extLst>
          </p:cNvPr>
          <p:cNvSpPr/>
          <p:nvPr/>
        </p:nvSpPr>
        <p:spPr>
          <a:xfrm>
            <a:off x="0" y="4953000"/>
            <a:ext cx="12192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Kelhkka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dootha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salswaram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kristhu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jaatha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2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ghoshanham</a:t>
            </a:r>
            <a:r>
              <a:rPr lang="en-US" sz="32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935114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570</TotalTime>
  <Words>294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Kartika</vt:lpstr>
      <vt:lpstr>Arial</vt:lpstr>
      <vt:lpstr>Calibri</vt:lpstr>
      <vt:lpstr>Office Theme</vt:lpstr>
      <vt:lpstr>129 കേൾക്ക ദൂത സൽ സ്വരം</vt:lpstr>
      <vt:lpstr>കേൾക്ക ദൂത സൽ സ്വരം – ക്രിസ്തു ജാത ഘോഷണം  ഭൂമൗ ശാന്തി സന്തോഷം – ആമീൻ പാ-ടീൻ ഉണ്ടായി  ആനന്ദിപ്പിൻ മർത്യരേ – യാഗമായ് വാനദൂതർ - യേശു ഇന്നു ഭൂജാതൻ - എന്നു ലോകം ആർക്കുന്നു</vt:lpstr>
      <vt:lpstr>വാനേ ദൂതരാൽ എന്നും – മാന്യനാം ഈ ക്രിസ്തേശൻ  പാർത്തലേ കന്യകയിൽ - മൂർത്തിയായി ജനിച്ചു  മാനമായിപ്പാടുവിൻ - മാനവാവതാരത്തെ ക്ലേശം തീർത്തു രക്ഷിക്കും –  ഈശനാം ഇമ്മാനുവേൽ </vt:lpstr>
      <vt:lpstr>ശാലേമിൻ പ്രഭോ! വാഴ്ക വാഴ്ക – നീതിസൂര്യാ! നിൻ  ശോഭ ജീവൻ നൽകുമേ – രോഗശാന്തി സർവർക്കും  മാനമാകെ വിട്ടഹോ മർത്യഭാഗ്യം തേടുവാൻ  മൃത്യുഹാരം ചെയ്യുവാൻ  ജാതൻ ആയി പാരിടേ </vt:lpstr>
      <vt:lpstr>യേശു ലോക മോഹിതാ! വാസമാക ചേതസി  വേഗം ഏക നൽവരം – നാഗശക്തി പോക്കുവാൻ  ശാപദോഷം തീർത്തു നീ വാഴ്ക! വാഴ്ക! മാനസേ  പൂർണ്ണമായ വിശ്വാസം – ദാനം ചെയ്ക സർവദാ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Kelkka dootha sal swaram</dc:title>
  <dc:creator>Digital Input:;GM JOHN;Acsah Mathews</dc:creator>
  <cp:lastModifiedBy>Manu Abraham</cp:lastModifiedBy>
  <cp:revision>202</cp:revision>
  <dcterms:created xsi:type="dcterms:W3CDTF">2013-04-19T09:19:07Z</dcterms:created>
  <dcterms:modified xsi:type="dcterms:W3CDTF">2022-12-14T16:41:06Z</dcterms:modified>
</cp:coreProperties>
</file>