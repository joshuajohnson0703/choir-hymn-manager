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8CE3-222E-4724-89C7-C52946EAE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6DB7A-5CBA-40F6-87E6-9C6F97884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64161-C2D0-4CAA-9B4D-F46693A7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8C125-8F45-47BE-9660-C365D8CF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6CE2F-A5D2-4333-82DD-526189E8B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1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01F2-C868-4289-B5E0-4C1E21E1F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3CFDC-B89C-4B54-8131-1FF56C224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F4DA6-69CC-4214-99D6-9C77BD67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072A-9039-429A-8FFD-D8782127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C1CDD-1503-404F-BBBE-6CCEEBFB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1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BE4A-79A3-4154-9E7C-721E6297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7AAF3-A3CD-4FD9-8223-E374BDF16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F681E-BAC0-45CE-8190-B2C7E6B55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76195-E05D-4E5F-AFE1-D78B1426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FE5F-E494-465C-95F7-8D00820E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8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03C7-7F5B-4DAC-B560-7BB425BC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AA069-58DA-485A-90ED-555D51EDF7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58454-0F97-41A7-8202-6F8F95E36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58DC2-47A7-4194-8901-EE47A8493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1E065-05C1-4463-809D-A9975AF7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53CBF-D3B7-4103-8792-A4DF0C50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2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2CEA-F46B-4F19-AB64-0DD3B8A65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ECA34-13E9-4CB1-8341-76EC3A9ED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09651-94D5-4E17-B85C-6E7D2B5AA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2EE4D-E54A-4C99-85BD-DD82A70E9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C73ED-15A9-4427-883A-279EC5EAF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E2541C-C91A-4FBC-BC55-26A4063D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552BC-06F7-4B16-9171-612628DB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AB257-53A3-4131-BE5E-DF440728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8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F783-369B-4793-9139-5F7D01F1D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8D053-B568-4F37-A5E6-B679B70B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8FFDD-966C-46E6-B223-C1F10D6A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86A03-CB91-4428-96BA-8F43B650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3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3AFC0-D550-4D67-B981-82646A74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062072-1BD1-4285-A838-00F7977D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CAC88-E9C4-4464-B5D2-92353AAB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93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9B51-3621-4892-B2C8-0CE6C40C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3C20C-F9A6-4382-85F5-223D8FF43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F31F8-292C-4F2E-9D3F-E647DC92E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541FA-B9B5-4409-BF3D-E15E17C3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7495F-77C2-4C45-96F9-D4887827F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F376-1BE5-4A49-84D4-CCFA6FA9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0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7CE6-18E9-405F-BAC5-D53F79FA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2647A-9ED3-46E9-856F-F47416F0E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4573F-B79F-4E12-86AA-8D07FD88C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3BAC1-86E4-49EB-8073-40D68AAB1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02C1D-A5DA-432A-B74A-A12D11CA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1572F-BD1E-405A-A061-D7FB019C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27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0D45-11C8-4385-9466-B06520C11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D6806-14C2-46D5-B9DB-9250D91A1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45007-706C-47F3-862F-CEBBAEA3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3062E-D1A6-49EF-B3F4-8FBF0797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5E0AE-106A-4AC2-83EE-F298EA8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6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235D51-42F7-4128-B719-EA5BAD15AE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37EA9-B57C-4227-A21E-C42AF4CD7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3F956-E82B-467A-B6D9-55493615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8AA0E-623B-4669-B03E-DBD7EFCD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DBD51-93B8-497E-8D1F-E8182983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9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4925CA-9D18-4F6F-9A44-2BDDE3AF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D18AA-D77D-4F10-BCD9-35EAD445C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D663D-0660-4398-94B8-3E295B844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3B713-280C-4F7C-BF7E-DCA38CED7AD2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E3960-8822-40AF-B498-F75FA3D30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EA8B0-B3CF-4394-8677-3BD3FC3F4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E5E20-159F-4DD0-93E9-102C2B37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8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495</a:t>
            </a:r>
            <a:br>
              <a:rPr lang="en-US" dirty="0"/>
            </a:br>
            <a:r>
              <a:rPr lang="ml-IN" b="1">
                <a:solidFill>
                  <a:srgbClr val="000000"/>
                </a:solidFill>
                <a:latin typeface="Kartika" panose="02020503030404060203" pitchFamily="18" charset="0"/>
              </a:rPr>
              <a:t>നിൻ കരുണകൾ കർത്താവേ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4"/>
            <a:ext cx="12191999" cy="195408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Nin </a:t>
            </a:r>
            <a:r>
              <a:rPr lang="en-US" sz="4000" b="1" dirty="0" err="1">
                <a:solidFill>
                  <a:srgbClr val="002060"/>
                </a:solidFill>
              </a:rPr>
              <a:t>karunakalh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karththaave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chemeClr val="accent1">
                    <a:lumMod val="75000"/>
                  </a:schemeClr>
                </a:solidFill>
              </a:rPr>
              <a:t>Oh for a faith that will not shrink </a:t>
            </a:r>
            <a:r>
              <a:rPr lang="en-US" sz="3400" i="1" dirty="0">
                <a:solidFill>
                  <a:schemeClr val="accent1">
                    <a:lumMod val="75000"/>
                  </a:schemeClr>
                </a:solidFill>
              </a:rPr>
              <a:t>– </a:t>
            </a:r>
          </a:p>
          <a:p>
            <a:r>
              <a:rPr lang="en-US" sz="3400" i="1" dirty="0">
                <a:solidFill>
                  <a:schemeClr val="accent1">
                    <a:lumMod val="75000"/>
                  </a:schemeClr>
                </a:solidFill>
              </a:rPr>
              <a:t>Rev. W.H. Bathurst, Canon </a:t>
            </a:r>
            <a:r>
              <a:rPr lang="en-US" sz="3400" i="1" dirty="0" err="1">
                <a:solidFill>
                  <a:schemeClr val="accent1">
                    <a:lumMod val="75000"/>
                  </a:schemeClr>
                </a:solidFill>
              </a:rPr>
              <a:t>Havergal</a:t>
            </a:r>
            <a:r>
              <a:rPr lang="en-US" sz="34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515979" y="1236457"/>
            <a:ext cx="10760274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നിൻ കരുണകൾ കർത്താവേ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വളരെ ആകുന്നു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ഇവയെ ഓർത്തു സദാ ഞാൻ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ആശ്ചര്യപ്പെടുന്നു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3" y="3828808"/>
            <a:ext cx="10286967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karunakalh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karththaave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Valharhe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aakunnu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Ivaye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orththu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sadha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Aascharyapedunnu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107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515979" y="1236457"/>
            <a:ext cx="10760274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ശിശുവായിരുന്നപ്പോൾ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നീ പാലിച്ചു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യൗവ്വനത്തിൽ നീ തന്നെ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ഏറ്റം സഹായിച്ചു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3" y="3828808"/>
            <a:ext cx="10286967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Njan </a:t>
            </a:r>
            <a:r>
              <a:rPr lang="en-US" sz="3600" b="1" dirty="0" err="1">
                <a:solidFill>
                  <a:srgbClr val="002060"/>
                </a:solidFill>
              </a:rPr>
              <a:t>shishuvaayirunnappolh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paalichu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yauvanaththil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thanne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Ettam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sahayichu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33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515979" y="1236457"/>
            <a:ext cx="10760274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രോഗിയായ് കിടന്നപ്പോൾ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ആശ്വാസം നീ തന്നു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 ദുഃഖത്തിൽ നിന്നു നീ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വിടുവിച്ചു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3" y="3828808"/>
            <a:ext cx="10286967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Njan </a:t>
            </a:r>
            <a:r>
              <a:rPr lang="en-US" sz="3600" b="1" dirty="0" err="1">
                <a:solidFill>
                  <a:srgbClr val="002060"/>
                </a:solidFill>
              </a:rPr>
              <a:t>rogiyai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kidannappol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Aashwaasam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thannu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Paapadhukhaththil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ninnu</a:t>
            </a:r>
            <a:r>
              <a:rPr lang="en-US" sz="3600" b="1" dirty="0">
                <a:solidFill>
                  <a:srgbClr val="002060"/>
                </a:solidFill>
              </a:rPr>
              <a:t> nee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viduvichu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535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515979" y="1236457"/>
            <a:ext cx="10760274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ഈ ആയുസ്സുള്ള നാൾ ഒക്കെ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നിന്നെ ഞാൻ പുകഴ്ത്തും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മേല്‍ ലോകത്തില്‍ കര്‍ത്തനെ ഞാന്‍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ഏറ്റവും സ്തുതിക്കും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3" y="3828808"/>
            <a:ext cx="10286967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aayussulha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okke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pukazhthum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Mel </a:t>
            </a:r>
            <a:r>
              <a:rPr lang="en-US" sz="3600" b="1" dirty="0" err="1">
                <a:solidFill>
                  <a:srgbClr val="002060"/>
                </a:solidFill>
              </a:rPr>
              <a:t>lokaththil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karthane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Ettavum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sthuthikkum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34464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515979" y="1236457"/>
            <a:ext cx="10760274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നിനക്കു സ്തുതി ദൈവമെ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എന്നേക്കും ഞാൻ പാടും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നിന്നെ സ്തുതിപ്പാൻ നിത്യത്വം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പോരാത്തതായിടും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3" y="3828808"/>
            <a:ext cx="10286967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Ninakku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sthuthi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daivame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Ennekkum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paadum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sthuthippaan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nithyathvam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poraththathaayidum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69378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495 നിൻ കരുണകൾ കർത്താവേ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 karunakal karthave</dc:title>
  <dc:creator>Acsah Mathews</dc:creator>
  <cp:lastModifiedBy>Acsah Mathews</cp:lastModifiedBy>
  <cp:revision>1</cp:revision>
  <dcterms:created xsi:type="dcterms:W3CDTF">2018-12-03T16:12:35Z</dcterms:created>
  <dcterms:modified xsi:type="dcterms:W3CDTF">2018-12-03T16:14:31Z</dcterms:modified>
</cp:coreProperties>
</file>