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663D8-7C9B-45B8-B6F7-3EE296C2E0A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CE5ED-59D4-4AA8-BA9E-373FBCAED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62734-41E7-4036-BD41-444D1F67ADA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D85B1-20BB-4B0C-A2EA-C65808BA98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00F62-3B16-44AD-A9DE-454C2E3F7DA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D07FD-4825-496A-B79A-97478B645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0D479-D847-494A-B1F5-2470680DE83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21F8D-DFEA-4ED9-B483-B42D907927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2EB35-C9E2-4613-90B0-A840E2BE902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3FBED-D0F4-45B2-B40A-EA3B69337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52835-938A-41A8-8DF4-CD45937D104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D800E-7FD3-4486-A92C-F4BAFF530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80145-A89C-4EBF-A471-6ABC5EA73FD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AC26E-729D-4607-8B8F-5BABC363C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78B58-38F4-4FD6-B182-480FF34628B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28D62-C7F8-46C6-92E9-DA787CACA4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943E0-C302-4CC0-8BCB-48044096FD1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30174-AC99-47BC-8B7F-51EA7C32E3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8599D-91C0-4862-A229-6090190071F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B76E8-3DEA-402B-AA08-1A5BAB657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B4B31-09CC-4387-8BD0-9209DA397A2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9190A-E7A4-4C38-B6FE-655A4012B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1DC63F0-E350-40A6-B29C-913443BBD35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8B3CF1-AB44-4AF6-9187-EAC5CBDA6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AB66-813E-4E20-B021-86DC6C8D1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എല്ലാരും യേശു നാമത്തെ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861A9-5B04-48C4-854B-09E6B443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Ellarum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yeshunaamathe</a:t>
            </a:r>
            <a:endParaRPr lang="en-US" sz="4000" dirty="0"/>
          </a:p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All hail the power of Jesus name – Edward Perronet</a:t>
            </a:r>
          </a:p>
        </p:txBody>
      </p:sp>
    </p:spTree>
    <p:extLst>
      <p:ext uri="{BB962C8B-B14F-4D97-AF65-F5344CB8AC3E}">
        <p14:creationId xmlns:p14="http://schemas.microsoft.com/office/powerpoint/2010/main" val="40376883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4478"/>
            <a:ext cx="12192000" cy="1905000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എല്ലാരും യേശു നാമത്തെ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എന്നേയ്ക്കും വാഴ്ത്തീടിൻ!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മന്നനായ് വാഴിപ്പിൻ, ദൂതർ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D39DD-0992-4940-8E0E-7E29C786FE80}"/>
              </a:ext>
            </a:extLst>
          </p:cNvPr>
          <p:cNvSpPr/>
          <p:nvPr/>
        </p:nvSpPr>
        <p:spPr>
          <a:xfrm>
            <a:off x="0" y="24279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 വാഴ്ത്തീൻ, വാഴ്ത്തീൻ,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വാഴ്ത്തീൻ, വാഴ്ത്തീൻ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2FFC8-D1B4-4041-AFA5-09A78825FC98}"/>
              </a:ext>
            </a:extLst>
          </p:cNvPr>
          <p:cNvSpPr/>
          <p:nvPr/>
        </p:nvSpPr>
        <p:spPr>
          <a:xfrm>
            <a:off x="0" y="3856672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Ellarum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yeshunaamathe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vaazhtheedin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Mannanai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E3DFB-19A4-4544-B61A-E3E3317F281C}"/>
              </a:ext>
            </a:extLst>
          </p:cNvPr>
          <p:cNvSpPr/>
          <p:nvPr/>
        </p:nvSpPr>
        <p:spPr>
          <a:xfrm>
            <a:off x="0" y="54477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25659"/>
            <a:ext cx="12192000" cy="1642536"/>
          </a:xfrm>
        </p:spPr>
        <p:txBody>
          <a:bodyPr anchor="t"/>
          <a:lstStyle/>
          <a:p>
            <a:pPr algn="l"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യാഗ പീഠത്തിൻ കീഴുള്ള-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രക്തസാക്ഷികൾ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പുകഴ്ത്തീശായിൻ  മുളയെ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D39DD-0992-4940-8E0E-7E29C786FE80}"/>
              </a:ext>
            </a:extLst>
          </p:cNvPr>
          <p:cNvSpPr/>
          <p:nvPr/>
        </p:nvSpPr>
        <p:spPr>
          <a:xfrm>
            <a:off x="0" y="260805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 വാഴ്ത്തീൻ, വാഴ്ത്തീൻ,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വാഴ്ത്തീൻ, വാഴ്ത്തീൻ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2FFC8-D1B4-4041-AFA5-09A78825FC98}"/>
              </a:ext>
            </a:extLst>
          </p:cNvPr>
          <p:cNvSpPr/>
          <p:nvPr/>
        </p:nvSpPr>
        <p:spPr>
          <a:xfrm>
            <a:off x="0" y="3964993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Yaagapeedathin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keezhullha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saakshikalh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Pukazhtheeshaayin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mulhaye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E3DFB-19A4-4544-B61A-E3E3317F281C}"/>
              </a:ext>
            </a:extLst>
          </p:cNvPr>
          <p:cNvSpPr/>
          <p:nvPr/>
        </p:nvSpPr>
        <p:spPr>
          <a:xfrm>
            <a:off x="0" y="54477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380762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25659"/>
            <a:ext cx="12192000" cy="1642536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വീണ്ടെടുത്ത യിസ്രായേലിൻ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ശേഷിച്ചോർ ജനമേ!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വാഴ്ത്തീടിൻ  രക്ഷിതാവിനെ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D39DD-0992-4940-8E0E-7E29C786FE80}"/>
              </a:ext>
            </a:extLst>
          </p:cNvPr>
          <p:cNvSpPr/>
          <p:nvPr/>
        </p:nvSpPr>
        <p:spPr>
          <a:xfrm>
            <a:off x="0" y="260805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 വാഴ്ത്തീൻ, വാഴ്ത്തീൻ,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വാഴ്ത്തീൻ, വാഴ്ത്തീൻ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2FFC8-D1B4-4041-AFA5-09A78825FC98}"/>
              </a:ext>
            </a:extLst>
          </p:cNvPr>
          <p:cNvSpPr/>
          <p:nvPr/>
        </p:nvSpPr>
        <p:spPr>
          <a:xfrm>
            <a:off x="0" y="3964993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Veendedutha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yisrayelin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Sheshichor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janame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Vaazhtheedin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rakshithaavine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E3DFB-19A4-4544-B61A-E3E3317F281C}"/>
              </a:ext>
            </a:extLst>
          </p:cNvPr>
          <p:cNvSpPr/>
          <p:nvPr/>
        </p:nvSpPr>
        <p:spPr>
          <a:xfrm>
            <a:off x="0" y="54477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88412823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25659"/>
            <a:ext cx="12192000" cy="1642536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ഭൂജാതി ഗോത്രം ഏവരും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ഭൂപനേ കീർത്തിപ്പിൻ!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ബഹുല പ്രഭാവൻ തന്നെ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D39DD-0992-4940-8E0E-7E29C786FE80}"/>
              </a:ext>
            </a:extLst>
          </p:cNvPr>
          <p:cNvSpPr/>
          <p:nvPr/>
        </p:nvSpPr>
        <p:spPr>
          <a:xfrm>
            <a:off x="0" y="260805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 വാഴ്ത്തീൻ, വാഴ്ത്തീൻ,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വാഴ്ത്തീൻ, വാഴ്ത്തീൻ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2FFC8-D1B4-4041-AFA5-09A78825FC98}"/>
              </a:ext>
            </a:extLst>
          </p:cNvPr>
          <p:cNvSpPr/>
          <p:nvPr/>
        </p:nvSpPr>
        <p:spPr>
          <a:xfrm>
            <a:off x="0" y="3964993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Bhoojaathi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aevarum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Bhoopane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Bahulaprabhaavan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E3DFB-19A4-4544-B61A-E3E3317F281C}"/>
              </a:ext>
            </a:extLst>
          </p:cNvPr>
          <p:cNvSpPr/>
          <p:nvPr/>
        </p:nvSpPr>
        <p:spPr>
          <a:xfrm>
            <a:off x="0" y="54477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5657318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25659"/>
            <a:ext cx="12192000" cy="1642536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സ്വർഗ്ഗസൈന്യത്തോടൊന്നായ് നാം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സാഷ്ടാംഗം വീണിടാം!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നിത്യഗീതത്തിൽ യോജിച്ചു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D39DD-0992-4940-8E0E-7E29C786FE80}"/>
              </a:ext>
            </a:extLst>
          </p:cNvPr>
          <p:cNvSpPr/>
          <p:nvPr/>
        </p:nvSpPr>
        <p:spPr>
          <a:xfrm>
            <a:off x="0" y="260805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 വാഴ്ത്തീൻ, വാഴ്ത്തീൻ,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വാഴ്ത്തീൻ, വാഴ്ത്തീൻ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2FFC8-D1B4-4041-AFA5-09A78825FC98}"/>
              </a:ext>
            </a:extLst>
          </p:cNvPr>
          <p:cNvSpPr/>
          <p:nvPr/>
        </p:nvSpPr>
        <p:spPr>
          <a:xfrm>
            <a:off x="0" y="3964993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Swarga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sainyathodonnai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Saashtaangam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veenhidaam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Nithya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geethaththil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yojichu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E3DFB-19A4-4544-B61A-E3E3317F281C}"/>
              </a:ext>
            </a:extLst>
          </p:cNvPr>
          <p:cNvSpPr/>
          <p:nvPr/>
        </p:nvSpPr>
        <p:spPr>
          <a:xfrm>
            <a:off x="0" y="54477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lvl="0"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956885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162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90 എല്ലാരും യേശു നാമത്തെ</vt:lpstr>
      <vt:lpstr>1 എല്ലാരും യേശു നാമത്തെ  എന്നേയ്ക്കും വാഴ്ത്തീടിൻ!  മന്നനായ് വാഴിപ്പിൻ, ദൂതർ   </vt:lpstr>
      <vt:lpstr>2 യാഗ പീഠത്തിൻ കീഴുള്ള-  തൻ രക്തസാക്ഷികൾ   പുകഴ്ത്തീശായിൻ  മുളയെ </vt:lpstr>
      <vt:lpstr>3 വീണ്ടെടുത്ത യിസ്രായേലിൻ   ശേഷിച്ചോർ ജനമേ!  വാഴ്ത്തീടിൻ  രക്ഷിതാവിനെ</vt:lpstr>
      <vt:lpstr>4 ഭൂജാതി ഗോത്രം ഏവരും   ഭൂപനേ കീർത്തിപ്പിൻ!  ബഹുല പ്രഭാവൻ തന്നെ</vt:lpstr>
      <vt:lpstr>5 സ്വർഗ്ഗസൈന്യത്തോടൊന്നായ് നാം   സാഷ്ടാംഗം വീണിടാം!  നിത്യഗീതത്തിൽ യോജിച്ചു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Ellaarum Yeshunaamathe</dc:title>
  <dc:creator>Digital Input:; GM JOHN; Acsah Mathews</dc:creator>
  <cp:lastModifiedBy>Acsah Mathews</cp:lastModifiedBy>
  <cp:revision>122</cp:revision>
  <dcterms:created xsi:type="dcterms:W3CDTF">2013-04-19T09:19:07Z</dcterms:created>
  <dcterms:modified xsi:type="dcterms:W3CDTF">2018-11-01T17:03:22Z</dcterms:modified>
</cp:coreProperties>
</file>