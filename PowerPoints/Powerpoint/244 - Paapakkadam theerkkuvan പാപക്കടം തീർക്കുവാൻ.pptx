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80" r:id="rId6"/>
    <p:sldId id="277" r:id="rId7"/>
    <p:sldId id="281" r:id="rId8"/>
    <p:sldId id="278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E8289-837A-4DB2-A9AF-A9A7FC44D8D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945BC-F067-491B-8998-D8919FABF8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80D10-1732-4FFB-B23E-09FF5899D647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1C2D3-BBED-4F98-8E00-DCCF9AC445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F90D56-8A16-47C6-9ADD-900500A4D58D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EB5198-92F1-47D2-856A-4ADADE0599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51A69-9E9D-435B-BDFF-DBE3AD92C3AA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DA3B9-6648-4C9B-8868-1FFB2BBE39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F0CE7-3BAC-45F0-9BD1-90DBD4BFFE8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09E59-3360-4D21-95AC-80266558D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DA3F0-1CA6-4928-AF03-8EB2BC2FFAD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98831-5045-4424-A7CF-AB791846C6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AE278-D323-45C7-B884-5876F0FD364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75818-AD7F-48EE-8651-010F9C1F6F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CF1B1-7A71-4482-841B-4A3C298549FE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30CF4-78D1-4F3D-83DB-A6DE68644E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B1E8A-ED48-4D20-9508-C60312199F50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DBC04-D7A5-4015-85E3-6F3FF12D0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53E7A-6C21-46E3-A379-3935FF9167A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22DF5-C1F9-4EDF-98A1-EA487C85CE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5A141-AEC6-48F4-938A-43CD128A36C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94EF71-A9C2-45A4-B793-D90B7AFAAF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747B4A-CA28-4C76-921D-D6D97D6B1EA4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9910383-F92F-4127-B38B-3D9B43BC9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24A2-E4CB-48C3-BBC5-77B2303F7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244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പാപക്കടം തീർക്കുവാൻ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512C0-A8BF-45B1-8329-903C18E40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Paapakkadam </a:t>
            </a:r>
            <a:r>
              <a:rPr lang="en-US" sz="4000" b="1" dirty="0" err="1">
                <a:solidFill>
                  <a:schemeClr val="tx2"/>
                </a:solidFill>
              </a:rPr>
              <a:t>theerukkuvaan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r>
              <a:rPr lang="en-US" sz="3600" i="1" dirty="0">
                <a:solidFill>
                  <a:schemeClr val="tx2"/>
                </a:solidFill>
              </a:rPr>
              <a:t>What can wash away my sin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DCAA2F-6274-4E97-877E-054E9449A5B2}"/>
              </a:ext>
            </a:extLst>
          </p:cNvPr>
          <p:cNvSpPr/>
          <p:nvPr/>
        </p:nvSpPr>
        <p:spPr>
          <a:xfrm>
            <a:off x="1828800" y="5334000"/>
            <a:ext cx="27863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(വിവ. വി. നാഗൽ)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B3810-8D79-4CBB-9100-622F24FDDA52}"/>
              </a:ext>
            </a:extLst>
          </p:cNvPr>
          <p:cNvSpPr/>
          <p:nvPr/>
        </p:nvSpPr>
        <p:spPr>
          <a:xfrm>
            <a:off x="7543800" y="5334000"/>
            <a:ext cx="27869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(Translation: V.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Nagal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58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20390" y="1143000"/>
            <a:ext cx="11643732" cy="2919761"/>
          </a:xfrm>
        </p:spPr>
        <p:txBody>
          <a:bodyPr anchor="t"/>
          <a:lstStyle/>
          <a:p>
            <a:pPr algn="l" defTabSz="2349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പാപക്കടം തീർക്കുവാൻ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ബന്ധം അഴിപ്പാൻ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33454" y="3929232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Paapakkadam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theerukkuvaan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bandham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azhippaan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10A61-8BA7-49C2-B8A9-3937A4FD1FAC}"/>
              </a:ext>
            </a:extLst>
          </p:cNvPr>
          <p:cNvSpPr txBox="1"/>
          <p:nvPr/>
        </p:nvSpPr>
        <p:spPr>
          <a:xfrm>
            <a:off x="0" y="3427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576" y="509239"/>
            <a:ext cx="12197576" cy="2919761"/>
          </a:xfrm>
        </p:spPr>
        <p:txBody>
          <a:bodyPr anchor="t"/>
          <a:lstStyle/>
          <a:p>
            <a:pPr defTabSz="234950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ശ്രീയേശുക്രിസ്തുവേ!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കുഞ്ഞാടേ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രക്ഷിക്കുന്നു പാപിയെ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തിരുരക്തം-മാത്രം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42747" y="3429000"/>
            <a:ext cx="121975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Kristhuvey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Daivaththintey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kunjaadey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Rakshikkunnu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paapiyé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6079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20390" y="1143000"/>
            <a:ext cx="11643732" cy="2919761"/>
          </a:xfrm>
        </p:spPr>
        <p:txBody>
          <a:bodyPr anchor="t"/>
          <a:lstStyle/>
          <a:p>
            <a:pPr algn="l" defTabSz="2349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വീണ്ടെടുപ്പിൻ വിലയായ്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പുണ്യമില്ലാ പാപിക്കായ്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33454" y="3929232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Veendeduppin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vilayaai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Punhyamillaa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paapikkaai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10A61-8BA7-49C2-B8A9-3937A4FD1FAC}"/>
              </a:ext>
            </a:extLst>
          </p:cNvPr>
          <p:cNvSpPr txBox="1"/>
          <p:nvPr/>
        </p:nvSpPr>
        <p:spPr>
          <a:xfrm>
            <a:off x="0" y="3427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4458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576" y="509239"/>
            <a:ext cx="12197576" cy="2919761"/>
          </a:xfrm>
        </p:spPr>
        <p:txBody>
          <a:bodyPr anchor="t"/>
          <a:lstStyle/>
          <a:p>
            <a:pPr defTabSz="234950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ശ്രീയേശുക്രിസ്തുവേ!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കുഞ്ഞാടേ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രക്ഷിക്കുന്നു പാപിയെ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തിരുരക്തം-മാത്രം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42747" y="3429000"/>
            <a:ext cx="121975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Kristhuvey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Daivaththintey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kunjaadey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Rakshikkunnu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paapiyé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348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20390" y="1143000"/>
            <a:ext cx="11643732" cy="2919761"/>
          </a:xfrm>
        </p:spPr>
        <p:txBody>
          <a:bodyPr anchor="t"/>
          <a:lstStyle/>
          <a:p>
            <a:pPr algn="l" defTabSz="2349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ദൈവത്തോടു നിരപ്പും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വേറെയില്ല യോജിപ്പും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രക്തം മാത്രം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33454" y="3886200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Daivaththodu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nirappum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Vèreyilla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yôjippum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10A61-8BA7-49C2-B8A9-3937A4FD1FAC}"/>
              </a:ext>
            </a:extLst>
          </p:cNvPr>
          <p:cNvSpPr txBox="1"/>
          <p:nvPr/>
        </p:nvSpPr>
        <p:spPr>
          <a:xfrm>
            <a:off x="0" y="3427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995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576" y="509239"/>
            <a:ext cx="12197576" cy="2919761"/>
          </a:xfrm>
        </p:spPr>
        <p:txBody>
          <a:bodyPr anchor="t"/>
          <a:lstStyle/>
          <a:p>
            <a:pPr defTabSz="234950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ശ്രീയേശുക്രിസ്തുവേ!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കുഞ്ഞാടേ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രക്ഷിക്കുന്നു പാപിയെ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തിരുരക്തം-മാത്രം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42747" y="3429000"/>
            <a:ext cx="121975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Kristhuvey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Daivaththintey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kunjaadey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Rakshikkunnu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paapiyé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136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20390" y="1143000"/>
            <a:ext cx="11643732" cy="2919761"/>
          </a:xfrm>
        </p:spPr>
        <p:txBody>
          <a:bodyPr anchor="t"/>
          <a:lstStyle/>
          <a:p>
            <a:pPr algn="l" defTabSz="23495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സാത്താനെ ആർ ജയിക്കും?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യേശുവിൻ രക്തം മാത്രം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തീ അമ്പിനെ കെടുത്തും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യേശുവിൻ രക്തം മാത്രം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33454" y="3886200"/>
            <a:ext cx="10668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Saaththaaney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aar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jayikkum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Thee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ambiney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keduththum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10A61-8BA7-49C2-B8A9-3937A4FD1FAC}"/>
              </a:ext>
            </a:extLst>
          </p:cNvPr>
          <p:cNvSpPr txBox="1"/>
          <p:nvPr/>
        </p:nvSpPr>
        <p:spPr>
          <a:xfrm>
            <a:off x="0" y="34278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1181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576" y="509239"/>
            <a:ext cx="12197576" cy="2919761"/>
          </a:xfrm>
        </p:spPr>
        <p:txBody>
          <a:bodyPr anchor="t"/>
          <a:lstStyle/>
          <a:p>
            <a:pPr defTabSz="234950">
              <a:lnSpc>
                <a:spcPct val="125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ശ്രീയേശുക്രിസ്തുവേ!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ദൈവത്തിന്‍റെ കുഞ്ഞാടേ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രക്ഷിക്കുന്നു പാപിയെ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തിരുരക്തം-മാത്രം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2C445-3E79-425D-9794-C86E88FCA4CD}"/>
              </a:ext>
            </a:extLst>
          </p:cNvPr>
          <p:cNvSpPr/>
          <p:nvPr/>
        </p:nvSpPr>
        <p:spPr>
          <a:xfrm>
            <a:off x="-42747" y="3429000"/>
            <a:ext cx="121975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Kristhuvey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Daivaththintey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kunjaadey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Rakshikkunnu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paapiyé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maathram</a:t>
            </a:r>
            <a:endParaRPr lang="en-US" sz="3600" b="1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139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145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244 പാപക്കടം തീർക്കുവാൻ</vt:lpstr>
      <vt:lpstr>പാപക്കടം തീർക്കുവാൻ യേശുവിൻ രക്തം മാത്രം  പാപ ബന്ധം അഴിപ്പാൻ യേശുവിൻ രക്തം മാത്രം</vt:lpstr>
      <vt:lpstr>ശ്രീയേശുക്രിസ്തുവേ! ദൈവത്തിന്‍റെ കുഞ്ഞാടേ രക്ഷിക്കുന്നു പാപിയെ നിൻ തിരുരക്തം-മാത്രം </vt:lpstr>
      <vt:lpstr>വീണ്ടെടുപ്പിൻ വിലയായ് യേശുവിൻ രക്തം മാത്രം പുണ്യമില്ലാ പാപിക്കായ് യേശുവിൻ രക്തം മാത്രം </vt:lpstr>
      <vt:lpstr>ശ്രീയേശുക്രിസ്തുവേ! ദൈവത്തിന്‍റെ കുഞ്ഞാടേ രക്ഷിക്കുന്നു പാപിയെ നിൻ തിരുരക്തം-മാത്രം </vt:lpstr>
      <vt:lpstr>ദൈവത്തോടു നിരപ്പും യേശുവിൻ രക്തം മാത്രം  വേറെയില്ല യോജിപ്പും യേശുവിൻ രക്തം മാത്രം</vt:lpstr>
      <vt:lpstr>ശ്രീയേശുക്രിസ്തുവേ! ദൈവത്തിന്‍റെ കുഞ്ഞാടേ രക്ഷിക്കുന്നു പാപിയെ നിൻ തിരുരക്തം-മാത്രം </vt:lpstr>
      <vt:lpstr>സാത്താനെ ആർ ജയിക്കും? യേശുവിൻ രക്തം മാത്രം  തീ അമ്പിനെ കെടുത്തും യേശുവിൻ രക്തം മാത്രം</vt:lpstr>
      <vt:lpstr>ശ്രീയേശുക്രിസ്തുവേ! ദൈവത്തിന്‍റെ കുഞ്ഞാടേ രക്ഷിക്കുന്നു പാപിയെ നിൻ തിരുരക്തം-മാത്രം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Paapakadam theerkkuvan</dc:title>
  <dc:creator>Digital Input:; GM JOHN; Acsah Mathews</dc:creator>
  <cp:lastModifiedBy>Acsah Mathews</cp:lastModifiedBy>
  <cp:revision>303</cp:revision>
  <dcterms:created xsi:type="dcterms:W3CDTF">2013-04-19T09:19:07Z</dcterms:created>
  <dcterms:modified xsi:type="dcterms:W3CDTF">2018-11-13T19:14:00Z</dcterms:modified>
</cp:coreProperties>
</file>