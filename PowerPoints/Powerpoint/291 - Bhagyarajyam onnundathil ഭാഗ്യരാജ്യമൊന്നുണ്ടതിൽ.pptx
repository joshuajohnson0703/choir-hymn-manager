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8" r:id="rId2"/>
    <p:sldId id="284" r:id="rId3"/>
    <p:sldId id="285" r:id="rId4"/>
    <p:sldId id="286" r:id="rId5"/>
    <p:sldId id="287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7" autoAdjust="0"/>
    <p:restoredTop sz="94660"/>
  </p:normalViewPr>
  <p:slideViewPr>
    <p:cSldViewPr>
      <p:cViewPr varScale="1">
        <p:scale>
          <a:sx n="44" d="100"/>
          <a:sy n="44" d="100"/>
        </p:scale>
        <p:origin x="48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18EC3-3E8F-4BD4-A9C4-110D5949CE9E}" type="datetimeFigureOut">
              <a:rPr lang="en-US" smtClean="0"/>
              <a:pPr/>
              <a:t>11/15/2018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E26FE-E353-4B02-992F-A5A06D8545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BDC7D-7BEB-49BB-A988-05731689842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A28CA-9278-43AB-ACE3-FFFBE09BD0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DFEFA-981F-4939-B605-17F0CD8CF95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5E769-40A8-4C1F-A668-A6AAAB5D92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F17A5-9193-4AD9-A025-2B89EB510E1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84D21-F235-4833-A557-CB2603AA3C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CB9DD-D59E-4D7F-B9DC-16DCCF514C6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DB227-48B7-4F3F-8652-EA18F74790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A0A51-FC3A-4716-8886-E2A2138F508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5D870-B38B-4810-B694-D61A9309AC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F52C0-57BE-41C9-8781-D991B937CF9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3A416-0FDA-4689-A84D-E12BC49BD1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F4EF5-C6C8-4A21-8C64-50B493645A8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B5ACD-716C-4E01-B3FD-AC1EFEC81B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163B4-65DF-4B63-89AB-65248D57F62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B1B95-552A-40D5-B3EE-B8CA56660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56CFD-DC59-4C0B-A11F-AE7E1E43E7E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8D508-8094-46DE-B0E7-E72B96FA4B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E5177-A315-4752-9FB2-9530927A798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9ED7D-83A1-4584-B6D7-6DFE022DB6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10F0A-8972-4B0E-BB70-F25A587842A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F2F6C-5F31-4C65-934F-90FD8FC30E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5D718C-AE41-4C6A-B904-D72F5FF5DB7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DA1B75-5194-4BB7-B25E-A6FFABC11A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D876-3B63-49C7-9CBF-07E51758C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291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ഭാഗ്യരാജ്യമൊന്നുണ്ടതിൽ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C82FE-8DF1-44ED-B677-455B9B1A5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Bhaagya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raajyam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onnundathil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800" i="1" dirty="0">
                <a:solidFill>
                  <a:schemeClr val="accent1">
                    <a:lumMod val="50000"/>
                  </a:schemeClr>
                </a:solidFill>
              </a:rPr>
              <a:t>There is a land a sunny land – H.W. Longfellow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534201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5240" y="953133"/>
            <a:ext cx="12192000" cy="1319528"/>
          </a:xfrm>
        </p:spPr>
        <p:txBody>
          <a:bodyPr anchor="t"/>
          <a:lstStyle/>
          <a:p>
            <a:pPr algn="l" defTabSz="56832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ഭാഗ്യരാജ്യമൊന്നുണ്ടതിൽ വാന ശോഭ നിത്യം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സായാഹ്നം അങ്ങുണ്ടാകില്ല അതിൻ സൂര്യൻ യേശു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560E90-87CE-4952-8C60-2689C77BB920}"/>
              </a:ext>
            </a:extLst>
          </p:cNvPr>
          <p:cNvSpPr/>
          <p:nvPr/>
        </p:nvSpPr>
        <p:spPr>
          <a:xfrm>
            <a:off x="0" y="2231108"/>
            <a:ext cx="12161520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ക്രൂശിനെ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വഹിക്കിൽ നാം കിരീടം ധരിക്കും </a:t>
            </a:r>
            <a:b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സ്വർലോകേ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പാർക്കുമ്പോൾ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ഭാഗ്യരാജ്യത്തിൽ 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നിത്യം </a:t>
            </a:r>
            <a:endParaRPr lang="en-US" sz="32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18B45-40FA-43ED-B929-8DD2A52E7378}"/>
              </a:ext>
            </a:extLst>
          </p:cNvPr>
          <p:cNvSpPr/>
          <p:nvPr/>
        </p:nvSpPr>
        <p:spPr>
          <a:xfrm>
            <a:off x="228600" y="3832351"/>
            <a:ext cx="119634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Bhaagya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raajyam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onnundathil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vaana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shobha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nithyam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Saayaahnam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angundaakilla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athin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suryan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9E7A2-5299-497A-ABA0-8DE6F5E1231A}"/>
              </a:ext>
            </a:extLst>
          </p:cNvPr>
          <p:cNvSpPr/>
          <p:nvPr/>
        </p:nvSpPr>
        <p:spPr>
          <a:xfrm>
            <a:off x="15240" y="5151879"/>
            <a:ext cx="12161520" cy="1351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Krooshine-vahikkil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Swarloke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paarkkumbol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bhagyarajyathtthil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480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5240" y="953133"/>
            <a:ext cx="12192000" cy="1319528"/>
          </a:xfrm>
        </p:spPr>
        <p:txBody>
          <a:bodyPr anchor="t"/>
          <a:lstStyle/>
          <a:p>
            <a:pPr algn="l" defTabSz="56832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ഇജ്ജീവയാഴിക്കക്കരെ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സമാധാന നാട്ടിൽ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വൻ കാറ്റെല്ലാമടങ്ങുന്നു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അങ്ങു വേണം നിധി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560E90-87CE-4952-8C60-2689C77BB920}"/>
              </a:ext>
            </a:extLst>
          </p:cNvPr>
          <p:cNvSpPr/>
          <p:nvPr/>
        </p:nvSpPr>
        <p:spPr>
          <a:xfrm>
            <a:off x="0" y="2231108"/>
            <a:ext cx="12161520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ക്രൂശിനെ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വഹിക്കിൽ നാം കിരീടം ധരിക്കും </a:t>
            </a:r>
            <a:b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സ്വർലോകേ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പാർക്കുമ്പോൾ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ഭാഗ്യരാജ്യത്തിൽ 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നിത്യം </a:t>
            </a:r>
            <a:endParaRPr lang="en-US" sz="32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18B45-40FA-43ED-B929-8DD2A52E7378}"/>
              </a:ext>
            </a:extLst>
          </p:cNvPr>
          <p:cNvSpPr/>
          <p:nvPr/>
        </p:nvSpPr>
        <p:spPr>
          <a:xfrm>
            <a:off x="228600" y="3832351"/>
            <a:ext cx="119634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Ijjeeva-yaazhikkakkare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samaadhaana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naattil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kaattellaamadangunnu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angu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venham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nidhi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9E7A2-5299-497A-ABA0-8DE6F5E1231A}"/>
              </a:ext>
            </a:extLst>
          </p:cNvPr>
          <p:cNvSpPr/>
          <p:nvPr/>
        </p:nvSpPr>
        <p:spPr>
          <a:xfrm>
            <a:off x="15240" y="5151879"/>
            <a:ext cx="12161520" cy="1351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Krooshine-vahikkil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Swarloke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paarkkumbol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bhagyarajyathtthil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517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5240" y="953133"/>
            <a:ext cx="12192000" cy="1319528"/>
          </a:xfrm>
        </p:spPr>
        <p:txBody>
          <a:bodyPr anchor="t"/>
          <a:lstStyle/>
          <a:p>
            <a:pPr algn="l" defTabSz="56832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മഹത്വ വീടു മൊന്നുണ്ടു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സ്വർഗ്ഗീയ മന്ദിരം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ഇഹേ നാം സ്നേഹിച്ചോർ നമ്മെ എതിരേൽക്കുമതിൽ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560E90-87CE-4952-8C60-2689C77BB920}"/>
              </a:ext>
            </a:extLst>
          </p:cNvPr>
          <p:cNvSpPr/>
          <p:nvPr/>
        </p:nvSpPr>
        <p:spPr>
          <a:xfrm>
            <a:off x="0" y="2231108"/>
            <a:ext cx="12161520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ക്രൂശിനെ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വഹിക്കിൽ നാം കിരീടം ധരിക്കും </a:t>
            </a:r>
            <a:b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സ്വർലോകേ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പാർക്കുമ്പോൾ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ഭാഗ്യരാജ്യത്തിൽ 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നിത്യം </a:t>
            </a:r>
            <a:endParaRPr lang="en-US" sz="32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18B45-40FA-43ED-B929-8DD2A52E7378}"/>
              </a:ext>
            </a:extLst>
          </p:cNvPr>
          <p:cNvSpPr/>
          <p:nvPr/>
        </p:nvSpPr>
        <p:spPr>
          <a:xfrm>
            <a:off x="228600" y="3832351"/>
            <a:ext cx="119634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Mahathwa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veedumonnundu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swargeeya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mandiram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Ihe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snehichor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namme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ethirelkkumathil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9E7A2-5299-497A-ABA0-8DE6F5E1231A}"/>
              </a:ext>
            </a:extLst>
          </p:cNvPr>
          <p:cNvSpPr/>
          <p:nvPr/>
        </p:nvSpPr>
        <p:spPr>
          <a:xfrm>
            <a:off x="15240" y="5151879"/>
            <a:ext cx="12161520" cy="1351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Krooshine-vahikkil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Swarloke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paarkkumbol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bhagyarajyathtthil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106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5240" y="953133"/>
            <a:ext cx="12192000" cy="1319528"/>
          </a:xfrm>
        </p:spPr>
        <p:txBody>
          <a:bodyPr anchor="t"/>
          <a:lstStyle/>
          <a:p>
            <a:pPr algn="l" defTabSz="56832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വേഗം മറയുമീ ലോകം വിട്ടു ഭാഗ്യ ലോകേ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മിന്നും സൈന്യത്തെ ച്ചേർന്നിടാൻ നാം വാഞ്ചിക്കുന്നെന്നും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560E90-87CE-4952-8C60-2689C77BB920}"/>
              </a:ext>
            </a:extLst>
          </p:cNvPr>
          <p:cNvSpPr/>
          <p:nvPr/>
        </p:nvSpPr>
        <p:spPr>
          <a:xfrm>
            <a:off x="0" y="2231108"/>
            <a:ext cx="12161520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ക്രൂശിനെ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വഹിക്കിൽ നാം കിരീടം ധരിക്കും </a:t>
            </a:r>
            <a:b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സ്വർലോകേ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പാർക്കുമ്പോൾ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ഭാഗ്യരാജ്യത്തിൽ </a:t>
            </a:r>
            <a:r>
              <a:rPr lang="en-US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നിത്യം </a:t>
            </a:r>
            <a:endParaRPr lang="en-US" sz="32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18B45-40FA-43ED-B929-8DD2A52E7378}"/>
              </a:ext>
            </a:extLst>
          </p:cNvPr>
          <p:cNvSpPr/>
          <p:nvPr/>
        </p:nvSpPr>
        <p:spPr>
          <a:xfrm>
            <a:off x="228600" y="3832351"/>
            <a:ext cx="11963400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Vegam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marhayumee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lokam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vittu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bhaagya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loke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Minnum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sainyaththechernnedaan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vaanchikkunnennum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9E7A2-5299-497A-ABA0-8DE6F5E1231A}"/>
              </a:ext>
            </a:extLst>
          </p:cNvPr>
          <p:cNvSpPr/>
          <p:nvPr/>
        </p:nvSpPr>
        <p:spPr>
          <a:xfrm>
            <a:off x="15240" y="5151879"/>
            <a:ext cx="12161520" cy="1351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Krooshine-vahikkil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Swarloke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paarkkumbol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bhagyarajyathtthil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774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</TotalTime>
  <Words>123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291 ഭാഗ്യരാജ്യമൊന്നുണ്ടതിൽ</vt:lpstr>
      <vt:lpstr>1 ഭാഗ്യരാജ്യമൊന്നുണ്ടതിൽ വാന ശോഭ നിത്യം  സായാഹ്നം അങ്ങുണ്ടാകില്ല അതിൻ സൂര്യൻ യേശു   </vt:lpstr>
      <vt:lpstr>2 ഇജ്ജീവയാഴിക്കക്കരെ സമാധാന നാട്ടിൽ   വൻ കാറ്റെല്ലാമടങ്ങുന്നു അങ്ങു വേണം നിധി</vt:lpstr>
      <vt:lpstr>3 മഹത്വ വീടു മൊന്നുണ്ടു സ്വർഗ്ഗീയ മന്ദിരം      ഇഹേ നാം സ്നേഹിച്ചോർ നമ്മെ എതിരേൽക്കുമതിൽ</vt:lpstr>
      <vt:lpstr>4 വേഗം മറയുമീ ലോകം വിട്ടു ഭാഗ്യ ലോകേ      മിന്നും സൈന്യത്തെ ച്ചേർന്നിടാൻ നാം വാഞ്ചിക്കുന്നെന്നും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Bhagyaraajyam onnundathil</dc:title>
  <dc:creator>Digital Input; GM JOHN; Acsah Mathews</dc:creator>
  <cp:lastModifiedBy>Acsah Mathews</cp:lastModifiedBy>
  <cp:revision>402</cp:revision>
  <dcterms:created xsi:type="dcterms:W3CDTF">2013-04-19T09:19:07Z</dcterms:created>
  <dcterms:modified xsi:type="dcterms:W3CDTF">2018-11-15T19:07:18Z</dcterms:modified>
</cp:coreProperties>
</file>