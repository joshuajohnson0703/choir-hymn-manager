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93FB75-7771-4467-9447-73FDBDC1EB7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9B4F7-4D8C-4076-9FBA-340F07A4A0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31DCA-C0A8-4A42-A435-61329596C4C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C73F5-05FA-491C-B129-FEAAC1170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4BA93-0227-4412-B154-89504E22855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A8A90-7215-44D3-8A59-69C9996EF7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A2B9F-2610-4D70-BC07-C193AD07794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428E6-4ADF-4845-8975-56C0A1652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D0919-D99D-4C8E-9989-61944CAAB8E0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0E2A2-CB69-485B-93A9-310B4E5F6A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21FDC-719F-4567-B546-F4C2059BA7D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BA5D-C5BC-4D2A-8017-F5B4B662DC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E2B43-7476-4830-99D2-39BD9201C1F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B5888-6744-4EAC-A58A-01F19972F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4B2B6-87D8-42B5-BDDE-F02E0DF07A3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6880F-8543-45B8-9614-FA8FB53349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2D92A-96BF-44F7-BCEE-A1D41336B32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5EC2A-2157-4940-936C-E8FC73C9F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0AEB0-9AE8-4FEB-A4B6-88E63515807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25151-AAFC-491D-89F3-BFF1CE611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7D17C-0BC2-4222-BF91-64C65097573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F45F5-DBED-4159-B674-BD6AEC4229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77EE7F-6C75-4AF6-A64D-C8CC89F205C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C5D17A-8A36-4DE1-B813-16A6A6AADE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944F-0574-4DFE-8250-D07FEFECA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മനമേ! പക്ഷിഗണങ്ങളുണർ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AFC1F-D59E-49C4-9F91-AB7558836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Manamey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Pakshiganhangalh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10AD2-ADEC-4A4E-A6E7-80A0F777B209}"/>
              </a:ext>
            </a:extLst>
          </p:cNvPr>
          <p:cNvSpPr/>
          <p:nvPr/>
        </p:nvSpPr>
        <p:spPr>
          <a:xfrm>
            <a:off x="1828800" y="5924549"/>
            <a:ext cx="32832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(പി. എം. കൊച്ചുകുറു)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C7E96-D7BE-4A15-B3B0-A3A05CD26994}"/>
              </a:ext>
            </a:extLst>
          </p:cNvPr>
          <p:cNvSpPr/>
          <p:nvPr/>
        </p:nvSpPr>
        <p:spPr>
          <a:xfrm>
            <a:off x="8348802" y="5955029"/>
            <a:ext cx="2214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(P.M. </a:t>
            </a:r>
            <a:r>
              <a:rPr lang="en-US" sz="2000" dirty="0" err="1">
                <a:solidFill>
                  <a:srgbClr val="C00000"/>
                </a:solidFill>
              </a:rPr>
              <a:t>Kochukuru</a:t>
            </a:r>
            <a:r>
              <a:rPr lang="en-US" sz="2000" dirty="0">
                <a:solidFill>
                  <a:srgbClr val="C00000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25898733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മനമേ! പക്ഷിഗണങ്ങളുണർ-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ന്നിതാ പാടുന്നു ഗീതങ്ങൾ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മനമേ നീയുമുണർന്നിട്ടേശു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പരനെ പാടി സ്തുതിക്ക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Pakshiganhangalhunhar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geethangal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Neeyumunharnnitteshu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2	മനമേ! നിന്നെ പരമോന്നതൻ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പരിപാലിക്കുന്നതിനെ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നിനച്ചാൽ നിനക്കുഷസ്സിൽ കിട-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ന്നുറങ്ങാൻ കഴിഞ്ഞീടുമോ?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paramonnathan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Paripaalikkunnathiney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Ninachchaal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ninakkushassil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Nnurangaan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kazhinjeedumo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08730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3	മൃഗജാലങ്ങളുണർന്നീടുന്ന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സമയത്തു നീ കിടന്നു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മൃഗത്തെക്കാളും നിവ്വിചാരിയാ-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യുറങ്ങാതെന്‍റെ മനമെ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Mrugajaalangalunharnee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Mrugaththeykaalhum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nirvichaariyaa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Yurangaathentey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37422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4	മരത്തിൻ കൊമ്പിലിരിക്കും പക്ഷി-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യുരയ്ക്കും ശബ്ദമതുകേ-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ട്ടുറക്കം തെളിഞ്ഞുടനെ നിന്‍റെ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പരനെ പാടി സ്തുതിക്ക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kombilirikkum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pakshi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Yuraykkum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shabdamathuke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Tturakkamthelhinjudaney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ninety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8995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5	പരനേശു താനതിരാവിലെ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തനിയെയൊരു വനത്തിൽ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പരിചോടുണർന്നെഴുന്നു പ്രാർത്ഥി-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ച്ചതു നീ ചിന്തിച്ചിടുക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thaanathiraaviley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Thaniyayoru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Parichodunharnezhunnu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Chchathu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31302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6	ഒരുവാസരമുഷസ്സായപ്പോൾ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പീലാത്തോസിന്‍റെ അരികെ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പരനേശുവൊരജംപോൽ നിന്ന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നില നീ ചിന്തിച്ചീടുക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Oruvaasaramushassaaya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ppol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Peelaathosintey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arikey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Paraneshuvorajam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chinthicheeduka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24025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7	പരനെ തള്ളിപ്പറഞ്ഞ പത്രോ-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സതിരാവിലെ സമയേ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പെരുത്ത ദുഃഖം നിറഞ്ഞു പുറ-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ത്തിറങ്ങിപ്പൊട്ടിക്കരഞ്ഞു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Paraneythallhiparanja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pathro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sathiraaviley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ththirangipotti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002867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8400"/>
          </a:xfrm>
        </p:spPr>
        <p:txBody>
          <a:bodyPr anchor="t"/>
          <a:lstStyle/>
          <a:p>
            <a:pPr algn="l" defTabSz="403225"/>
            <a:r>
              <a:rPr lang="ml-IN" sz="3400" b="1" dirty="0">
                <a:latin typeface="Kartika" panose="02020503030404060203" pitchFamily="18" charset="0"/>
              </a:rPr>
              <a:t>8	മറിയാമതിരാവിലേശുവെ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കാണാഞ്ഞിട്ടുള്ളം തകർന്നു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കരയുന്നതെന്തതുല സ്നേഹം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മനമെ നിനക്കതുണ്ടോ?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5FA2-5731-4F94-8E23-08C415F15578}"/>
              </a:ext>
            </a:extLst>
          </p:cNvPr>
          <p:cNvSpPr/>
          <p:nvPr/>
        </p:nvSpPr>
        <p:spPr>
          <a:xfrm>
            <a:off x="0" y="345186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Mariyaamathiraavil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Kaanhaanjittullham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Karayunnathenthathula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ninakkathundo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66761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156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005 മനമേ! പക്ഷിഗണങ്ങളുണർ</vt:lpstr>
      <vt:lpstr>1 മനമേ! പക്ഷിഗണങ്ങളുണർ-  ന്നിതാ പാടുന്നു ഗീതങ്ങൾ  മനമേ നീയുമുണർന്നിട്ടേശു   പരനെ പാടി സ്തുതിക്ക</vt:lpstr>
      <vt:lpstr>2 മനമേ! നിന്നെ പരമോന്നതൻ   പരിപാലിക്കുന്നതിനെ   നിനച്ചാൽ നിനക്കുഷസ്സിൽ കിട-  ന്നുറങ്ങാൻ കഴിഞ്ഞീടുമോ?</vt:lpstr>
      <vt:lpstr>3 മൃഗജാലങ്ങളുണർന്നീടുന്ന   സമയത്തു നീ കിടന്നു   മൃഗത്തെക്കാളും നിവ്വിചാരിയാ-  യുറങ്ങാതെന്‍റെ മനമെ </vt:lpstr>
      <vt:lpstr>4 മരത്തിൻ കൊമ്പിലിരിക്കും പക്ഷി-  യുരയ്ക്കും ശബ്ദമതുകേ-  ട്ടുറക്കം തെളിഞ്ഞുടനെ നിന്‍റെ  പരനെ പാടി സ്തുതിക്ക</vt:lpstr>
      <vt:lpstr>5 പരനേശു താനതിരാവിലെ   തനിയെയൊരു വനത്തിൽ   പരിചോടുണർന്നെഴുന്നു പ്രാർത്ഥി-  ച്ചതു നീ ചിന്തിച്ചിടുക </vt:lpstr>
      <vt:lpstr>6 ഒരുവാസരമുഷസ്സായപ്പോൾ   പീലാത്തോസിന്‍റെ അരികെ   പരനേശുവൊരജംപോൽ നിന്ന   നില നീ ചിന്തിച്ചീടുക</vt:lpstr>
      <vt:lpstr>7 പരനെ തള്ളിപ്പറഞ്ഞ പത്രോ-  സതിരാവിലെ സമയേ   പെരുത്ത ദുഃഖം നിറഞ്ഞു പുറ-  ത്തിറങ്ങിപ്പൊട്ടിക്കരഞ്ഞു</vt:lpstr>
      <vt:lpstr>8 മറിയാമതിരാവിലേശുവെ   കാണാഞ്ഞിട്ടുള്ളം തകർന്നു   കരയുന്നതെന്തതുല സ്നേഹം   മനമെ നിനക്കതുണ്ടോ?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Maname pakshi ganangal</dc:title>
  <dc:creator>Digital Input:; GM JOHN; Acsah Mathews</dc:creator>
  <cp:lastModifiedBy>Acsah Mathews</cp:lastModifiedBy>
  <cp:revision>244</cp:revision>
  <dcterms:created xsi:type="dcterms:W3CDTF">2013-04-19T09:19:07Z</dcterms:created>
  <dcterms:modified xsi:type="dcterms:W3CDTF">2018-12-03T18:42:50Z</dcterms:modified>
</cp:coreProperties>
</file>