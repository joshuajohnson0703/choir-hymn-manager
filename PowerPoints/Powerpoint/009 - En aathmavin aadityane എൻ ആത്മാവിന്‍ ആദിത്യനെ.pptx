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2" r:id="rId2"/>
    <p:sldId id="257" r:id="rId3"/>
    <p:sldId id="283" r:id="rId4"/>
    <p:sldId id="284" r:id="rId5"/>
    <p:sldId id="277" r:id="rId6"/>
    <p:sldId id="285" r:id="rId7"/>
    <p:sldId id="286" r:id="rId8"/>
    <p:sldId id="287" r:id="rId9"/>
    <p:sldId id="288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6" d="100"/>
          <a:sy n="46" d="100"/>
        </p:scale>
        <p:origin x="38" y="8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1E02B-EB9B-4FA1-B93A-AFCEDB53FEE8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0ECEC-AA38-4B3F-97E6-4629CABE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6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7A7FE0D1-AED4-1A15-BDED-6CA4F4CBB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E28CFDF8-5397-60BB-8B1F-6C6B3D577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98C0132F-A213-B7ED-FCB9-8BAAF2B1F0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D9487C36-3DE2-5957-68F3-5BB44DDEA0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6305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1C9CB8A0-937B-A25F-F0D8-83AF8AB1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D10063A7-CF59-A77C-3F04-9D8A7C293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5A50FEA2-04E2-8211-B38B-D4C4E9ADF8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165AC3CB-5C32-5BC7-A5B4-92E97CFE36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3884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7E31B691-AD93-583F-C575-77A24102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D3F02FD8-BA4D-D0FC-0EE5-4CEB736B1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E574D037-72CA-958C-FAB7-A500E07E7C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34B3A1D8-78E0-D1E8-4D80-B94BFDC146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352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FE59822E-F352-5B82-2BE8-93A656A0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C021BC93-958E-6803-0AD9-EDB0CF716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8F6C70C9-34F9-E418-D420-7430385CA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478E480B-96A5-25BB-556A-056352580A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0659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4DB551ED-9BD7-8645-4312-49F219EA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FA3881E1-85FB-73B5-2EE7-1E4377FA3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97B0A787-88E0-9EAE-3BDA-237FCEC88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AB069856-9CA1-52A9-6203-96DA171818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083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AE1FF06F-4B9A-CAB1-BC02-66A9E21C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E7E2D375-32FF-AB3F-E124-A987DEC66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8F79D197-BEF8-43C5-EDBD-7A2C4EE07C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C558489A-3495-1A11-6E7E-954EB7748A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568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47369-22E2-4454-8732-79F5155A4ECC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09FCB-EFF8-4ACF-8B5A-D3C28F982F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12A50-5B24-4E42-A173-5C08B83DA17D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31783-2CDE-4287-BB23-688450E3D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67168-F4FF-4A43-A557-F1B8338ABE0C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0242FC-EEE4-4839-9F0F-F7638E6BFF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C705BA-E5C9-4076-B650-F6B2382D4E7F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9D70B-F3AB-49C0-B09F-B50A9141A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03604-4D25-4802-85AC-7FB31905D37D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EEF51-E290-4982-8A3A-1ADA390C13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5031D9-55A5-47A2-AE88-5AA0E20F9DF8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CAE9-33A4-4B28-BFB7-BA0E2D3590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D29A2-6DCD-4E44-A5CE-277A43F01346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36AF2-CF9B-472B-9513-24C179F6E4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B8267-D942-449F-9879-4646300EAAE7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99C0A-1EF5-41A8-93BB-A1AA45921D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98E70-EB9A-4D57-A4F9-4231E080B940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FC82B-BC99-4B89-B0F0-34F8D3F560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8157E8-1FD7-4CFC-9703-15C3C0CE58F6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E2E8A-A3AA-4326-B167-D27250BB07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B4DCF-E5C1-4300-A2AC-9837FAAF798F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33836-09B8-4E12-9B67-DBA4626B2C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FF2F47E-1B91-4874-854D-87319F7D61D5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A1192F5-2CBF-4FB4-8E3E-5ADA13C0A2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65FDD-5135-4929-A2F7-53B33149D9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009 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എൻ ആത്മാവിന്‍ ആദിത്യനെ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B5559-F662-4E19-B5BB-72615AC375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En </a:t>
            </a:r>
            <a:r>
              <a:rPr lang="en-US" sz="4000" b="1" dirty="0" err="1">
                <a:solidFill>
                  <a:srgbClr val="002060"/>
                </a:solidFill>
              </a:rPr>
              <a:t>aathmaavin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aadithyané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rgbClr val="002060"/>
                </a:solidFill>
              </a:rPr>
              <a:t>Sun of my soul – John Keble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5719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ctrTitle"/>
          </p:nvPr>
        </p:nvSpPr>
        <p:spPr>
          <a:xfrm>
            <a:off x="319775" y="-60813"/>
            <a:ext cx="5638800" cy="4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എൻ ആത്മാവിന്‍ ആദിത്യനെ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പ്രിയ രക്ഷാഷകരനേ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നീ വസിക്കിലെന്‍ സമീപേ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രാത്രി പകല്‍ പോലാകുമേ</a:t>
            </a:r>
            <a:br>
              <a:rPr lang="en-US" sz="2900" b="0" dirty="0"/>
            </a:br>
            <a:br>
              <a:rPr lang="en-US" sz="950" dirty="0"/>
            </a:br>
            <a:endParaRPr sz="35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6669025" y="566719"/>
            <a:ext cx="5974200" cy="3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r>
              <a:rPr lang="en-US" sz="3200" b="1" dirty="0">
                <a:latin typeface="+mn-lt"/>
              </a:rPr>
              <a:t>En </a:t>
            </a:r>
            <a:r>
              <a:rPr lang="en-US" sz="3200" b="1" dirty="0" err="1">
                <a:latin typeface="+mn-lt"/>
              </a:rPr>
              <a:t>aathmaavin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aadithyané</a:t>
            </a:r>
            <a:r>
              <a:rPr lang="en-US" sz="3200" b="1" dirty="0">
                <a:latin typeface="+mn-lt"/>
              </a:rPr>
              <a:t> </a:t>
            </a:r>
          </a:p>
          <a:p>
            <a:r>
              <a:rPr lang="en-US" sz="3200" b="1" dirty="0">
                <a:latin typeface="+mn-lt"/>
              </a:rPr>
              <a:t>En </a:t>
            </a:r>
            <a:r>
              <a:rPr lang="en-US" sz="3200" b="1" dirty="0" err="1">
                <a:latin typeface="+mn-lt"/>
              </a:rPr>
              <a:t>priya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rakshaakarané</a:t>
            </a:r>
            <a:r>
              <a:rPr lang="en-US" sz="3200" b="1" dirty="0">
                <a:latin typeface="+mn-lt"/>
              </a:rPr>
              <a:t> </a:t>
            </a:r>
          </a:p>
          <a:p>
            <a:r>
              <a:rPr lang="en-US" sz="3200" b="1" dirty="0">
                <a:latin typeface="+mn-lt"/>
              </a:rPr>
              <a:t>Nee </a:t>
            </a:r>
            <a:r>
              <a:rPr lang="en-US" sz="3200" b="1" dirty="0" err="1">
                <a:latin typeface="+mn-lt"/>
              </a:rPr>
              <a:t>vasikkilen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sameepé</a:t>
            </a:r>
            <a:r>
              <a:rPr lang="en-US" sz="3200" b="1" dirty="0">
                <a:latin typeface="+mn-lt"/>
              </a:rPr>
              <a:t> </a:t>
            </a:r>
          </a:p>
          <a:p>
            <a:r>
              <a:rPr lang="en-US" sz="3200" b="1" dirty="0" err="1">
                <a:latin typeface="+mn-lt"/>
              </a:rPr>
              <a:t>Raathri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pakal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polaakumé</a:t>
            </a:r>
            <a:r>
              <a:rPr lang="en-US" sz="3200" b="1" dirty="0">
                <a:latin typeface="+mn-lt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960123" y="4716051"/>
            <a:ext cx="10515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my soul, the radiant Sun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my beloved Savior,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If you dwell not near to me,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Even night would turn into day.</a:t>
            </a:r>
            <a:endParaRPr lang="en-US" dirty="0">
              <a:solidFill>
                <a:srgbClr val="4C1130"/>
              </a:solidFill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0" y="4132093"/>
            <a:ext cx="12192000" cy="52322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9" name="Google Shape;69;p2"/>
          <p:cNvCxnSpPr>
            <a:endCxn id="68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9D2A2E50-53CF-B6C8-9798-ABD34EBF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>
            <a:extLst>
              <a:ext uri="{FF2B5EF4-FFF2-40B4-BE49-F238E27FC236}">
                <a16:creationId xmlns:a16="http://schemas.microsoft.com/office/drawing/2014/main" id="{79F01D15-E060-BD78-A1DE-B0BD23896D9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9775" y="-60813"/>
            <a:ext cx="5638800" cy="4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l-IN" sz="2800" b="1" dirty="0">
                <a:latin typeface="Kartika" panose="02020503030404060203" pitchFamily="18" charset="0"/>
              </a:rPr>
              <a:t>ഭൂജാതമാം മേഘം അതാല്‍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മറപ്പാന്‍ നിന്നില്‍ നിന്നെന്നെ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ഇടയാക്കാരുതേ രാവില്‍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കാക്കണേ സര്‍വ്വശക്തനേ!</a:t>
            </a:r>
            <a:br>
              <a:rPr lang="en-US" sz="2900" b="0" dirty="0"/>
            </a:br>
            <a:br>
              <a:rPr lang="en-US" sz="950" dirty="0"/>
            </a:br>
            <a:endParaRPr sz="35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extLst>
              <a:ext uri="{FF2B5EF4-FFF2-40B4-BE49-F238E27FC236}">
                <a16:creationId xmlns:a16="http://schemas.microsoft.com/office/drawing/2014/main" id="{52B4B464-77C3-6913-1C43-39A05576A997}"/>
              </a:ext>
            </a:extLst>
          </p:cNvPr>
          <p:cNvSpPr txBox="1"/>
          <p:nvPr/>
        </p:nvSpPr>
        <p:spPr>
          <a:xfrm>
            <a:off x="6119978" y="609600"/>
            <a:ext cx="5974200" cy="2636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r>
              <a:rPr lang="en-US" sz="3200" b="1" dirty="0" err="1">
                <a:latin typeface="+mn-lt"/>
              </a:rPr>
              <a:t>Bhoojaathamaam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megham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athaal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Marappaan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ninnil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ninnenney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Idayaakkaruthey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raavil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Kaakkanhey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sarvashakthaney</a:t>
            </a:r>
            <a:br>
              <a:rPr lang="en-US" sz="3600" dirty="0">
                <a:latin typeface="Arial"/>
                <a:ea typeface="Arial"/>
                <a:cs typeface="Arial"/>
                <a:sym typeface="Arial"/>
              </a:rPr>
            </a:br>
            <a:endParaRPr lang="en-US" sz="3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07908839-6ADE-C365-D1DE-71AC3BA58BD2}"/>
              </a:ext>
            </a:extLst>
          </p:cNvPr>
          <p:cNvSpPr txBox="1"/>
          <p:nvPr/>
        </p:nvSpPr>
        <p:spPr>
          <a:xfrm>
            <a:off x="960123" y="4716051"/>
            <a:ext cx="10515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Because of the earthly cloud,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Let me not forget You and drift away.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Do not let me go astray in the night –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Almighty, protect me, I pray!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96D38CDC-E18B-EDE7-239F-B4010F950A68}"/>
              </a:ext>
            </a:extLst>
          </p:cNvPr>
          <p:cNvSpPr txBox="1"/>
          <p:nvPr/>
        </p:nvSpPr>
        <p:spPr>
          <a:xfrm>
            <a:off x="0" y="4132093"/>
            <a:ext cx="12192000" cy="52322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9" name="Google Shape;69;p2">
            <a:extLst>
              <a:ext uri="{FF2B5EF4-FFF2-40B4-BE49-F238E27FC236}">
                <a16:creationId xmlns:a16="http://schemas.microsoft.com/office/drawing/2014/main" id="{3C033AB3-D46E-961C-FA01-02371711AED7}"/>
              </a:ext>
            </a:extLst>
          </p:cNvPr>
          <p:cNvCxnSpPr>
            <a:endCxn id="68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0372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D81517B6-3CC3-95E3-5F3A-2667E4E3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>
            <a:extLst>
              <a:ext uri="{FF2B5EF4-FFF2-40B4-BE49-F238E27FC236}">
                <a16:creationId xmlns:a16="http://schemas.microsoft.com/office/drawing/2014/main" id="{534EB089-6575-99DE-58B7-C8E8281494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6433" y="66395"/>
            <a:ext cx="5638800" cy="4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l-IN" sz="2800" b="1" dirty="0">
                <a:latin typeface="Kartika" panose="02020503030404060203" pitchFamily="18" charset="0"/>
              </a:rPr>
              <a:t>കണ്‍മയങ്ങി ഞാന്‍ നിദ്രയില്‍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കിടക്കുമ്പോള്‍ ക്ഷീണതയില്‍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എന്‍ രക്ഷകാ നിന്‍ മടിയില്‍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വിശ്രമിക്കുന്നെന്നോര്‍പ്പിക്ക</a:t>
            </a:r>
            <a:br>
              <a:rPr lang="en-US" sz="2900" b="0" dirty="0"/>
            </a:br>
            <a:br>
              <a:rPr lang="en-US" sz="950" dirty="0"/>
            </a:br>
            <a:endParaRPr sz="35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extLst>
              <a:ext uri="{FF2B5EF4-FFF2-40B4-BE49-F238E27FC236}">
                <a16:creationId xmlns:a16="http://schemas.microsoft.com/office/drawing/2014/main" id="{582543D7-2205-AD84-42A0-A5CA10B13B2D}"/>
              </a:ext>
            </a:extLst>
          </p:cNvPr>
          <p:cNvSpPr txBox="1"/>
          <p:nvPr/>
        </p:nvSpPr>
        <p:spPr>
          <a:xfrm>
            <a:off x="6119978" y="609600"/>
            <a:ext cx="5974200" cy="319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r>
              <a:rPr lang="en-US" sz="3200" b="1" dirty="0" err="1">
                <a:latin typeface="+mn-lt"/>
              </a:rPr>
              <a:t>Kanhmayangi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nidrayil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Kidakkumbolh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ksheenhathayil</a:t>
            </a:r>
            <a:endParaRPr lang="en-US" sz="3200" b="1" dirty="0">
              <a:latin typeface="+mn-lt"/>
            </a:endParaRPr>
          </a:p>
          <a:p>
            <a:r>
              <a:rPr lang="en-US" sz="3200" b="1" dirty="0">
                <a:latin typeface="+mn-lt"/>
              </a:rPr>
              <a:t>En </a:t>
            </a:r>
            <a:r>
              <a:rPr lang="en-US" sz="3200" b="1" dirty="0" err="1">
                <a:latin typeface="+mn-lt"/>
              </a:rPr>
              <a:t>rakshakaa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nin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madiyil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Vishramikkunnenorppikka</a:t>
            </a:r>
            <a:endParaRPr lang="en-US" sz="3200" b="1" dirty="0">
              <a:latin typeface="+mn-lt"/>
            </a:endParaRPr>
          </a:p>
          <a:p>
            <a:br>
              <a:rPr lang="en-US" sz="3600" dirty="0">
                <a:latin typeface="Arial"/>
                <a:ea typeface="Arial"/>
                <a:cs typeface="Arial"/>
                <a:sym typeface="Arial"/>
              </a:rPr>
            </a:br>
            <a:endParaRPr lang="en-US" sz="3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BF334432-A285-0492-8B2C-A9864C3BC9CF}"/>
              </a:ext>
            </a:extLst>
          </p:cNvPr>
          <p:cNvSpPr txBox="1"/>
          <p:nvPr/>
        </p:nvSpPr>
        <p:spPr>
          <a:xfrm>
            <a:off x="960123" y="4716051"/>
            <a:ext cx="10515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As my eyes grow heavy with sleep,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And I lie down in weariness,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my Savior, in Your embrace,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Remember me – resting in peace.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2C106DE1-4D9E-7FBC-17A1-476A2D5DEAEE}"/>
              </a:ext>
            </a:extLst>
          </p:cNvPr>
          <p:cNvSpPr txBox="1"/>
          <p:nvPr/>
        </p:nvSpPr>
        <p:spPr>
          <a:xfrm>
            <a:off x="0" y="4132093"/>
            <a:ext cx="12192000" cy="52322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9" name="Google Shape;69;p2">
            <a:extLst>
              <a:ext uri="{FF2B5EF4-FFF2-40B4-BE49-F238E27FC236}">
                <a16:creationId xmlns:a16="http://schemas.microsoft.com/office/drawing/2014/main" id="{0B66DAA6-116D-BEA7-603C-4E8BF9AE1EEB}"/>
              </a:ext>
            </a:extLst>
          </p:cNvPr>
          <p:cNvCxnSpPr>
            <a:endCxn id="68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8408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52096"/>
            <a:ext cx="11277600" cy="2499360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</a:rPr>
              <a:t>4	നിന്നെക്കൂടാതെ ജീവിപ്പാന്‍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പാത്രമല്ലേ ഒന്നിനാലും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സന്ധ്യയില്‍ കൂടെ ഇരിപ്പാന്‍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ഉഷസ്സോളം നീ വന്നാലും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34A733-7D18-4363-AB39-E0A615BF0910}"/>
              </a:ext>
            </a:extLst>
          </p:cNvPr>
          <p:cNvSpPr/>
          <p:nvPr/>
        </p:nvSpPr>
        <p:spPr>
          <a:xfrm>
            <a:off x="2057400" y="3429000"/>
            <a:ext cx="10134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koodaathey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jeevippaan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Paathramalley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onninaalum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Sandhyayil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irippaan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Ushassolham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vannaalum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783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E8BC39F9-EDCB-8DEB-10B3-E1A1D3D92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>
            <a:extLst>
              <a:ext uri="{FF2B5EF4-FFF2-40B4-BE49-F238E27FC236}">
                <a16:creationId xmlns:a16="http://schemas.microsoft.com/office/drawing/2014/main" id="{5EEF5BA7-777C-1A9E-43F9-EC828A1C15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6433" y="66395"/>
            <a:ext cx="5638800" cy="4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l-IN" sz="2800" b="1" dirty="0">
                <a:latin typeface="Kartika" panose="02020503030404060203" pitchFamily="18" charset="0"/>
              </a:rPr>
              <a:t>നിന്നെക്കൂടാതെ ജീവിപ്പാന്‍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പാത്രമല്ലേ ഒന്നിനാലും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സന്ധ്യയില്‍ കൂടെ ഇരിപ്പാന്‍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ഉഷസ്സോളം നീ വന്നാലും</a:t>
            </a:r>
            <a:br>
              <a:rPr lang="en-US" sz="2900" b="0" dirty="0"/>
            </a:br>
            <a:br>
              <a:rPr lang="en-US" sz="950" dirty="0"/>
            </a:br>
            <a:endParaRPr sz="35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extLst>
              <a:ext uri="{FF2B5EF4-FFF2-40B4-BE49-F238E27FC236}">
                <a16:creationId xmlns:a16="http://schemas.microsoft.com/office/drawing/2014/main" id="{E5EC7D62-1D8A-701D-BFD3-2EEA2278171D}"/>
              </a:ext>
            </a:extLst>
          </p:cNvPr>
          <p:cNvSpPr txBox="1"/>
          <p:nvPr/>
        </p:nvSpPr>
        <p:spPr>
          <a:xfrm>
            <a:off x="6119978" y="609600"/>
            <a:ext cx="5974200" cy="319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r>
              <a:rPr lang="en-US" sz="3200" b="1" dirty="0">
                <a:latin typeface="+mn-lt"/>
              </a:rPr>
              <a:t>Ninne </a:t>
            </a:r>
            <a:r>
              <a:rPr lang="en-US" sz="3200" b="1" dirty="0" err="1">
                <a:latin typeface="+mn-lt"/>
              </a:rPr>
              <a:t>koodaathey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jeevippaan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Paathramalley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onninaalum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Sandhyayil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koodey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irippaan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Ushassolham</a:t>
            </a:r>
            <a:r>
              <a:rPr lang="en-US" sz="3200" b="1" dirty="0">
                <a:latin typeface="+mn-lt"/>
              </a:rPr>
              <a:t> nee </a:t>
            </a:r>
            <a:r>
              <a:rPr lang="en-US" sz="3200" b="1" dirty="0" err="1">
                <a:latin typeface="+mn-lt"/>
              </a:rPr>
              <a:t>vannaalum</a:t>
            </a:r>
            <a:endParaRPr lang="en-US" sz="3200" b="1" dirty="0">
              <a:latin typeface="+mn-lt"/>
            </a:endParaRPr>
          </a:p>
          <a:p>
            <a:br>
              <a:rPr lang="en-US" sz="3600" dirty="0">
                <a:latin typeface="Arial"/>
                <a:ea typeface="Arial"/>
                <a:cs typeface="Arial"/>
                <a:sym typeface="Arial"/>
              </a:rPr>
            </a:br>
            <a:endParaRPr lang="en-US" sz="3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540BA60F-A764-1D06-8249-45D9F6E77450}"/>
              </a:ext>
            </a:extLst>
          </p:cNvPr>
          <p:cNvSpPr txBox="1"/>
          <p:nvPr/>
        </p:nvSpPr>
        <p:spPr>
          <a:xfrm>
            <a:off x="960123" y="4716051"/>
            <a:ext cx="10515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live without You, I am unworthy in every way.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sit with You at evening –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Even if You come only at dawn –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Let me still be near you.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7E9FEAC0-760F-A9CC-CC2F-A054F4A189AB}"/>
              </a:ext>
            </a:extLst>
          </p:cNvPr>
          <p:cNvSpPr txBox="1"/>
          <p:nvPr/>
        </p:nvSpPr>
        <p:spPr>
          <a:xfrm>
            <a:off x="0" y="4132093"/>
            <a:ext cx="12192000" cy="52322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9" name="Google Shape;69;p2">
            <a:extLst>
              <a:ext uri="{FF2B5EF4-FFF2-40B4-BE49-F238E27FC236}">
                <a16:creationId xmlns:a16="http://schemas.microsoft.com/office/drawing/2014/main" id="{58C2C481-BC22-635F-C2A0-F6B6A01CFBEC}"/>
              </a:ext>
            </a:extLst>
          </p:cNvPr>
          <p:cNvCxnSpPr>
            <a:endCxn id="68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40796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D97CDBA2-6291-FB88-3B11-B4E565A63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>
            <a:extLst>
              <a:ext uri="{FF2B5EF4-FFF2-40B4-BE49-F238E27FC236}">
                <a16:creationId xmlns:a16="http://schemas.microsoft.com/office/drawing/2014/main" id="{D9762CF7-0B9D-0593-019E-DEF99F702E7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6433" y="66395"/>
            <a:ext cx="5638800" cy="4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l-IN" sz="2800" b="1" dirty="0">
                <a:latin typeface="Kartika" panose="02020503030404060203" pitchFamily="18" charset="0"/>
              </a:rPr>
              <a:t>ഇല്ലാതാകാന്‍ ഭയം ലേശം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രാവിന്നിരുളതിനാലും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എന്‍ സമീപേ വേണം വാസം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കൈവിടല്ലേ ഒരിക്കലും</a:t>
            </a:r>
            <a:br>
              <a:rPr lang="en-US" sz="2900" b="0" dirty="0"/>
            </a:br>
            <a:br>
              <a:rPr lang="en-US" sz="950" dirty="0"/>
            </a:br>
            <a:endParaRPr sz="35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extLst>
              <a:ext uri="{FF2B5EF4-FFF2-40B4-BE49-F238E27FC236}">
                <a16:creationId xmlns:a16="http://schemas.microsoft.com/office/drawing/2014/main" id="{6A1CB880-B047-6C4E-4EB3-FEA789EC5EB7}"/>
              </a:ext>
            </a:extLst>
          </p:cNvPr>
          <p:cNvSpPr txBox="1"/>
          <p:nvPr/>
        </p:nvSpPr>
        <p:spPr>
          <a:xfrm>
            <a:off x="6119978" y="609600"/>
            <a:ext cx="5974200" cy="2636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r>
              <a:rPr lang="en-US" sz="3200" b="1" dirty="0" err="1">
                <a:latin typeface="+mn-lt"/>
              </a:rPr>
              <a:t>Illaathaakaan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bhayam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lesham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Raavinn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irulhathinaalum</a:t>
            </a:r>
            <a:endParaRPr lang="en-US" sz="3200" b="1" dirty="0">
              <a:latin typeface="+mn-lt"/>
            </a:endParaRPr>
          </a:p>
          <a:p>
            <a:r>
              <a:rPr lang="en-US" sz="3200" b="1" dirty="0">
                <a:latin typeface="+mn-lt"/>
              </a:rPr>
              <a:t>En </a:t>
            </a:r>
            <a:r>
              <a:rPr lang="en-US" sz="3200" b="1" dirty="0" err="1">
                <a:latin typeface="+mn-lt"/>
              </a:rPr>
              <a:t>sameepey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venham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vaasam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Kaividalley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orikkalum</a:t>
            </a:r>
            <a:br>
              <a:rPr lang="en-US" sz="3600" dirty="0">
                <a:latin typeface="Arial"/>
                <a:ea typeface="Arial"/>
                <a:cs typeface="Arial"/>
                <a:sym typeface="Arial"/>
              </a:rPr>
            </a:br>
            <a:endParaRPr lang="en-US" sz="3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4B31BC68-3DA8-7C38-D163-3045ED6662CE}"/>
              </a:ext>
            </a:extLst>
          </p:cNvPr>
          <p:cNvSpPr txBox="1"/>
          <p:nvPr/>
        </p:nvSpPr>
        <p:spPr>
          <a:xfrm>
            <a:off x="960123" y="4716051"/>
            <a:ext cx="10515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Let me not fear even the slightest,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Though night brings darkness all around.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Stay close and dwell near me, Lord –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Never let me go, not even once.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34530BBE-5B5D-064E-C89C-3EE676AD786C}"/>
              </a:ext>
            </a:extLst>
          </p:cNvPr>
          <p:cNvSpPr txBox="1"/>
          <p:nvPr/>
        </p:nvSpPr>
        <p:spPr>
          <a:xfrm>
            <a:off x="0" y="4132093"/>
            <a:ext cx="12192000" cy="52322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9" name="Google Shape;69;p2">
            <a:extLst>
              <a:ext uri="{FF2B5EF4-FFF2-40B4-BE49-F238E27FC236}">
                <a16:creationId xmlns:a16="http://schemas.microsoft.com/office/drawing/2014/main" id="{A784B846-5861-70AA-120B-4E1D69BBC399}"/>
              </a:ext>
            </a:extLst>
          </p:cNvPr>
          <p:cNvCxnSpPr>
            <a:endCxn id="68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95655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55E4F2EB-E172-A80F-3723-08B2C6BA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>
            <a:extLst>
              <a:ext uri="{FF2B5EF4-FFF2-40B4-BE49-F238E27FC236}">
                <a16:creationId xmlns:a16="http://schemas.microsoft.com/office/drawing/2014/main" id="{BB4E6965-07DC-65D1-B0C0-FB47739BEAF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6433" y="66395"/>
            <a:ext cx="5638800" cy="4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തെറ്റി അലഞ്ഞിടുന്നോരും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മത്സരിപ്പോരും സര്‍വ്വരും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പാപനിദ്ര ചെയ്തീടായ് വാന്‍	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കൃപാവേല തുടര്‍ന്നരുള്‍</a:t>
            </a:r>
            <a:br>
              <a:rPr lang="en-US" sz="2900" b="0" dirty="0"/>
            </a:br>
            <a:br>
              <a:rPr lang="en-US" sz="950" dirty="0"/>
            </a:br>
            <a:endParaRPr sz="35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extLst>
              <a:ext uri="{FF2B5EF4-FFF2-40B4-BE49-F238E27FC236}">
                <a16:creationId xmlns:a16="http://schemas.microsoft.com/office/drawing/2014/main" id="{3357AD40-07EA-63FF-7317-C5E03A197235}"/>
              </a:ext>
            </a:extLst>
          </p:cNvPr>
          <p:cNvSpPr txBox="1"/>
          <p:nvPr/>
        </p:nvSpPr>
        <p:spPr>
          <a:xfrm>
            <a:off x="6119978" y="609600"/>
            <a:ext cx="5974200" cy="319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r>
              <a:rPr lang="en-US" sz="3200" b="1" dirty="0" err="1">
                <a:latin typeface="+mn-lt"/>
              </a:rPr>
              <a:t>Thetti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alanjeedunnorum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Mathsaripporum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sarvarum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Paapanidra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cheitheedaaivaan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Kripaavèla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thudarnnarulh</a:t>
            </a:r>
            <a:endParaRPr lang="en-US" sz="3200" b="1" dirty="0">
              <a:latin typeface="+mn-lt"/>
            </a:endParaRPr>
          </a:p>
          <a:p>
            <a:br>
              <a:rPr lang="en-US" sz="3600" dirty="0">
                <a:latin typeface="Arial"/>
                <a:ea typeface="Arial"/>
                <a:cs typeface="Arial"/>
                <a:sym typeface="Arial"/>
              </a:rPr>
            </a:br>
            <a:endParaRPr lang="en-US" sz="3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A1D61824-8569-FFD0-FE36-8477495BE6DD}"/>
              </a:ext>
            </a:extLst>
          </p:cNvPr>
          <p:cNvSpPr txBox="1"/>
          <p:nvPr/>
        </p:nvSpPr>
        <p:spPr>
          <a:xfrm>
            <a:off x="960123" y="4716051"/>
            <a:ext cx="10515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those who’ve strayed and wander lost,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all who quarrel and count the cost,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Lest they fall in sin’s deep sleep,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Let Your mercy’s flood forever sweep.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986A2051-D35E-E0BD-1045-42431945C03D}"/>
              </a:ext>
            </a:extLst>
          </p:cNvPr>
          <p:cNvSpPr txBox="1"/>
          <p:nvPr/>
        </p:nvSpPr>
        <p:spPr>
          <a:xfrm>
            <a:off x="0" y="4132093"/>
            <a:ext cx="12192000" cy="52322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9" name="Google Shape;69;p2">
            <a:extLst>
              <a:ext uri="{FF2B5EF4-FFF2-40B4-BE49-F238E27FC236}">
                <a16:creationId xmlns:a16="http://schemas.microsoft.com/office/drawing/2014/main" id="{CF31BE30-62E9-9629-4217-F3DA3F2CD6FA}"/>
              </a:ext>
            </a:extLst>
          </p:cNvPr>
          <p:cNvCxnSpPr>
            <a:endCxn id="68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41531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8A07BB8F-F417-73DE-6A93-96716CF5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>
            <a:extLst>
              <a:ext uri="{FF2B5EF4-FFF2-40B4-BE49-F238E27FC236}">
                <a16:creationId xmlns:a16="http://schemas.microsoft.com/office/drawing/2014/main" id="{EE574783-E11B-DF81-1DE0-10539A0EF47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6433" y="66395"/>
            <a:ext cx="5638800" cy="4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l-IN" sz="2800" b="1" dirty="0">
                <a:latin typeface="Kartika" panose="02020503030404060203" pitchFamily="18" charset="0"/>
              </a:rPr>
              <a:t>ദുഖിതനു കാവല്‍ നീയെ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അഗതിക്കു ധനം നീയെ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കരയുന്നവന്‍റെ നിദ്ര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</a:rPr>
              <a:t>ശിശുവിന്‍ സമമാക്കുക</a:t>
            </a:r>
            <a:br>
              <a:rPr lang="en-US" sz="2900" b="0" dirty="0"/>
            </a:br>
            <a:br>
              <a:rPr lang="en-US" sz="950" dirty="0"/>
            </a:br>
            <a:endParaRPr sz="35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extLst>
              <a:ext uri="{FF2B5EF4-FFF2-40B4-BE49-F238E27FC236}">
                <a16:creationId xmlns:a16="http://schemas.microsoft.com/office/drawing/2014/main" id="{8E5E13E8-3399-2971-F080-A7685F329AD5}"/>
              </a:ext>
            </a:extLst>
          </p:cNvPr>
          <p:cNvSpPr txBox="1"/>
          <p:nvPr/>
        </p:nvSpPr>
        <p:spPr>
          <a:xfrm>
            <a:off x="6119978" y="609600"/>
            <a:ext cx="5974200" cy="2636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r>
              <a:rPr lang="en-US" sz="3200" b="1" dirty="0" err="1">
                <a:latin typeface="+mn-lt"/>
              </a:rPr>
              <a:t>Dukhithannu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kaaval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neeyey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Agathikku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dhanam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neeyey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Karayunnavantey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nidra</a:t>
            </a:r>
            <a:endParaRPr lang="en-US" sz="3200" b="1" dirty="0">
              <a:latin typeface="+mn-lt"/>
            </a:endParaRPr>
          </a:p>
          <a:p>
            <a:r>
              <a:rPr lang="en-US" sz="3200" b="1" dirty="0" err="1">
                <a:latin typeface="+mn-lt"/>
              </a:rPr>
              <a:t>Shishuvin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samamaakkuka</a:t>
            </a:r>
            <a:br>
              <a:rPr lang="en-US" sz="3600" dirty="0">
                <a:latin typeface="Arial"/>
                <a:ea typeface="Arial"/>
                <a:cs typeface="Arial"/>
                <a:sym typeface="Arial"/>
              </a:rPr>
            </a:br>
            <a:endParaRPr lang="en-US" sz="3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0A387D67-BAEC-798D-42C3-DB8A2BADB944}"/>
              </a:ext>
            </a:extLst>
          </p:cNvPr>
          <p:cNvSpPr txBox="1"/>
          <p:nvPr/>
        </p:nvSpPr>
        <p:spPr>
          <a:xfrm>
            <a:off x="960123" y="4716051"/>
            <a:ext cx="10515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You are the guardian of the sorrowful.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You are the treasure of the lost.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Make the weeping one’s sleep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As peaceful as a child’s rest.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88F13F90-C6D3-9725-DD79-3D556BB2ED9E}"/>
              </a:ext>
            </a:extLst>
          </p:cNvPr>
          <p:cNvSpPr txBox="1"/>
          <p:nvPr/>
        </p:nvSpPr>
        <p:spPr>
          <a:xfrm>
            <a:off x="0" y="4132093"/>
            <a:ext cx="12192000" cy="52322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9" name="Google Shape;69;p2">
            <a:extLst>
              <a:ext uri="{FF2B5EF4-FFF2-40B4-BE49-F238E27FC236}">
                <a16:creationId xmlns:a16="http://schemas.microsoft.com/office/drawing/2014/main" id="{E685E5F2-2714-875A-8C6E-357109E31B01}"/>
              </a:ext>
            </a:extLst>
          </p:cNvPr>
          <p:cNvCxnSpPr>
            <a:endCxn id="68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03649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52096"/>
            <a:ext cx="11277600" cy="2499360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</a:rPr>
              <a:t>8	ഉണരും സമയം വന്നു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വാഴ്ത്തണം അരികെ നിന്നു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രാജ്യം ചേരുംവരെ സ്നേഹം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തന്നില്‍ വഴി നടത്തേണം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34A733-7D18-4363-AB39-E0A615BF0910}"/>
              </a:ext>
            </a:extLst>
          </p:cNvPr>
          <p:cNvSpPr/>
          <p:nvPr/>
        </p:nvSpPr>
        <p:spPr>
          <a:xfrm>
            <a:off x="2057400" y="3429000"/>
            <a:ext cx="10134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Unharum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samayam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Vaazhththanham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arikey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Raajyam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cherumvarey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sneham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nadathenham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5610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497</Words>
  <Application>Microsoft Office PowerPoint</Application>
  <PresentationFormat>Widescreen</PresentationFormat>
  <Paragraphs>96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009  എൻ ആത്മാവിന്‍ ആദിത്യനെ</vt:lpstr>
      <vt:lpstr>എൻ ആത്മാവിന്‍ ആദിത്യനെ എന്‍ പ്രിയ രക്ഷാഷകരനേ  നീ വസിക്കിലെന്‍ സമീപേ രാത്രി പകല്‍ പോലാകുമേ  </vt:lpstr>
      <vt:lpstr>ഭൂജാതമാം മേഘം അതാല്‍ മറപ്പാന്‍ നിന്നില്‍ നിന്നെന്നെ ഇടയാക്കാരുതേ രാവില്‍ കാക്കണേ സര്‍വ്വശക്തനേ!  </vt:lpstr>
      <vt:lpstr>കണ്‍മയങ്ങി ഞാന്‍ നിദ്രയില്‍ കിടക്കുമ്പോള്‍ ക്ഷീണതയില്‍ എന്‍ രക്ഷകാ നിന്‍ മടിയില്‍ വിശ്രമിക്കുന്നെന്നോര്‍പ്പിക്ക  </vt:lpstr>
      <vt:lpstr>4 നിന്നെക്കൂടാതെ ജീവിപ്പാന്‍  പാത്രമല്ലേ ഒന്നിനാലും  സന്ധ്യയില്‍ കൂടെ ഇരിപ്പാന്‍  ഉഷസ്സോളം നീ വന്നാലും</vt:lpstr>
      <vt:lpstr>നിന്നെക്കൂടാതെ ജീവിപ്പാന്‍ പാത്രമല്ലേ ഒന്നിനാലും സന്ധ്യയില്‍ കൂടെ ഇരിപ്പാന്‍ ഉഷസ്സോളം നീ വന്നാലും  </vt:lpstr>
      <vt:lpstr>ഇല്ലാതാകാന്‍ ഭയം ലേശം രാവിന്നിരുളതിനാലും എന്‍ സമീപേ വേണം വാസം കൈവിടല്ലേ ഒരിക്കലും  </vt:lpstr>
      <vt:lpstr>തെറ്റി അലഞ്ഞിടുന്നോരും മത്സരിപ്പോരും സര്‍വ്വരും പാപനിദ്ര ചെയ്തീടായ് വാന്‍  കൃപാവേല തുടര്‍ന്നരുള്‍  </vt:lpstr>
      <vt:lpstr>ദുഖിതനു കാവല്‍ നീയെ അഗതിക്കു ധനം നീയെ കരയുന്നവന്‍റെ നിദ്ര ശിശുവിന്‍ സമമാക്കുക  </vt:lpstr>
      <vt:lpstr>8 ഉണരും സമയം വന്നു  വാഴ്ത്തണം അരികെ നിന്നു  രാജ്യം ചേരുംവരെ സ്നേഹം  തന്നില്‍ വഴി നടത്തേണം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aathmavin aadityane</dc:title>
  <dc:creator>Digital Input:; GM JOHN; Acsah Mathews</dc:creator>
  <cp:lastModifiedBy>Josh J</cp:lastModifiedBy>
  <cp:revision>247</cp:revision>
  <dcterms:created xsi:type="dcterms:W3CDTF">2013-04-19T09:19:07Z</dcterms:created>
  <dcterms:modified xsi:type="dcterms:W3CDTF">2025-04-04T19:44:22Z</dcterms:modified>
</cp:coreProperties>
</file>