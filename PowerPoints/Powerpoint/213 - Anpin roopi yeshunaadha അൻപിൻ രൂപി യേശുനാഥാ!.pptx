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9" r:id="rId2"/>
    <p:sldId id="270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85" autoAdjust="0"/>
    <p:restoredTop sz="94660"/>
  </p:normalViewPr>
  <p:slideViewPr>
    <p:cSldViewPr>
      <p:cViewPr varScale="1">
        <p:scale>
          <a:sx n="39" d="100"/>
          <a:sy n="39" d="100"/>
        </p:scale>
        <p:origin x="54" y="8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D0F88-364E-4463-80A0-9951DBD86D7E}" type="datetimeFigureOut">
              <a:rPr lang="en-US" smtClean="0"/>
              <a:t>11/8/2018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6BF668-7DD4-44AC-B09F-E9A9FDDD6F7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605F7-C27B-4973-81F1-1DFE197382E0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D0CDA-05B2-4C87-8126-4AB0BB2C57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0BF40-1834-4DE4-AE27-7A924B018F3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7A794-0606-4260-AA25-F6059474AB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5E4CE-57F2-49F4-A65C-8ADA195752C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B5238B-C0EC-4E58-865B-B30694AB6B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00365-00BC-4A2C-B7E7-B3B830E6365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2E624-A055-4ADB-873B-83D59FEF57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1DA8C-D979-4D83-B371-A2DECC2269B7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5FFF4-E45D-4EE4-AE19-77A42906C6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5C0C4-BA28-4F1F-AC0C-FAEEBDC2DBE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EDC-7220-4A74-B2D6-CD7F6CEC70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500B2-B78B-4E81-8ADA-4F3F2F8D012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7A217-AC7E-411B-AD4C-E692455B66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DC329-07C5-4169-9C34-25F4A7454E6B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27AD1-CC11-4BAB-B93B-D423E611C9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4242A-6A2E-49EB-BFE3-38AC6F911C1D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E0698-7E8F-434D-B4D3-2806772B4A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FC18E1-E3E7-4E9D-A8B6-BB5009574F7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C4F8F-8983-494F-8395-625E0CB82B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8FACE-E8AE-4ACA-9BD9-82C32EAA836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269DD-D37D-4261-A98E-C4681F95D7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E6410C4-349F-4FEA-B124-78ECCBC9D24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CEDA5C4-2BED-4C28-B227-107B789D0F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04C32-EE76-439A-9D0B-B02D634630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213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അൻപിൻ രൂപി യേശുനാഥാ!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292A8-4AEC-432E-BD65-7813ECDC9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Anpin </a:t>
            </a:r>
            <a:r>
              <a:rPr lang="en-US" sz="4000" b="1" dirty="0" err="1">
                <a:solidFill>
                  <a:schemeClr val="tx2"/>
                </a:solidFill>
              </a:rPr>
              <a:t>roopi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Yeshu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naatha</a:t>
            </a:r>
            <a:r>
              <a:rPr lang="en-US" sz="4000" b="1" dirty="0">
                <a:solidFill>
                  <a:schemeClr val="tx2"/>
                </a:solidFill>
              </a:rPr>
              <a:t>!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346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32470"/>
          </a:xfrm>
        </p:spPr>
        <p:txBody>
          <a:bodyPr anchor="t"/>
          <a:lstStyle/>
          <a:p>
            <a:pPr algn="l">
              <a:tabLst>
                <a:tab pos="40163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അൻപിൻ രൂപി യേശുനാഥാ!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ഇഷ്ടം എന്നിഷ്ടം ആക്ക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കുരിശിൽ തൂങ്ങി മരിച്ചവനെ!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എന്നെത്തേടി വന്നവനേ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8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44200" y="0"/>
            <a:ext cx="1447800" cy="3399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8709E0-E2BA-44B2-A957-65AB1F6A9F04}"/>
              </a:ext>
            </a:extLst>
          </p:cNvPr>
          <p:cNvSpPr/>
          <p:nvPr/>
        </p:nvSpPr>
        <p:spPr>
          <a:xfrm>
            <a:off x="0" y="28194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അൻപിൻ രൂപി യേശുനാഥാ!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ഇഷ്ടം എന്നിഷ്ടം ആക്ക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C90D5-5F35-4F54-909C-768679DDA75B}"/>
              </a:ext>
            </a:extLst>
          </p:cNvPr>
          <p:cNvSpPr/>
          <p:nvPr/>
        </p:nvSpPr>
        <p:spPr>
          <a:xfrm>
            <a:off x="0" y="3657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Anpin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roopi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ennishtam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thoongi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marichchavaney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thèdi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vannavaney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C31EE-C495-4652-968C-4D113600755D}"/>
              </a:ext>
            </a:extLst>
          </p:cNvPr>
          <p:cNvSpPr/>
          <p:nvPr/>
        </p:nvSpPr>
        <p:spPr>
          <a:xfrm>
            <a:off x="0" y="5495835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Anpin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roopi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aaka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50DE8-1F16-4979-AD06-BE9957E484B1}"/>
              </a:ext>
            </a:extLst>
          </p:cNvPr>
          <p:cNvSpPr txBox="1"/>
          <p:nvPr/>
        </p:nvSpPr>
        <p:spPr>
          <a:xfrm>
            <a:off x="0" y="76200"/>
            <a:ext cx="11963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j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32470"/>
          </a:xfrm>
        </p:spPr>
        <p:txBody>
          <a:bodyPr anchor="t"/>
          <a:lstStyle/>
          <a:p>
            <a:pPr algn="l">
              <a:tabLst>
                <a:tab pos="40163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മൃത്യുവിന്‍റെ താഴ്വരയിൽ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ഞാന്‍ തെല്ലും ഭയപ്പെടില്ല  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പാതാളത്തെ ജയിച്ചവനേ 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നിന്നിൽ നിത്യമാശ്രയിക്കും</a:t>
            </a:r>
            <a:endParaRPr lang="ml-IN" sz="38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44200" y="0"/>
            <a:ext cx="1447800" cy="3399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8709E0-E2BA-44B2-A957-65AB1F6A9F04}"/>
              </a:ext>
            </a:extLst>
          </p:cNvPr>
          <p:cNvSpPr/>
          <p:nvPr/>
        </p:nvSpPr>
        <p:spPr>
          <a:xfrm>
            <a:off x="0" y="2899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അൻപിൻ രൂപി യേശുനാഥാ!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ഇഷ്ടം എന്നിഷ്ടം ആക്ക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C90D5-5F35-4F54-909C-768679DDA75B}"/>
              </a:ext>
            </a:extLst>
          </p:cNvPr>
          <p:cNvSpPr/>
          <p:nvPr/>
        </p:nvSpPr>
        <p:spPr>
          <a:xfrm>
            <a:off x="0" y="3657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Mrithyuvintey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thaazhvarayil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thellum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bhayapedilla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Paathaalhaththey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jayichchavaney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aashrayikkum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C31EE-C495-4652-968C-4D113600755D}"/>
              </a:ext>
            </a:extLst>
          </p:cNvPr>
          <p:cNvSpPr/>
          <p:nvPr/>
        </p:nvSpPr>
        <p:spPr>
          <a:xfrm>
            <a:off x="0" y="5495835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Anpin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roopi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aaka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50DE8-1F16-4979-AD06-BE9957E484B1}"/>
              </a:ext>
            </a:extLst>
          </p:cNvPr>
          <p:cNvSpPr txBox="1"/>
          <p:nvPr/>
        </p:nvSpPr>
        <p:spPr>
          <a:xfrm>
            <a:off x="0" y="76200"/>
            <a:ext cx="11963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6409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32470"/>
          </a:xfrm>
        </p:spPr>
        <p:txBody>
          <a:bodyPr anchor="t"/>
          <a:lstStyle/>
          <a:p>
            <a:pPr algn="l">
              <a:tabLst>
                <a:tab pos="40163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ഞാന്‍ നിനക്കു നല്‍കും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വീണ്ടെടുത്ത ദൈവമേ  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എഴയായി ഞാന്‍ കിടന്നു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എന്നെത്തേടി ചേർത്തവനേ! </a:t>
            </a:r>
            <a:endParaRPr lang="ml-IN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44200" y="0"/>
            <a:ext cx="1447800" cy="3399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8709E0-E2BA-44B2-A957-65AB1F6A9F04}"/>
              </a:ext>
            </a:extLst>
          </p:cNvPr>
          <p:cNvSpPr/>
          <p:nvPr/>
        </p:nvSpPr>
        <p:spPr>
          <a:xfrm>
            <a:off x="0" y="2899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അൻപിൻ രൂപി യേശുനാഥാ!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ഇഷ്ടം എന്നിഷ്ടം ആക്ക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C90D5-5F35-4F54-909C-768679DDA75B}"/>
              </a:ext>
            </a:extLst>
          </p:cNvPr>
          <p:cNvSpPr/>
          <p:nvPr/>
        </p:nvSpPr>
        <p:spPr>
          <a:xfrm>
            <a:off x="0" y="3657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veendeduththa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Ezhayaayi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kidannu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thèdi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cherththavaney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C31EE-C495-4652-968C-4D113600755D}"/>
              </a:ext>
            </a:extLst>
          </p:cNvPr>
          <p:cNvSpPr/>
          <p:nvPr/>
        </p:nvSpPr>
        <p:spPr>
          <a:xfrm>
            <a:off x="0" y="5495835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Anpin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roopi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aaka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50DE8-1F16-4979-AD06-BE9957E484B1}"/>
              </a:ext>
            </a:extLst>
          </p:cNvPr>
          <p:cNvSpPr txBox="1"/>
          <p:nvPr/>
        </p:nvSpPr>
        <p:spPr>
          <a:xfrm>
            <a:off x="0" y="76200"/>
            <a:ext cx="11963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13752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32470"/>
          </a:xfrm>
        </p:spPr>
        <p:txBody>
          <a:bodyPr anchor="t"/>
          <a:lstStyle/>
          <a:p>
            <a:pPr algn="l">
              <a:tabLst>
                <a:tab pos="40163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ജീവനോ മരണമതോ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ഏതായാലും സമ്മതം താൻ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കുശവന്‍ കയ്യിൽ കളിമൺപോൽ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ഗുരുവേ എന്നെ നല്കിടുന്നേ</a:t>
            </a:r>
            <a:endParaRPr lang="ml-IN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44200" y="0"/>
            <a:ext cx="1447800" cy="3399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8709E0-E2BA-44B2-A957-65AB1F6A9F04}"/>
              </a:ext>
            </a:extLst>
          </p:cNvPr>
          <p:cNvSpPr/>
          <p:nvPr/>
        </p:nvSpPr>
        <p:spPr>
          <a:xfrm>
            <a:off x="0" y="29760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അൻപിൻ രൂപി യേശുനാഥാ!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ഇഷ്ടം എന്നിഷ്ടം ആക്ക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C90D5-5F35-4F54-909C-768679DDA75B}"/>
              </a:ext>
            </a:extLst>
          </p:cNvPr>
          <p:cNvSpPr/>
          <p:nvPr/>
        </p:nvSpPr>
        <p:spPr>
          <a:xfrm>
            <a:off x="0" y="3657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Jeevano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maranhamatho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èthaayaalum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sammatham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Kushavan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kaiyyil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kalhimanhpol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guruvey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nalkidunney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C31EE-C495-4652-968C-4D113600755D}"/>
              </a:ext>
            </a:extLst>
          </p:cNvPr>
          <p:cNvSpPr/>
          <p:nvPr/>
        </p:nvSpPr>
        <p:spPr>
          <a:xfrm>
            <a:off x="0" y="5495835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Anpin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roopi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aaka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50DE8-1F16-4979-AD06-BE9957E484B1}"/>
              </a:ext>
            </a:extLst>
          </p:cNvPr>
          <p:cNvSpPr txBox="1"/>
          <p:nvPr/>
        </p:nvSpPr>
        <p:spPr>
          <a:xfrm>
            <a:off x="0" y="76200"/>
            <a:ext cx="11963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j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0253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232470"/>
          </a:xfrm>
        </p:spPr>
        <p:txBody>
          <a:bodyPr anchor="t"/>
          <a:lstStyle/>
          <a:p>
            <a:pPr algn="l">
              <a:tabLst>
                <a:tab pos="401638" algn="l"/>
              </a:tabLs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രോഗം, നാശം, നിന്ദ, ദുഷി,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വേറെ എന്തുവന്നാലും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വാഴും യേശുപാദത്തിൽ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മുത്തം ചെയ്യും അവന്‍റെ പാദം </a:t>
            </a:r>
            <a:endParaRPr lang="ml-IN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44200" y="0"/>
            <a:ext cx="1447800" cy="3399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8709E0-E2BA-44B2-A957-65AB1F6A9F04}"/>
              </a:ext>
            </a:extLst>
          </p:cNvPr>
          <p:cNvSpPr/>
          <p:nvPr/>
        </p:nvSpPr>
        <p:spPr>
          <a:xfrm>
            <a:off x="0" y="28194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അൻപിൻ രൂപി യേശുനാഥാ!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ഇഷ്ടം എന്നിഷ്ടം ആക്ക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C90D5-5F35-4F54-909C-768679DDA75B}"/>
              </a:ext>
            </a:extLst>
          </p:cNvPr>
          <p:cNvSpPr/>
          <p:nvPr/>
        </p:nvSpPr>
        <p:spPr>
          <a:xfrm>
            <a:off x="0" y="36576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Rogam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ninda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dushi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verhey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vannaalum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muththam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avantey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C31EE-C495-4652-968C-4D113600755D}"/>
              </a:ext>
            </a:extLst>
          </p:cNvPr>
          <p:cNvSpPr/>
          <p:nvPr/>
        </p:nvSpPr>
        <p:spPr>
          <a:xfrm>
            <a:off x="0" y="5719227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Anpin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roopi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  <a:p>
            <a:pPr lvl="0"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ennishtam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aaka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50DE8-1F16-4979-AD06-BE9957E484B1}"/>
              </a:ext>
            </a:extLst>
          </p:cNvPr>
          <p:cNvSpPr txBox="1"/>
          <p:nvPr/>
        </p:nvSpPr>
        <p:spPr>
          <a:xfrm>
            <a:off x="0" y="76200"/>
            <a:ext cx="11963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j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59692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173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213 അൻപിൻ രൂപി യേശുനാഥാ!</vt:lpstr>
      <vt:lpstr>അൻപിൻ രൂപി യേശുനാഥാ!  നിൻ ഇഷ്ടം എന്നിഷ്ടം ആക്ക കുരിശിൽ തൂങ്ങി മരിച്ചവനെ!  എന്നെത്തേടി വന്നവനേ  </vt:lpstr>
      <vt:lpstr>മൃത്യുവിന്‍റെ താഴ്വരയിൽ  ഞാന്‍ തെല്ലും ഭയപ്പെടില്ല    പാതാളത്തെ ജയിച്ചവനേ !  നിന്നിൽ നിത്യമാശ്രയിക്കും</vt:lpstr>
      <vt:lpstr>എന്തു ഞാന്‍ നിനക്കു നല്‍കും  വീണ്ടെടുത്ത ദൈവമേ    എഴയായി ഞാന്‍ കിടന്നു  എന്നെത്തേടി ചേർത്തവനേ! </vt:lpstr>
      <vt:lpstr>ജീവനോ മരണമതോ  ഏതായാലും സമ്മതം താൻ കുശവന്‍ കയ്യിൽ കളിമൺപോൽ  ഗുരുവേ എന്നെ നല്കിടുന്നേ</vt:lpstr>
      <vt:lpstr>രോഗം, നാശം, നിന്ദ, ദുഷി, വേറെ എന്തുവന്നാലും വാഴും യേശുപാദത്തിൽ ഞാൻ  മുത്തം ചെയ്യും അവന്‍റെ പാദം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Anpin roopi yeshunadha</dc:title>
  <dc:creator>Digital Input:; GM JOHN; Acsah Mathews</dc:creator>
  <cp:lastModifiedBy>Acsah Mathews</cp:lastModifiedBy>
  <cp:revision>75</cp:revision>
  <dcterms:created xsi:type="dcterms:W3CDTF">2013-04-25T00:28:25Z</dcterms:created>
  <dcterms:modified xsi:type="dcterms:W3CDTF">2018-11-08T19:23:25Z</dcterms:modified>
</cp:coreProperties>
</file>