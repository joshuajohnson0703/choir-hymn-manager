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51" d="100"/>
          <a:sy n="51" d="100"/>
        </p:scale>
        <p:origin x="102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DF370-12B3-40A7-8C91-6A3C33797FA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02F08-EE1A-4D09-9FD2-2ED71C637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0EE18-2F6D-4A93-8035-5DBDA976239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F5377-A785-4C18-9F0D-4B5F871037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939BF-F2DF-4354-B18E-3ADE7424EAB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4467D-F947-405A-AF11-5B2C752AC8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AACE0-AA2E-4732-A8A9-FE42B13ACD6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821D5-5DA1-4533-B3EE-CF636427A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22FA6-1653-4E83-B7E8-3B4C5DB5BE2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1B37F-7C24-4A61-87AF-342EE811A6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5D0E5-5057-413C-8F4D-157B807B943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80BA-E6EB-404C-A971-9B9CE80072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6DD28-219A-4A71-8B63-7252B5FC5C7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2CC12-9EB7-4047-9953-863FDF415D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D39D9-0428-4E18-A5B1-0E42EE69291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78D14-4510-41DF-BA86-D29A0A083D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BBBC4-C93B-4198-A461-B4C271BFED0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42331-D535-45A3-BC1E-7C0EAAA88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03D4F-3C21-458C-A93A-21D68A925B6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65E91-8B2A-42DB-ACBE-8B137C581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668AE-F918-4959-B51F-78D5828F9C7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7F930-6562-4145-9844-DE32EF7A1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F034997-1159-4F23-8F13-67E14D543C1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A42D6B-51CB-42D7-A53B-5A944BEB73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6D235-E980-4730-AD98-B9627CA788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131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മഹിയിൽ മാനുഷ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96772-DF65-482A-841C-06C4611B3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fi-FI" sz="3800" b="1" dirty="0">
                <a:solidFill>
                  <a:schemeClr val="accent1">
                    <a:lumMod val="75000"/>
                  </a:schemeClr>
                </a:solidFill>
              </a:rPr>
              <a:t>Mahiyil maanusha veshameduththu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79111175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914400"/>
            <a:ext cx="12191999" cy="1981200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defRPr/>
            </a:pP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	 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മഹിയിൽ മാനുഷ വേഷ മെടുത്തുപുൽക്കൂട്ടിൽ മാന-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രഹിതനായ് പിറന്നൊരു മനുവേലാ!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മതിമുഖീ കുലമണി - മണിയാകും മറിയാമ്മി-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ന്നരുമാനന്ദനനാകും അനുകൂലാ!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79DF8-9214-473B-B309-C52143BD9C8B}"/>
              </a:ext>
            </a:extLst>
          </p:cNvPr>
          <p:cNvSpPr/>
          <p:nvPr/>
        </p:nvSpPr>
        <p:spPr>
          <a:xfrm>
            <a:off x="685800" y="3314701"/>
            <a:ext cx="1150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Mahiyil maanusha veshameduththu pulkkoottil maana-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Rahithanaai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purhannoru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manuvelaa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Mathimukhi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kulamanhi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manhiyaakum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marhiyammi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Nnaruma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nannananaakum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anukoola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1999" cy="230832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തവ മൃതി യതുമുഖം കനിവിഷം ഹനിച്ചോനേ!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ചരണ നീരജ ദ്വയം ശരണമേ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വരണ മെനിക്കു തുണ - തരണം ദുരിതഹര!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രുധിരം നരർക്കു വേണ്ടി - ചൊരിഞ്ഞോനേ!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79DF8-9214-473B-B309-C52143BD9C8B}"/>
              </a:ext>
            </a:extLst>
          </p:cNvPr>
          <p:cNvSpPr/>
          <p:nvPr/>
        </p:nvSpPr>
        <p:spPr>
          <a:xfrm>
            <a:off x="685800" y="3314701"/>
            <a:ext cx="1150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Thava mrithiyathu moolam kanivisham hanichone!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Charanha neerajadwayam sharanhame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Varanhamenikku thunha - tharanham durithahara!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Rudhiram nararkku vendi - chorinjonne!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84888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762000"/>
            <a:ext cx="12191999" cy="2308324"/>
          </a:xfrm>
        </p:spPr>
        <p:txBody>
          <a:bodyPr anchor="t"/>
          <a:lstStyle/>
          <a:p>
            <a:pPr algn="l" defTabSz="341313">
              <a:lnSpc>
                <a:spcPct val="112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സുരുചി രവി ലോചന!.... സുധി കല സുഖകരാ!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സുമധുരതരരൂപാ! സുരപാലാ!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സുരവര! സുഖലളിത! സുമ മുഖ! മനസിമേ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സുചിരം വിലസിടുക - സുകൃതാത്മൻ!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79DF8-9214-473B-B309-C52143BD9C8B}"/>
              </a:ext>
            </a:extLst>
          </p:cNvPr>
          <p:cNvSpPr/>
          <p:nvPr/>
        </p:nvSpPr>
        <p:spPr>
          <a:xfrm>
            <a:off x="685800" y="3314701"/>
            <a:ext cx="1150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Suruchiravilochana! Sudhikula sukhakaraa!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Sumadhira thararoopa! Sura paala!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Suravara! Sulalhitha! Sumamukha! Manasime</a:t>
            </a:r>
          </a:p>
          <a:p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Suchiram vilasiduka - sukrithaathman!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37906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71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131 മഹിയിൽ മാനുഷ</vt:lpstr>
      <vt:lpstr>1   മഹിയിൽ മാനുഷ വേഷ മെടുത്തുപുൽക്കൂട്ടിൽ മാന-   രഹിതനായ് പിറന്നൊരു മനുവേലാ!   മതിമുഖീ കുലമണി - മണിയാകും മറിയാമ്മി-   ന്നരുമാനന്ദനനാകും അനുകൂലാ!</vt:lpstr>
      <vt:lpstr>2  തവ മൃതി യതുമുഖം കനിവിഷം ഹനിച്ചോനേ!   ചരണ നീരജ ദ്വയം ശരണമേ    വരണ മെനിക്കു തുണ - തരണം ദുരിതഹര!   രുധിരം നരർക്കു വേണ്ടി - ചൊരിഞ്ഞോനേ!</vt:lpstr>
      <vt:lpstr>3  സുരുചി രവി ലോചന!.... സുധി കല സുഖകരാ!   സുമധുരതരരൂപാ! സുരപാലാ!   സുരവര! സുഖലളിത! സുമ മുഖ! മനസിമേ    സുചിരം വിലസിടുക - സുകൃതാത്മൻ!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Mahiyil maanushavesham</dc:title>
  <dc:creator>Digital Input:; GM JOHN; Acsah Mathews</dc:creator>
  <cp:lastModifiedBy>Acsah Mathews</cp:lastModifiedBy>
  <cp:revision>198</cp:revision>
  <dcterms:created xsi:type="dcterms:W3CDTF">2013-04-19T09:19:07Z</dcterms:created>
  <dcterms:modified xsi:type="dcterms:W3CDTF">2018-11-05T16:27:43Z</dcterms:modified>
</cp:coreProperties>
</file>