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51" d="100"/>
          <a:sy n="51" d="100"/>
        </p:scale>
        <p:origin x="102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B3780-284A-44D1-AD7A-C1AA141F481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96002-CDBE-4AB1-A66B-05BBEDF54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CCB2-6E94-411F-8F26-DF2357DEE9E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B9F5E-790D-480E-9B78-7806024F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D7887-BF85-4941-8ABA-52998D64B14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4FC8E-8217-48F1-B0AB-324BB4A2A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95295-E775-4DB3-A46C-7A9B4FA3DDA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4C867-7468-4174-85D6-3EC3198247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0AD12-EB59-4960-A6D1-EF6645EF22B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D11F-F95B-4C52-B2B4-71F642469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C518-4ACC-4194-85A3-71C22A839F6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455CB-3682-4277-BE1C-A65A8C8E06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C0E6E-E992-46D4-90E9-A96D61746FB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7CD99-6E85-4509-89C5-71637A2C6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E9780-5C5B-47B5-A475-63F98E7B3C0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EED54-CC30-4793-B377-8C4272915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C47EA-EF7B-4D49-A940-8CB1818EAD7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66F13-FAEF-439D-9783-30C008185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D320C-83CA-4E41-AC86-58D64EC1F6B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FC821-1D8B-4023-86C9-54333457A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2BAA3-5028-4904-9AD5-03490CC719C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232E9-13F2-4AFA-90A6-8CD2B5EC5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BF88CC-1CE9-4E0C-98F0-B8E75FA86C2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937896-8ABF-4ED2-8E7D-0BD770C91C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D959-460D-4C6C-837D-E99385310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കേൾക്ക ദൂത സൽ സ്വരം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6D1C9-13BF-457B-BD9E-4D0A5DCB6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Kelhkka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dootha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salswaram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tx2">
                    <a:lumMod val="75000"/>
                  </a:schemeClr>
                </a:solidFill>
              </a:rPr>
              <a:t>Hark the Herald Angels sing – </a:t>
            </a:r>
            <a:r>
              <a:rPr lang="en-US" sz="3600" i="1" dirty="0">
                <a:solidFill>
                  <a:schemeClr val="tx2">
                    <a:lumMod val="75000"/>
                  </a:schemeClr>
                </a:solidFill>
              </a:rPr>
              <a:t>Charles Wesley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24992659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56285"/>
            <a:ext cx="12190413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– ക്രിസ്തു ജാത ഘോഷണം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ഭൂമൗ ശാന്തി സന്തോഷം – ആമീൻ പാ-ടീൻ ഉണ്ടായി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ആനന്ദിപ്പിൻ മർത്യരേ – യാഗമായ് വാനദൂതർ 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ഇന്നു ഭൂജാതൻ - എന്നു ലോകം ആർക്കുന്നു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0" y="3163669"/>
            <a:ext cx="12190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-1" y="3916501"/>
            <a:ext cx="11963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Bhoomou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shaanthi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ameen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paa-deen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undaayi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Aanandippin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marthyare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yaagamaai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fi-FI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 innu bhoojaathan – Ennu lokam aarkkunnu 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0" y="59376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56285"/>
            <a:ext cx="12190413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വാനേ ദൂതരാൽ എന്നും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മാന്യനാം ഈ ക്രിസ്തേശൻ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പാർത്തലേ കന്യകയിൽ 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മൂർത്തിയായി ജനിച്ചു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മാനമായിപ്പാടുവിൻ 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മാനവാവതാരത്തെ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തീർത്തു രക്ഷിക്കും –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ഈശനാം ഇമ്മാനുവേൽ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1588" y="3011269"/>
            <a:ext cx="12190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0" y="379535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Vaane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dootharaal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maanyanaam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kristheshan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Paarththale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kanyakayil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moorththiyaayi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janichu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Maanamaayi-ppaduvin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maanavaava-thaaraththe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Klesham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theerththu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eeshanam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immanuvel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0" y="611847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08793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56285"/>
            <a:ext cx="12190413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200" b="1" dirty="0">
                <a:latin typeface="Kartika" panose="02020503030404060203" pitchFamily="18" charset="0"/>
              </a:rPr>
              <a:t>ശാലേമിൻ പ്രഭോ! വാഴ്ക വാഴ്ക – നീതിസൂര്യാ! നിൻ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ശോഭ ജീവൻ നൽകുമേ – രോഗശാന്തി സർവർക്കും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മാനമാകെ വിട്ടഹോ മർത്യഭാഗ്യം തേടുവാൻ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മൃത്യുഹാരം ചെയ്യുവാൻ 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ജാതൻ ആയി പാരിടേ</a:t>
            </a:r>
            <a:br>
              <a:rPr lang="ml-IN" sz="3200" b="1" dirty="0">
                <a:latin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1588" y="3011269"/>
            <a:ext cx="12190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0" y="379535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Shaalemin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prabho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neethisurya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</a:t>
            </a:r>
          </a:p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Shobha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roga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shanthi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sarvarkkum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Maanamake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vittaho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haagyam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theduvaan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Mrithyuhaaram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cheyyuvan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paaride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0" y="611847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98548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56285"/>
            <a:ext cx="12190413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200" b="1" dirty="0">
                <a:latin typeface="Kartika" panose="02020503030404060203" pitchFamily="18" charset="0"/>
              </a:rPr>
              <a:t>യേശു ലോക മോഹിതാ! വാസമാക ചേതസി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വേഗം ഏക നൽവരം – നാഗശക്തി പോക്കുവാൻ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ശാപദോഷം തീർത്തു നീ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വാഴ്ക! വാഴ്ക! മാനസേ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പൂർണ്ണമായ വിശ്വാസം –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ദാനം ചെയ്ക സർവദാ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1588" y="3011269"/>
            <a:ext cx="12190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0" y="379535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Lokamohithaa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Vaasamaka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chethasi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aeka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nalvaram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naaga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pokkuvaan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Shaapadosham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theerththu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Poornhmaaya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sarvadaa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0" y="611847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351144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207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129 കേൾക്ക ദൂത സൽ സ്വരം</vt:lpstr>
      <vt:lpstr>കേൾക്ക ദൂത സൽ സ്വരം – ക്രിസ്തു ജാത ഘോഷണം  ഭൂമൗ ശാന്തി സന്തോഷം – ആമീൻ പാ-ടീൻ ഉണ്ടായി  ആനന്ദിപ്പിൻ മർത്യരേ – യാഗമായ് വാനദൂതർ - യേശു ഇന്നു ഭൂജാതൻ - എന്നു ലോകം ആർക്കുന്നു</vt:lpstr>
      <vt:lpstr>വാനേ ദൂതരാൽ എന്നും – മാന്യനാം ഈ ക്രിസ്തേശൻ  പാർത്തലേ കന്യകയിൽ - മൂർത്തിയായി ജനിച്ചു  മാനമായിപ്പാടുവിൻ - മാനവാവതാരത്തെ ക്ലേശം തീർത്തു രക്ഷിക്കും –  ഈശനാം ഇമ്മാനുവേൽ </vt:lpstr>
      <vt:lpstr>ശാലേമിൻ പ്രഭോ! വാഴ്ക വാഴ്ക – നീതിസൂര്യാ! നിൻ  ശോഭ ജീവൻ നൽകുമേ – രോഗശാന്തി സർവർക്കും  മാനമാകെ വിട്ടഹോ മർത്യഭാഗ്യം തേടുവാൻ  മൃത്യുഹാരം ചെയ്യുവാൻ  ജാതൻ ആയി പാരിടേ </vt:lpstr>
      <vt:lpstr>യേശു ലോക മോഹിതാ! വാസമാക ചേതസി  വേഗം ഏക നൽവരം – നാഗശക്തി പോക്കുവാൻ  ശാപദോഷം തീർത്തു നീ വാഴ്ക! വാഴ്ക! മാനസേ  പൂർണ്ണമായ വിശ്വാസം – ദാനം ചെയ്ക സർവദാ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Kelkka dootha sal swaram</dc:title>
  <dc:creator>Digital Input:; GM JOHN; Acsah Mathews</dc:creator>
  <cp:lastModifiedBy>Acsah Mathews</cp:lastModifiedBy>
  <cp:revision>199</cp:revision>
  <dcterms:created xsi:type="dcterms:W3CDTF">2013-04-19T09:19:07Z</dcterms:created>
  <dcterms:modified xsi:type="dcterms:W3CDTF">2018-11-05T16:08:13Z</dcterms:modified>
</cp:coreProperties>
</file>