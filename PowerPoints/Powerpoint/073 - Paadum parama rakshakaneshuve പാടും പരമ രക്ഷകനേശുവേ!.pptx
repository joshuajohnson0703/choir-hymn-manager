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9EC08-A83E-4744-A73A-15CBF12F140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E12FB-3358-4835-91EA-5D086F14E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1431A-D255-4395-83BB-50B8302AA3E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2679-65A0-43D6-B523-5A1A330BB2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2954-02C0-438B-B370-07CA15D79A8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25C3A-D44D-46A0-9CD8-5856356249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876D2-C355-4159-8C04-6D880D849C2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58DCB-C223-43AE-8A0C-DE03ABF16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8DC71-9DE4-4B7D-9433-CF8499F2788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D922-43F9-4528-AA42-4C5046463C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3F5BC-0CA0-4386-8A5E-62D5E79691B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CE322-16CE-40E6-81DC-218951065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3313A-A77F-40F0-BFB3-9CB93578001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CDDC-0F89-4FFC-9EF5-6B3B0E184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85DDC-CC68-4F02-9E5B-B80CF63DFBF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6ADA2-E7AC-42CF-AB9E-171FCCDC4B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5F37D-4DA3-4CC2-8C4B-B4B8587B5EA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6E26-2564-41D1-AE3B-07D07BC9C9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C5AAA-D2E8-4CB6-841A-4420FE51E7D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F17A3-A54F-4479-97E2-43BA171535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08274-F8D4-4099-8C96-DEF33F172CA8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762C1-EF5B-44B1-8CB7-9B0C9503B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330EB2-03F5-4619-984E-14C37101B9E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08AB758-0B2B-4834-BCEC-B86553406E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C0DD-C45D-4097-BD56-547A69611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പാടും പരമ രക്ഷകനേശുവേ!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F39D8-65A0-435D-8378-F42BA0594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Paa-dum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parama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rakshakaneshuve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518520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723" y="228600"/>
            <a:ext cx="12192000" cy="3200400"/>
          </a:xfrm>
        </p:spPr>
        <p:txBody>
          <a:bodyPr anchor="t"/>
          <a:lstStyle/>
          <a:p>
            <a:pPr defTabSz="171450">
              <a:tabLst>
                <a:tab pos="463550" algn="l"/>
              </a:tabLst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പരമ രക്ഷകനേശുവേ!- ദാസൻ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നിനക്കു സതതം സ്തുതി- പാടും</a:t>
            </a: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വാടും പാപിയാമെന്നെ തേടി വന്നവനെക്കൊ-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ണ്ടാടി സ്തുതിച്ചു- നൃത്തമാടിക്കൊണ്ടിമ്പമോടെ-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CB1A1-71C5-43F2-B5D5-C5262C52B167}"/>
              </a:ext>
            </a:extLst>
          </p:cNvPr>
          <p:cNvSpPr/>
          <p:nvPr/>
        </p:nvSpPr>
        <p:spPr>
          <a:xfrm>
            <a:off x="-1" y="3429000"/>
            <a:ext cx="12180277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Paa-dum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rakshakaneshuve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paa-dum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lvl="0" algn="ctr"/>
            <a:r>
              <a:rPr lang="en-US" sz="2400" i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Anupallavi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paapiyamenne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vannavanekkon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nrithamaadikkond-imbamode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609600"/>
            <a:ext cx="12180277" cy="1905000"/>
          </a:xfrm>
        </p:spPr>
        <p:txBody>
          <a:bodyPr anchor="t"/>
          <a:lstStyle/>
          <a:p>
            <a:pPr algn="l" defTabSz="171450">
              <a:tabLst>
                <a:tab pos="46355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സങ്കടങ്ങളഖിലവും നിങ്കലേറ്റു കൊണ്ടു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ശങ്കകൂടാതെ നീ മമ പങ്കശോകം തീർപ്പാൻ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ചങ്കിലെ ചോരയെ ചിന്തി നിങ്കലണച്ചു കൊണ്ടെന്നെ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പൊൻ കരത്തിനാൽ തഴുകുമെൻ കണവനേ ഞാനെന്നും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CB1A1-71C5-43F2-B5D5-C5262C52B167}"/>
              </a:ext>
            </a:extLst>
          </p:cNvPr>
          <p:cNvSpPr/>
          <p:nvPr/>
        </p:nvSpPr>
        <p:spPr>
          <a:xfrm>
            <a:off x="0" y="3670739"/>
            <a:ext cx="121802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Sankadangal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ninkalettu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Shankakoodathe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mama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pankashokam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theerppaan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Chankile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choraye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ninkalanhachu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kondenne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karathinaal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thazhumen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kanhavane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6DE71-5521-4006-85A1-710F70C6DFF2}"/>
              </a:ext>
            </a:extLst>
          </p:cNvPr>
          <p:cNvSpPr/>
          <p:nvPr/>
        </p:nvSpPr>
        <p:spPr>
          <a:xfrm>
            <a:off x="29312" y="2614246"/>
            <a:ext cx="12168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പരമ രക്ഷകനേശുവേ!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ദാസൻ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നിനക്കു സതതം സ്തുതി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8CEF3-9A43-430C-A927-021FDF4080D5}"/>
              </a:ext>
            </a:extLst>
          </p:cNvPr>
          <p:cNvSpPr/>
          <p:nvPr/>
        </p:nvSpPr>
        <p:spPr>
          <a:xfrm>
            <a:off x="-3" y="5946815"/>
            <a:ext cx="121802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Paa-dum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parama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rakshakaneshuve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-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daasan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sathatham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endParaRPr lang="en-US" sz="3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64239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609600"/>
            <a:ext cx="12180277" cy="1905000"/>
          </a:xfrm>
        </p:spPr>
        <p:txBody>
          <a:bodyPr anchor="t"/>
          <a:lstStyle/>
          <a:p>
            <a:pPr algn="l" defTabSz="171450">
              <a:tabLst>
                <a:tab pos="46355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അന്ധകാര ലോകത്തിൽ നിന്നന്ധനാമെന്നെ നിൻ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അന്തികെ അണച്ചെൻ മനഃസന്താപമകറ്റി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ചന്തം ചിന്തുന്ന നിന്നുടെ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സ്വന്തരൂപമാക്കീടുവാൻ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നിന്തിരുജീവൻ പകർന്നു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നടത്തുകയാൽ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CB1A1-71C5-43F2-B5D5-C5262C52B167}"/>
              </a:ext>
            </a:extLst>
          </p:cNvPr>
          <p:cNvSpPr/>
          <p:nvPr/>
        </p:nvSpPr>
        <p:spPr>
          <a:xfrm>
            <a:off x="0" y="3670739"/>
            <a:ext cx="121802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Andhakaaralokathil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ninn-andhanamenne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Anthike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anhachen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manasanthaapam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akatti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Chantham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chinthunna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swantharoopamaakkeeduvaan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pakarnnu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nadathukayaal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6DE71-5521-4006-85A1-710F70C6DFF2}"/>
              </a:ext>
            </a:extLst>
          </p:cNvPr>
          <p:cNvSpPr/>
          <p:nvPr/>
        </p:nvSpPr>
        <p:spPr>
          <a:xfrm>
            <a:off x="29312" y="2614246"/>
            <a:ext cx="12168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പരമ രക്ഷകനേശുവേ!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ദാസൻ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നിനക്കു സതതം സ്തുതി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8CEF3-9A43-430C-A927-021FDF4080D5}"/>
              </a:ext>
            </a:extLst>
          </p:cNvPr>
          <p:cNvSpPr/>
          <p:nvPr/>
        </p:nvSpPr>
        <p:spPr>
          <a:xfrm>
            <a:off x="-3" y="5946815"/>
            <a:ext cx="121802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Paa-dum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parama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rakshakaneshuve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-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daasan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sathatham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endParaRPr lang="en-US" sz="3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21569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609600"/>
            <a:ext cx="12180277" cy="1905000"/>
          </a:xfrm>
        </p:spPr>
        <p:txBody>
          <a:bodyPr anchor="t"/>
          <a:lstStyle/>
          <a:p>
            <a:pPr algn="l" defTabSz="171450">
              <a:tabLst>
                <a:tab pos="46355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വലമമരും മന്നവനേ! നിന്നിൽ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നിന്നുയരും ദിവ്യകാന്തി എന്നിൽ കൂടെ ലോകെ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നന്നേ ശോഭിപ്പതിനായി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മന്നിലെന്നെ വെച്ചതോർത്തു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നന്ദിയാലുള്ളം നിറഞ്ഞു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സന്നാഹമോടെ നിനക്കു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CB1A1-71C5-43F2-B5D5-C5262C52B167}"/>
              </a:ext>
            </a:extLst>
          </p:cNvPr>
          <p:cNvSpPr/>
          <p:nvPr/>
        </p:nvSpPr>
        <p:spPr>
          <a:xfrm>
            <a:off x="0" y="3670739"/>
            <a:ext cx="121802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valamamarum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Ninnuyarum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divyakaanthi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shobhipathinaayi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mannilenne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vechathorthu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Nanniyalulham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sannahamode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6DE71-5521-4006-85A1-710F70C6DFF2}"/>
              </a:ext>
            </a:extLst>
          </p:cNvPr>
          <p:cNvSpPr/>
          <p:nvPr/>
        </p:nvSpPr>
        <p:spPr>
          <a:xfrm>
            <a:off x="29312" y="2614246"/>
            <a:ext cx="12168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പരമ രക്ഷകനേശുവേ!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ദാസൻ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നിനക്കു സതതം സ്തുതി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8CEF3-9A43-430C-A927-021FDF4080D5}"/>
              </a:ext>
            </a:extLst>
          </p:cNvPr>
          <p:cNvSpPr/>
          <p:nvPr/>
        </p:nvSpPr>
        <p:spPr>
          <a:xfrm>
            <a:off x="-3" y="5946815"/>
            <a:ext cx="121802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Paa-dum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parama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rakshakaneshuve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-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daasan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Ninakku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sathatham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endParaRPr lang="en-US" sz="30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F1AB7-B4CA-4E61-8E28-1FD9A57C4551}"/>
              </a:ext>
            </a:extLst>
          </p:cNvPr>
          <p:cNvSpPr/>
          <p:nvPr/>
        </p:nvSpPr>
        <p:spPr>
          <a:xfrm>
            <a:off x="9909003" y="3219436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(പി. വി. തൊമ്മി)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9CE3E-809A-4BC2-B723-A3C4AA3E3E00}"/>
              </a:ext>
            </a:extLst>
          </p:cNvPr>
          <p:cNvSpPr/>
          <p:nvPr/>
        </p:nvSpPr>
        <p:spPr>
          <a:xfrm>
            <a:off x="10510706" y="6407009"/>
            <a:ext cx="168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(P.V. </a:t>
            </a:r>
            <a:r>
              <a:rPr lang="en-US" dirty="0" err="1">
                <a:solidFill>
                  <a:srgbClr val="000000"/>
                </a:solidFill>
              </a:rPr>
              <a:t>Thommi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158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174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73 പാടും പരമ രക്ഷകനേശുവേ!</vt:lpstr>
      <vt:lpstr>പല്ലവി പാടും പരമ രക്ഷകനേശുവേ!- ദാസൻ നിനക്കു സതതം സ്തുതി- പാടും അനുപല്ലവി വാടും പാപിയാമെന്നെ തേടി വന്നവനെക്കൊ- ണ്ടാടി സ്തുതിച്ചു- നൃത്തമാടിക്കൊണ്ടിമ്പമോടെ-  </vt:lpstr>
      <vt:lpstr>1 സങ്കടങ്ങളഖിലവും നിങ്കലേറ്റു കൊണ്ടു  ശങ്കകൂടാതെ നീ മമ പങ്കശോകം തീർപ്പാൻ  ചങ്കിലെ ചോരയെ ചിന്തി നിങ്കലണച്ചു കൊണ്ടെന്നെ  പൊൻ കരത്തിനാൽ തഴുകുമെൻ കണവനേ ഞാനെന്നും</vt:lpstr>
      <vt:lpstr>2 അന്ധകാര ലോകത്തിൽ നിന്നന്ധനാമെന്നെ നിൻ  അന്തികെ അണച്ചെൻ മനഃസന്താപമകറ്റി  ചന്തം ചിന്തുന്ന നിന്നുടെ  സ്വന്തരൂപമാക്കീടുവാൻ  നിന്തിരുജീവൻ പകർന്നു  സന്തതം നടത്തുകയാൽ</vt:lpstr>
      <vt:lpstr>3 ഉന്നതൻ വലമമരും മന്നവനേ! നിന്നിൽ  നിന്നുയരും ദിവ്യകാന്തി എന്നിൽ കൂടെ ലോകെ  നന്നേ ശോഭിപ്പതിനായി മന്നിലെന്നെ വെച്ചതോർത്തു  നന്ദിയാലുള്ളം നിറഞ്ഞു സന്നാഹമോടെ നിനക്കു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Paadum parama rakshakaneshuve</dc:title>
  <dc:creator>Digital Input:; GM JOHN; Acsah Mathews</dc:creator>
  <cp:lastModifiedBy>Acsah Mathews</cp:lastModifiedBy>
  <cp:revision>335</cp:revision>
  <dcterms:created xsi:type="dcterms:W3CDTF">2013-04-19T09:19:07Z</dcterms:created>
  <dcterms:modified xsi:type="dcterms:W3CDTF">2018-10-31T17:38:27Z</dcterms:modified>
</cp:coreProperties>
</file>