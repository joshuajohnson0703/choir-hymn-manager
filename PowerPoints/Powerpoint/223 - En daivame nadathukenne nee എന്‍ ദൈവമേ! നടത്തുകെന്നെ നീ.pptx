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  <p:sldId id="280" r:id="rId3"/>
    <p:sldId id="282" r:id="rId4"/>
    <p:sldId id="283" r:id="rId5"/>
    <p:sldId id="284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9" d="100"/>
          <a:sy n="39" d="100"/>
        </p:scale>
        <p:origin x="84" y="7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085E03-B6BB-40E7-93C0-CCBE3EE507CB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D2F027-D8B1-46FC-AC89-67B116C5A7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0A8E94-5E64-4AA4-A5C3-6E63D7B5F435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82C1B6-EB90-4877-B5C2-5173F61C90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90C6F1-A031-4A94-A116-39B5211DAD71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16D7D9-AF79-4C31-874D-8EDCE5C3B5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4C25F8-1C4C-4DEF-8F6E-8257EE33C02B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CB49D5-2F13-477A-8C9C-A2A1BE1127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413422-6367-45E2-8F6E-B79CAAFE4F6E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0A132E-C6E5-4433-ABA2-CB99B98229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0C2D8A-FBB9-4687-BE0E-08DE397A0531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3E5055-B054-4C43-A13B-FB97BA733E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72D439-9080-46DF-B638-9A4714957CC5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7AEA9C-083B-4EBE-A4E5-FA46BC660B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B835FA-5E82-4CB3-867E-D59B60162F96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20FC75-E7E4-4713-9684-C1253FDB25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AF4CD7-438D-4E71-8014-F613E20DFE9B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434CCF-EF4F-4EA3-B6A3-DA23516C45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95464C-5072-46F3-8427-90CDDF672182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772CD8-6B21-44D4-B952-C3E8B40441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2E127-B041-4FF6-A33C-897975AE73E7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4C0EE-F712-4AB8-BE32-0E183EF280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4CC778C-533F-435A-92B8-AAA069C2E1ED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B81651B-E2EE-4F99-873D-F41B47B9E2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EE940-C478-4454-96A0-69F6C534BD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223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എന്‍ ദൈവമേ! </a:t>
            </a:r>
            <a:r>
              <a:rPr lang="ml-IN" b="1">
                <a:latin typeface="Kartika" panose="02020503030404060203" pitchFamily="18" charset="0"/>
              </a:rPr>
              <a:t>നടത്തുകെന്നെ നീ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0553B9-1DB5-443D-B58D-63DEF593B8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470025"/>
          </a:xfrm>
        </p:spPr>
        <p:txBody>
          <a:bodyPr/>
          <a:lstStyle/>
          <a:p>
            <a:r>
              <a:rPr lang="nl-NL" sz="4000" b="1" dirty="0">
                <a:solidFill>
                  <a:schemeClr val="tx2"/>
                </a:solidFill>
              </a:rPr>
              <a:t>En daivame! Nadaththukenne nee</a:t>
            </a:r>
          </a:p>
          <a:p>
            <a:r>
              <a:rPr lang="en-US" i="1" dirty="0"/>
              <a:t>Tune: Lead Kindly Light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446F9B-1076-4D08-B037-AA81B39075E0}"/>
              </a:ext>
            </a:extLst>
          </p:cNvPr>
          <p:cNvSpPr/>
          <p:nvPr/>
        </p:nvSpPr>
        <p:spPr>
          <a:xfrm>
            <a:off x="3302578" y="5171559"/>
            <a:ext cx="207460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200" b="1" spc="-150" dirty="0">
                <a:solidFill>
                  <a:schemeClr val="accent2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200" b="1" dirty="0">
                <a:solidFill>
                  <a:schemeClr val="accent2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(വി. നാഗൽ)</a:t>
            </a:r>
            <a:endParaRPr lang="en-US" sz="22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E1F9EC-E742-40F7-A3E5-442B726A6729}"/>
              </a:ext>
            </a:extLst>
          </p:cNvPr>
          <p:cNvSpPr/>
          <p:nvPr/>
        </p:nvSpPr>
        <p:spPr>
          <a:xfrm>
            <a:off x="8025244" y="5171559"/>
            <a:ext cx="150849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>
                <a:solidFill>
                  <a:schemeClr val="accent2"/>
                </a:solidFill>
              </a:rPr>
              <a:t>(V. </a:t>
            </a:r>
            <a:r>
              <a:rPr lang="en-US" sz="2200" dirty="0" err="1">
                <a:solidFill>
                  <a:schemeClr val="accent2"/>
                </a:solidFill>
              </a:rPr>
              <a:t>Nagal</a:t>
            </a:r>
            <a:r>
              <a:rPr lang="en-US" sz="22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62903591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8600" y="1042086"/>
            <a:ext cx="11963400" cy="2386914"/>
          </a:xfrm>
        </p:spPr>
        <p:txBody>
          <a:bodyPr anchor="t"/>
          <a:lstStyle/>
          <a:p>
            <a:pPr algn="l" defTabSz="341313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 ദൈവമേ! നടത്തുകെന്നെ നീ എന്നേരവും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പാരിന്നിരുള്‍ അതൂടെ സ്വര്‍ഗ്ഗെ ഞാന്‍ ചേരും വരെ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തൃക്കൈകളാല്‍ ഈ ഭൂ യാത്രയിൽ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സര്‍വ്വദാ എന്നെ താങ്ങിടേണമേ!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04625" y="0"/>
            <a:ext cx="5873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D82725-22E0-40B9-AF52-1B533D3C554D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A5CB50-B356-4FB1-B1AE-89C641883EAC}"/>
              </a:ext>
            </a:extLst>
          </p:cNvPr>
          <p:cNvSpPr/>
          <p:nvPr/>
        </p:nvSpPr>
        <p:spPr>
          <a:xfrm>
            <a:off x="228600" y="3917429"/>
            <a:ext cx="119634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nl-NL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daivame! Nadaththukenne nee, enneravum </a:t>
            </a:r>
          </a:p>
          <a:p>
            <a:pPr>
              <a:lnSpc>
                <a:spcPct val="114000"/>
              </a:lnSpc>
            </a:pPr>
            <a:r>
              <a:rPr lang="nl-NL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Paarinnirulh athude swarge njan cherum vare </a:t>
            </a: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thrikkaikalhaal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bhooyaathrayil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Sarvadaa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thaangidenhame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8600" y="1042086"/>
            <a:ext cx="11963400" cy="2386914"/>
          </a:xfrm>
        </p:spPr>
        <p:txBody>
          <a:bodyPr anchor="t"/>
          <a:lstStyle/>
          <a:p>
            <a:pPr algn="l" defTabSz="341313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dirty="0">
                <a:latin typeface="Kartika" panose="02020503030404060203" pitchFamily="18" charset="0"/>
              </a:rPr>
              <a:t>നിന്‍ കല്പനകള്‍ നിമിഷം പ്രതി ലംഘിച്ചു ഞാൻ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ശുദ്ധാവിയെ സദാ എന്‍ ദോഷത്താല്‍ ദുഖിപ്പിച്ചേൻനീതിയില്‍ എന്നെ നിന്‍ മുമ്പില്‍ നിന്നു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ഛെദിക്കാതെ നിന്‍ കൃപ നല്‍കുക!</a:t>
            </a:r>
            <a:br>
              <a:rPr lang="ml-IN" sz="3400" b="1" dirty="0">
                <a:latin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04625" y="0"/>
            <a:ext cx="5873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D82725-22E0-40B9-AF52-1B533D3C554D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A5CB50-B356-4FB1-B1AE-89C641883EAC}"/>
              </a:ext>
            </a:extLst>
          </p:cNvPr>
          <p:cNvSpPr/>
          <p:nvPr/>
        </p:nvSpPr>
        <p:spPr>
          <a:xfrm>
            <a:off x="228600" y="3917429"/>
            <a:ext cx="119634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nl-NL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kalpanakalh nimisham prathi lankhichu njan</a:t>
            </a:r>
          </a:p>
          <a:p>
            <a:pPr>
              <a:lnSpc>
                <a:spcPct val="114000"/>
              </a:lnSpc>
            </a:pPr>
            <a:r>
              <a:rPr lang="nl-NL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Shudhaaviye sadaa en doshathaal dukhippichen</a:t>
            </a:r>
          </a:p>
          <a:p>
            <a:pPr>
              <a:lnSpc>
                <a:spcPct val="114000"/>
              </a:lnSpc>
            </a:pPr>
            <a:r>
              <a:rPr lang="nl-NL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Neethiyil enne nin mumbil ninnu</a:t>
            </a:r>
          </a:p>
          <a:p>
            <a:pPr>
              <a:lnSpc>
                <a:spcPct val="114000"/>
              </a:lnSpc>
            </a:pPr>
            <a:r>
              <a:rPr lang="nl-NL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Chchedikkaathe nin kripa nalkuka!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7747057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8600" y="1042086"/>
            <a:ext cx="11963400" cy="2386914"/>
          </a:xfrm>
        </p:spPr>
        <p:txBody>
          <a:bodyPr anchor="t"/>
          <a:lstStyle/>
          <a:p>
            <a:pPr algn="l" defTabSz="341313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dirty="0">
                <a:latin typeface="Kartika" panose="02020503030404060203" pitchFamily="18" charset="0"/>
              </a:rPr>
              <a:t>എന്നാത്മ ദേഹി ദേഹം സമസ്തം ഏൽപ്പിക്കുന്നേൻ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നിന്‍ കൈകളില്‍ ക്ഷണം പ്രതി എന്നെ ഇന്നു മുതൽ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വേദവാക്യമാം പാതയില്‍ കൂടെ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വിശുദ്ധാത്മാവു നടത്തേണമേ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04625" y="0"/>
            <a:ext cx="5873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D82725-22E0-40B9-AF52-1B533D3C554D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A5CB50-B356-4FB1-B1AE-89C641883EAC}"/>
              </a:ext>
            </a:extLst>
          </p:cNvPr>
          <p:cNvSpPr/>
          <p:nvPr/>
        </p:nvSpPr>
        <p:spPr>
          <a:xfrm>
            <a:off x="228600" y="3917429"/>
            <a:ext cx="119634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nl-NL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Ennathma dehi deham samastham aelppikkunnen</a:t>
            </a:r>
          </a:p>
          <a:p>
            <a:pPr>
              <a:lnSpc>
                <a:spcPct val="114000"/>
              </a:lnSpc>
            </a:pPr>
            <a:r>
              <a:rPr lang="nl-NL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kaikalhil kshanham prathi enne innu muthal</a:t>
            </a:r>
          </a:p>
          <a:p>
            <a:pPr>
              <a:lnSpc>
                <a:spcPct val="114000"/>
              </a:lnSpc>
            </a:pPr>
            <a:r>
              <a:rPr lang="nl-NL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Vedavakyam paathayil koode</a:t>
            </a:r>
          </a:p>
          <a:p>
            <a:pPr>
              <a:lnSpc>
                <a:spcPct val="114000"/>
              </a:lnSpc>
            </a:pPr>
            <a:r>
              <a:rPr lang="nl-NL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Vishudhaathmaavu nadaththenhame!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3783069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8600" y="1042086"/>
            <a:ext cx="11963400" cy="2386914"/>
          </a:xfrm>
        </p:spPr>
        <p:txBody>
          <a:bodyPr anchor="t"/>
          <a:lstStyle/>
          <a:p>
            <a:pPr algn="l" defTabSz="341313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spc="-150" dirty="0">
                <a:latin typeface="Kartika" panose="02020503030404060203" pitchFamily="18" charset="0"/>
              </a:rPr>
              <a:t>ഞാന്‍ മണ്ണാകുന്നു എന്നോര്‍പ്പിക്കുന്നോനേ</a:t>
            </a:r>
            <a:r>
              <a:rPr lang="en-US" sz="3400" b="1" spc="-150" dirty="0">
                <a:latin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</a:rPr>
              <a:t>ഒന്നിനാലും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ഈ പാപിയെ ഉപേക്ഷിച്ചീടാതെ അന്‍പോടു നീ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സര്‍വ്വശക്തിയുള്ള നിന്‍ സ്നേഹത്താൽ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സ്വര്‍ഗ്ഗത്തിലേക്കെന്നെ ആകര്‍ഷിക്ക!</a:t>
            </a:r>
            <a:br>
              <a:rPr lang="ml-IN" sz="3400" b="1" dirty="0">
                <a:latin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04625" y="0"/>
            <a:ext cx="5873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D82725-22E0-40B9-AF52-1B533D3C554D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A5CB50-B356-4FB1-B1AE-89C641883EAC}"/>
              </a:ext>
            </a:extLst>
          </p:cNvPr>
          <p:cNvSpPr/>
          <p:nvPr/>
        </p:nvSpPr>
        <p:spPr>
          <a:xfrm>
            <a:off x="228600" y="3917429"/>
            <a:ext cx="119634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nl-NL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Njan mannhaakunnu ennorkkunnone onninaalum</a:t>
            </a:r>
          </a:p>
          <a:p>
            <a:pPr>
              <a:lnSpc>
                <a:spcPct val="114000"/>
              </a:lnSpc>
            </a:pPr>
            <a:r>
              <a:rPr lang="nl-NL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Ee pappiye upekshicheedaathe anpodu nee</a:t>
            </a:r>
          </a:p>
          <a:p>
            <a:pPr>
              <a:lnSpc>
                <a:spcPct val="114000"/>
              </a:lnSpc>
            </a:pPr>
            <a:r>
              <a:rPr lang="nl-NL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Sarvashakthiyullha nin snehathaal</a:t>
            </a:r>
          </a:p>
          <a:p>
            <a:pPr>
              <a:lnSpc>
                <a:spcPct val="114000"/>
              </a:lnSpc>
            </a:pPr>
            <a:r>
              <a:rPr lang="nl-NL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Swargaththilekkenne aakarshikka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1148132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1486</TotalTime>
  <Words>125</Words>
  <Application>Microsoft Office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223 എന്‍ ദൈവമേ! നടത്തുകെന്നെ നീ</vt:lpstr>
      <vt:lpstr>എന്‍ ദൈവമേ! നടത്തുകെന്നെ നീ എന്നേരവും പാരിന്നിരുള്‍ അതൂടെ സ്വര്‍ഗ്ഗെ ഞാന്‍ ചേരും വരെ നിന്‍ തൃക്കൈകളാല്‍ ഈ ഭൂ യാത്രയിൽ സര്‍വ്വദാ എന്നെ താങ്ങിടേണമേ!</vt:lpstr>
      <vt:lpstr>നിന്‍ കല്പനകള്‍ നിമിഷം പ്രതി ലംഘിച്ചു ഞാൻ ശുദ്ധാവിയെ സദാ എന്‍ ദോഷത്താല്‍ ദുഖിപ്പിച്ചേൻനീതിയില്‍ എന്നെ നിന്‍ മുമ്പില്‍ നിന്നു ഛെദിക്കാതെ നിന്‍ കൃപ നല്‍കുക! </vt:lpstr>
      <vt:lpstr>എന്നാത്മ ദേഹി ദേഹം സമസ്തം ഏൽപ്പിക്കുന്നേൻ നിന്‍ കൈകളില്‍ ക്ഷണം പ്രതി എന്നെ ഇന്നു മുതൽ വേദവാക്യമാം പാതയില്‍ കൂടെ വിശുദ്ധാത്മാവു നടത്തേണമേ</vt:lpstr>
      <vt:lpstr>ഞാന്‍ മണ്ണാകുന്നു എന്നോര്‍പ്പിക്കുന്നോനേ ഒന്നിനാലും ഈ പാപിയെ ഉപേക്ഷിച്ചീടാതെ അന്‍പോടു നീ സര്‍വ്വശക്തിയുള്ള നിന്‍ സ്നേഹത്താൽ സ്വര്‍ഗ്ഗത്തിലേക്കെന്നെ ആകര്‍ഷിക്ക!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 daivame nadathukenne nee</dc:title>
  <dc:creator>Digital Input:; GM JOHN; Acsah Mathews</dc:creator>
  <cp:lastModifiedBy>Acsah Mathews</cp:lastModifiedBy>
  <cp:revision>439</cp:revision>
  <dcterms:created xsi:type="dcterms:W3CDTF">2013-04-19T09:19:07Z</dcterms:created>
  <dcterms:modified xsi:type="dcterms:W3CDTF">2018-11-09T16:13:58Z</dcterms:modified>
</cp:coreProperties>
</file>