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4" r:id="rId4"/>
    <p:sldId id="275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66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C003F8-ADF7-44CF-A10C-AA0939AD30F4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89E57E-621F-462C-8B5D-6387B8783C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1CDF2A-17BF-40D5-B86F-C6D664214D73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A953CA-88D5-4A2A-BC18-53050740AF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8D601-C1B3-4A55-8512-4FFD01AB0763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B46788-8FEA-4FDD-943E-EED56CA47D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059AA-C563-4776-B89E-F8E15A882DDE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11E2CD-0AC4-4660-B923-728BE69B81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8578A0-405F-4C03-B519-C9C770236242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A11402-4A71-4589-AC49-40AAF55974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18F12D-6B6E-4D7F-B1D6-92018CEDC1D6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5A2EBF-2597-4E93-A05A-60AC920892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C7712-7CC0-492F-AA4C-BD6E7A3BBF7D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066B90-7A98-40D1-99F6-1C29F6E116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4DA86A-87E7-48FE-BB74-C784EAD78C74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575CD9-C15C-4DE9-BEFD-408768BBE0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632839-3B12-4137-8531-31659A88E78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9AB14-4CE3-4C4C-9C5F-5C4D997EED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46490-0C29-4B66-8D93-A2E8729E7DC9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D3B311-6BC3-4779-A607-ACC23643BB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84E397-6FE7-4851-9E5F-807809B4C639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A73231-F908-434D-8F91-64F1E2BFFF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EC457EF-7E1B-410C-8206-B185A18D28C1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3496ADC-D6DD-4154-872E-18BF8B3F4A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78822-8A7D-4A80-907C-4D5505B4E5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349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കേള്‍ക്ക എന്‍റെ ആത്മാവേ!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38756-BB22-4DB5-95EC-229A3E085D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Kelhkka </a:t>
            </a:r>
            <a:r>
              <a:rPr lang="en-US" sz="4000" b="1" dirty="0" err="1">
                <a:solidFill>
                  <a:srgbClr val="002060"/>
                </a:solidFill>
              </a:rPr>
              <a:t>en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aathmaave</a:t>
            </a:r>
            <a:r>
              <a:rPr lang="en-US" sz="4000" b="1" dirty="0">
                <a:solidFill>
                  <a:srgbClr val="002060"/>
                </a:solidFill>
              </a:rPr>
              <a:t>! </a:t>
            </a:r>
          </a:p>
          <a:p>
            <a:r>
              <a:rPr lang="en-US" sz="4000" i="1" dirty="0">
                <a:solidFill>
                  <a:srgbClr val="002060"/>
                </a:solidFill>
              </a:rPr>
              <a:t>Hark my soul it is the Lord – W. Cowper</a:t>
            </a:r>
          </a:p>
        </p:txBody>
      </p:sp>
    </p:spTree>
    <p:extLst>
      <p:ext uri="{BB962C8B-B14F-4D97-AF65-F5344CB8AC3E}">
        <p14:creationId xmlns:p14="http://schemas.microsoft.com/office/powerpoint/2010/main" val="3713589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3200400"/>
          </a:xfrm>
        </p:spPr>
        <p:txBody>
          <a:bodyPr anchor="t"/>
          <a:lstStyle/>
          <a:p>
            <a:pPr algn="l" defTabSz="400050">
              <a:lnSpc>
                <a:spcPct val="150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കേള്‍ക്ക എന്‍റെ ആത്മാവേ!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മനസലിഞ്ഞു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ചോദിക്കുന്നു ഹേ പാപീ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സ്നേഹിക്കുന്നോ നീ എന്നെ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796898-E448-480C-AFD5-E450F426E18C}"/>
              </a:ext>
            </a:extLst>
          </p:cNvPr>
          <p:cNvSpPr/>
          <p:nvPr/>
        </p:nvSpPr>
        <p:spPr>
          <a:xfrm>
            <a:off x="22860" y="3452068"/>
            <a:ext cx="1051560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Kelhkka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aathmaave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manassalinju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Chodikkunnu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he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Snehikkunno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3200400"/>
          </a:xfrm>
        </p:spPr>
        <p:txBody>
          <a:bodyPr anchor="t"/>
          <a:lstStyle/>
          <a:p>
            <a:pPr algn="l" defTabSz="400050"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</a:rPr>
              <a:t>2	ആദിയിങ്കല്‍ ഞാന്‍ തന്നെ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തിരഞ്ഞെടുത്തു നിന്നെ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ആദ്യം നിന്നെ സ്നേഹിച്ചു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പിന്നെ നിന്നെ രക്ഷിച്ചു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796898-E448-480C-AFD5-E450F426E18C}"/>
              </a:ext>
            </a:extLst>
          </p:cNvPr>
          <p:cNvSpPr/>
          <p:nvPr/>
        </p:nvSpPr>
        <p:spPr>
          <a:xfrm>
            <a:off x="22860" y="3452068"/>
            <a:ext cx="1051560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Aadiyinkal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Thiranjeduththu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Aadyam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snehichu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rakshichu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54937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3200400"/>
          </a:xfrm>
        </p:spPr>
        <p:txBody>
          <a:bodyPr anchor="t"/>
          <a:lstStyle/>
          <a:p>
            <a:pPr algn="l" defTabSz="400050"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പെറ്റ തള്ള കുഞ്ഞിനെ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മറക്കുന്നതെങ്ങനെ?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അവള്‍ മറന്നീടിലും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നിന്നെ എന്നും ഞാന്‍ ഓര്‍ക്കും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796898-E448-480C-AFD5-E450F426E18C}"/>
              </a:ext>
            </a:extLst>
          </p:cNvPr>
          <p:cNvSpPr/>
          <p:nvPr/>
        </p:nvSpPr>
        <p:spPr>
          <a:xfrm>
            <a:off x="22860" y="3452068"/>
            <a:ext cx="1051560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Petta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thallha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kunjine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marhakkunnathengane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?</a:t>
            </a: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marhaneedilum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orkkum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5879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3200400"/>
          </a:xfrm>
        </p:spPr>
        <p:txBody>
          <a:bodyPr anchor="t"/>
          <a:lstStyle/>
          <a:p>
            <a:pPr algn="l" defTabSz="400050"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നിന്നെ എന്‍റെ മഹത്വം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വേഗത്തില്‍ ഞാന്‍ കാണിക്കും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എന്നാല്‍ ആയതിൻ മുമ്പേ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നിന്നെ ശുദ്ധി ആക്കണം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796898-E448-480C-AFD5-E450F426E18C}"/>
              </a:ext>
            </a:extLst>
          </p:cNvPr>
          <p:cNvSpPr/>
          <p:nvPr/>
        </p:nvSpPr>
        <p:spPr>
          <a:xfrm>
            <a:off x="22860" y="3452068"/>
            <a:ext cx="1051560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vegaththil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kaanhikkum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aayathin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mumbe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shudhdhi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aakkanham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0435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3200400"/>
          </a:xfrm>
        </p:spPr>
        <p:txBody>
          <a:bodyPr anchor="t"/>
          <a:lstStyle/>
          <a:p>
            <a:pPr algn="l" defTabSz="400050"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എന്‍ സിംഹാസനത്തിന്മേൽ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വേഗത്തില്‍ നീ ഇരിക്കും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ഞാന്‍ വീണ്ടെടുത്ത പാപീ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സ്നേഹിച്ചിടുന്നോ എന്നെ?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796898-E448-480C-AFD5-E450F426E18C}"/>
              </a:ext>
            </a:extLst>
          </p:cNvPr>
          <p:cNvSpPr/>
          <p:nvPr/>
        </p:nvSpPr>
        <p:spPr>
          <a:xfrm>
            <a:off x="22860" y="3452068"/>
            <a:ext cx="1051560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simhaasanaththinmel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vegaththil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irikkum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veendeduththa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Snehicheedunno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83628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3200400"/>
          </a:xfrm>
        </p:spPr>
        <p:txBody>
          <a:bodyPr anchor="t"/>
          <a:lstStyle/>
          <a:p>
            <a:pPr algn="l" defTabSz="400050">
              <a:lnSpc>
                <a:spcPct val="15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എന്‍റെ സ്നേഹം കര്‍ത്താവേ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ഏതുമില്ല എങ്കിലും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കൃപയാലതിനെ നീ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വര്‍ദ്ധിപ്പിക്കുമാറാക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796898-E448-480C-AFD5-E450F426E18C}"/>
              </a:ext>
            </a:extLst>
          </p:cNvPr>
          <p:cNvSpPr/>
          <p:nvPr/>
        </p:nvSpPr>
        <p:spPr>
          <a:xfrm>
            <a:off x="22860" y="3452068"/>
            <a:ext cx="1051560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karththave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ethumilla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enkilum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Kripayaalathine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v</a:t>
            </a: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ardhdhippikkumaarhaaka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92796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97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349 കേള്‍ക്ക എന്‍റെ ആത്മാവേ!</vt:lpstr>
      <vt:lpstr>1 കേള്‍ക്ക എന്‍റെ ആത്മാവേ!  യേശു മനസലിഞ്ഞു   ചോദിക്കുന്നു ഹേ പാപീ   സ്നേഹിക്കുന്നോ നീ എന്നെ</vt:lpstr>
      <vt:lpstr>2 ആദിയിങ്കല്‍ ഞാന്‍ തന്നെ  തിരഞ്ഞെടുത്തു നിന്നെ  ആദ്യം നിന്നെ സ്നേഹിച്ചു  പിന്നെ നിന്നെ രക്ഷിച്ചു</vt:lpstr>
      <vt:lpstr>3 പെറ്റ തള്ള കുഞ്ഞിനെ  മറക്കുന്നതെങ്ങനെ?  അവള്‍ മറന്നീടിലും   നിന്നെ എന്നും ഞാന്‍ ഓര്‍ക്കും</vt:lpstr>
      <vt:lpstr>4 നിന്നെ എന്‍റെ മഹത്വം  വേഗത്തില്‍ ഞാന്‍ കാണിക്കും  എന്നാല്‍ ആയതിൻ മുമ്പേ   നിന്നെ ശുദ്ധി ആക്കണം</vt:lpstr>
      <vt:lpstr>5 എന്‍ സിംഹാസനത്തിന്മേൽ  വേഗത്തില്‍ നീ ഇരിക്കും  ഞാന്‍ വീണ്ടെടുത്ത പാപീ  സ്നേഹിച്ചിടുന്നോ എന്നെ?</vt:lpstr>
      <vt:lpstr>6 എന്‍റെ സ്നേഹം കര്‍ത്താവേ  ഏതുമില്ല എങ്കിലും   കൃപയാലതിനെ നീ  വര്‍ദ്ധിപ്പിക്കുമാറാക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Kelkka en aathmave</dc:title>
  <dc:creator>Digital Input:; GM JOHN; Acsah Mathews</dc:creator>
  <cp:lastModifiedBy>Acsah Mathews</cp:lastModifiedBy>
  <cp:revision>125</cp:revision>
  <dcterms:created xsi:type="dcterms:W3CDTF">2013-04-19T09:19:07Z</dcterms:created>
  <dcterms:modified xsi:type="dcterms:W3CDTF">2018-11-20T19:05:21Z</dcterms:modified>
</cp:coreProperties>
</file>