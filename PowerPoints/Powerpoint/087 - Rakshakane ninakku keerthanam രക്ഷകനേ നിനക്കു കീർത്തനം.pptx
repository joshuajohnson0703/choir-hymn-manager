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3" r:id="rId2"/>
    <p:sldId id="284" r:id="rId3"/>
    <p:sldId id="285" r:id="rId4"/>
    <p:sldId id="286" r:id="rId5"/>
    <p:sldId id="287" r:id="rId6"/>
    <p:sldId id="288" r:id="rId7"/>
    <p:sldId id="289" r:id="rId8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1" d="100"/>
          <a:sy n="41" d="100"/>
        </p:scale>
        <p:origin x="66" y="85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65966C-15C7-475D-AFEA-3AB4884D2B72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22490D-E33F-4100-8A46-3B2649D4D37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416418-722C-411B-AD09-77C6A44CF7C0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B8D8EA-5B4F-4543-ADB8-016DF11722E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90D7E-D69E-46D7-A476-E1779859E9C8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20E75D-403C-46F4-8F23-48C174EEBD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FD2A5D-4913-4E14-B660-B57FAF8962D2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22F38D-6069-4D67-9265-1955CA3A6E4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F5DEDB-F6FA-4E4E-8387-A5410EB15AE1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D5CD1C-32C2-49A1-A2BC-57D0BC9C853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A44234-0A5F-47D0-9698-8AFD87B9674F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48F548-A801-4DE0-9F61-E0F1E6A9C3E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16E75C-D5B0-4DB4-BE8A-1022AA327E97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4710DC-D133-47BD-9D7B-120CCA4C740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7985D9-4DA0-4D78-B84B-9DD1CCB287FD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FE4BFE-056D-43D0-850E-E495F57E85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2545D4-1316-486E-AA7D-53CEA0B29050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AB4C26-E2E6-43F1-89C7-670773236B9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544432-9BDB-488B-BF4C-D052B3C49517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587DBB-1A76-4A80-98DF-A08AD396154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DABA55-D97F-4BFE-9F6A-11A2ED7CFB6A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AACF6D-871A-47A6-8548-833C1EC8477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B79B7147-9998-448D-A48F-DE93B2A68107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F824C50-3B47-434D-8FE5-6C6D039EF16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7A8B7-27DE-489D-A3BB-B9BDECC63CD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87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രക്ഷകനേ നിനക്കു കീർത്തനം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F93968-23F0-49EF-B52F-DF441252C39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Rakshakane </a:t>
            </a:r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ninakku</a:t>
            </a:r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keerthanam</a:t>
            </a:r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endParaRPr lang="en-US" sz="40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13BED24-F9C9-412A-ADD5-C5CACD32D58D}"/>
              </a:ext>
            </a:extLst>
          </p:cNvPr>
          <p:cNvSpPr/>
          <p:nvPr/>
        </p:nvSpPr>
        <p:spPr>
          <a:xfrm>
            <a:off x="879231" y="5764015"/>
            <a:ext cx="226857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ml-IN" sz="2000" b="1" i="0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Kartika" panose="02020503030404060203" pitchFamily="18" charset="0"/>
                <a:ea typeface="+mn-ea"/>
                <a:cs typeface="Kartika" panose="02020503030404060203" pitchFamily="18" charset="0"/>
              </a:rPr>
              <a:t>(മോശവത്സലം)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Kartika" panose="02020503030404060203" pitchFamily="18" charset="0"/>
              <a:ea typeface="+mn-ea"/>
              <a:cs typeface="Kartika" panose="02020503030404060203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7EB8296-8915-4D27-BE14-4827291FBA33}"/>
              </a:ext>
            </a:extLst>
          </p:cNvPr>
          <p:cNvSpPr/>
          <p:nvPr/>
        </p:nvSpPr>
        <p:spPr>
          <a:xfrm>
            <a:off x="9525000" y="5764015"/>
            <a:ext cx="226376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1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Arial" charset="0"/>
              </a:rPr>
              <a:t>(</a:t>
            </a:r>
            <a:r>
              <a:rPr kumimoji="0" lang="en-US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Arial" charset="0"/>
              </a:rPr>
              <a:t>Moshavatsalam</a:t>
            </a:r>
            <a:r>
              <a:rPr kumimoji="0" lang="en-US" sz="2000" b="1" i="1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Arial" charset="0"/>
              </a:rPr>
              <a:t>)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52869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338554"/>
            <a:ext cx="12192000" cy="2895600"/>
          </a:xfrm>
        </p:spPr>
        <p:txBody>
          <a:bodyPr anchor="t"/>
          <a:lstStyle/>
          <a:p>
            <a:pPr algn="l" defTabSz="404813">
              <a:defRPr/>
            </a:pPr>
            <a:r>
              <a:rPr lang="en-US" sz="2600" i="1" dirty="0">
                <a:latin typeface="Kartika" panose="02020503030404060203" pitchFamily="18" charset="0"/>
                <a:cs typeface="Kartika" panose="02020503030404060203" pitchFamily="18" charset="0"/>
              </a:rPr>
              <a:t>														</a:t>
            </a:r>
            <a:r>
              <a:rPr lang="ml-IN" sz="2600" i="1" dirty="0">
                <a:latin typeface="Kartika" panose="02020503030404060203" pitchFamily="18" charset="0"/>
                <a:cs typeface="Kartika" panose="02020503030404060203" pitchFamily="18" charset="0"/>
              </a:rPr>
              <a:t>പല്ലവി</a:t>
            </a:r>
            <a:br>
              <a:rPr lang="en-US" sz="2600" i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2600" i="1" dirty="0">
                <a:latin typeface="Kartika" panose="02020503030404060203" pitchFamily="18" charset="0"/>
                <a:cs typeface="Kartika" panose="02020503030404060203" pitchFamily="18" charset="0"/>
              </a:rPr>
              <a:t>			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രക്ഷകനേ നിനക്കു കീർത്തനം അനന്തം!</a:t>
            </a:r>
            <a:br>
              <a:rPr lang="en-US" sz="1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ml-IN" sz="1200" i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600" i="1" dirty="0">
                <a:latin typeface="Kartika" panose="02020503030404060203" pitchFamily="18" charset="0"/>
                <a:cs typeface="Kartika" panose="02020503030404060203" pitchFamily="18" charset="0"/>
              </a:rPr>
              <a:t>ചരണങ്ങൾ</a:t>
            </a:r>
            <a:br>
              <a:rPr lang="en-US" sz="2600" i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തിരു രക്തം ചൊരിച്ചു തിന്മപെട്ട എന്നെ നീ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പരന്നു വീണ്ടെടുത്ത മാ പക്ഷ കൃപകൾക്കുമേ!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- രക്ഷ...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972800" y="0"/>
            <a:ext cx="1219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087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C3BB7B1-147A-4227-9F73-851A8CB2802E}"/>
              </a:ext>
            </a:extLst>
          </p:cNvPr>
          <p:cNvSpPr/>
          <p:nvPr/>
        </p:nvSpPr>
        <p:spPr>
          <a:xfrm>
            <a:off x="0" y="3289939"/>
            <a:ext cx="12192000" cy="26161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600" i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Pallavi</a:t>
            </a:r>
          </a:p>
          <a:p>
            <a:pPr algn="ctr"/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Rakshakane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ninakku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keerthanam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anantham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endParaRPr lang="en-US" sz="16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ctr"/>
            <a:endParaRPr lang="en-US" sz="16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2600" i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Charanangal</a:t>
            </a:r>
            <a:endParaRPr lang="en-US" sz="2600" i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1.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Thiruraktham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chorichu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thinmapetta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enne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nee 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Paranu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veendedutha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pakshakripakalkkume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-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raksha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… </a:t>
            </a:r>
          </a:p>
        </p:txBody>
      </p:sp>
    </p:spTree>
    <p:extLst>
      <p:ext uri="{BB962C8B-B14F-4D97-AF65-F5344CB8AC3E}">
        <p14:creationId xmlns:p14="http://schemas.microsoft.com/office/powerpoint/2010/main" val="2824202345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29308" y="871320"/>
            <a:ext cx="12192000" cy="1056492"/>
          </a:xfrm>
        </p:spPr>
        <p:txBody>
          <a:bodyPr anchor="t"/>
          <a:lstStyle/>
          <a:p>
            <a:pPr algn="l" defTabSz="404813">
              <a:lnSpc>
                <a:spcPct val="150000"/>
              </a:lnSpc>
              <a:defRPr/>
            </a:pP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2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മരിച്ചു ഞാൻ കിടന്നേൻ നാറി ഉരുവഴിഞ്ഞേൻ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തിരിച്ചുയിർ ശക്തിസുഖം തന്ന പ്രിയൻ യേശുവേ!</a:t>
            </a:r>
            <a:r>
              <a:rPr lang="en-US" sz="32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  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972800" y="0"/>
            <a:ext cx="1219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087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C3BB7B1-147A-4227-9F73-851A8CB2802E}"/>
              </a:ext>
            </a:extLst>
          </p:cNvPr>
          <p:cNvSpPr/>
          <p:nvPr/>
        </p:nvSpPr>
        <p:spPr>
          <a:xfrm>
            <a:off x="0" y="3733800"/>
            <a:ext cx="12192000" cy="14933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2.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Marichu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kidannen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naarhi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uruvazhinjen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Thrichuyirh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shakthisukham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thanna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priyan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yeshuve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B551D8-959A-4AA3-9D2B-23C5B6E96500}"/>
              </a:ext>
            </a:extLst>
          </p:cNvPr>
          <p:cNvSpPr/>
          <p:nvPr/>
        </p:nvSpPr>
        <p:spPr>
          <a:xfrm>
            <a:off x="0" y="2632719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രക്ഷകനേ നിനക്കു കീർത്തനം അനന്തം!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endParaRPr lang="en-US" sz="36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99E153A-7C0E-4F8C-8767-9708C4692029}"/>
              </a:ext>
            </a:extLst>
          </p:cNvPr>
          <p:cNvSpPr/>
          <p:nvPr/>
        </p:nvSpPr>
        <p:spPr>
          <a:xfrm>
            <a:off x="23446" y="5373469"/>
            <a:ext cx="11887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/>
            <a:r>
              <a:rPr lang="en-US" sz="36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Rakshakane </a:t>
            </a:r>
            <a:r>
              <a:rPr lang="en-US" sz="36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ninakku</a:t>
            </a:r>
            <a:r>
              <a:rPr lang="en-US" sz="36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6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keerthanam</a:t>
            </a:r>
            <a:r>
              <a:rPr lang="en-US" sz="36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6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anantham</a:t>
            </a:r>
            <a:r>
              <a:rPr lang="en-US" sz="36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! </a:t>
            </a:r>
          </a:p>
        </p:txBody>
      </p:sp>
    </p:spTree>
    <p:extLst>
      <p:ext uri="{BB962C8B-B14F-4D97-AF65-F5344CB8AC3E}">
        <p14:creationId xmlns:p14="http://schemas.microsoft.com/office/powerpoint/2010/main" val="1068243311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29308" y="871319"/>
            <a:ext cx="12192000" cy="1761399"/>
          </a:xfrm>
        </p:spPr>
        <p:txBody>
          <a:bodyPr anchor="t"/>
          <a:lstStyle/>
          <a:p>
            <a:pPr algn="l" defTabSz="404813">
              <a:lnSpc>
                <a:spcPct val="150000"/>
              </a:lnSpc>
              <a:defRPr/>
            </a:pP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3	കുരുടനായ് ഇരുന്നേൻ തൊട്ടു കാഴ്ച തന്നു നീ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	നിറഞ്ഞ കുഷ്ഠ പാപത്തെ നീക്കി ശുദ്ധി നൽകി നീ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972800" y="0"/>
            <a:ext cx="1219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087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C3BB7B1-147A-4227-9F73-851A8CB2802E}"/>
              </a:ext>
            </a:extLst>
          </p:cNvPr>
          <p:cNvSpPr/>
          <p:nvPr/>
        </p:nvSpPr>
        <p:spPr>
          <a:xfrm>
            <a:off x="0" y="3733800"/>
            <a:ext cx="12192000" cy="14933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3.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Kurudanai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irunnen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thottu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kaazhcha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thannu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nee</a:t>
            </a:r>
          </a:p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Nirhanja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kushta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paapathe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neekki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shudhi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nalki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nee!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B551D8-959A-4AA3-9D2B-23C5B6E96500}"/>
              </a:ext>
            </a:extLst>
          </p:cNvPr>
          <p:cNvSpPr/>
          <p:nvPr/>
        </p:nvSpPr>
        <p:spPr>
          <a:xfrm>
            <a:off x="0" y="2632719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രക്ഷകനേ നിനക്കു കീർത്തനം അനന്തം!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endParaRPr lang="en-US" sz="36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99E153A-7C0E-4F8C-8767-9708C4692029}"/>
              </a:ext>
            </a:extLst>
          </p:cNvPr>
          <p:cNvSpPr/>
          <p:nvPr/>
        </p:nvSpPr>
        <p:spPr>
          <a:xfrm>
            <a:off x="23446" y="5373469"/>
            <a:ext cx="11887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/>
            <a:r>
              <a:rPr lang="en-US" sz="36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Rakshakane </a:t>
            </a:r>
            <a:r>
              <a:rPr lang="en-US" sz="36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ninakku</a:t>
            </a:r>
            <a:r>
              <a:rPr lang="en-US" sz="36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6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keerthanam</a:t>
            </a:r>
            <a:r>
              <a:rPr lang="en-US" sz="36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6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anantham</a:t>
            </a:r>
            <a:r>
              <a:rPr lang="en-US" sz="36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! </a:t>
            </a:r>
          </a:p>
        </p:txBody>
      </p:sp>
    </p:spTree>
    <p:extLst>
      <p:ext uri="{BB962C8B-B14F-4D97-AF65-F5344CB8AC3E}">
        <p14:creationId xmlns:p14="http://schemas.microsoft.com/office/powerpoint/2010/main" val="23629102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29308" y="871319"/>
            <a:ext cx="12192000" cy="1761399"/>
          </a:xfrm>
        </p:spPr>
        <p:txBody>
          <a:bodyPr anchor="t"/>
          <a:lstStyle/>
          <a:p>
            <a:pPr algn="l" defTabSz="404813">
              <a:lnSpc>
                <a:spcPct val="150000"/>
              </a:lnSpc>
              <a:defRPr/>
            </a:pP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4	നീതി ശുദ്ധിബോധം നിന്തിരു നൽരൂപം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	ചേതസ്സിൽ കല്പിചു തന്ന ദിവ്യ കൃപാക്കടലാം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972800" y="0"/>
            <a:ext cx="1219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087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C3BB7B1-147A-4227-9F73-851A8CB2802E}"/>
              </a:ext>
            </a:extLst>
          </p:cNvPr>
          <p:cNvSpPr/>
          <p:nvPr/>
        </p:nvSpPr>
        <p:spPr>
          <a:xfrm>
            <a:off x="0" y="3733800"/>
            <a:ext cx="12192000" cy="14933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4.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Neethi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shudhibodham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ninthiru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nalroopam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Chethassil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kalpichu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thanna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divya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kripakkadalaam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B551D8-959A-4AA3-9D2B-23C5B6E96500}"/>
              </a:ext>
            </a:extLst>
          </p:cNvPr>
          <p:cNvSpPr/>
          <p:nvPr/>
        </p:nvSpPr>
        <p:spPr>
          <a:xfrm>
            <a:off x="0" y="2632719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രക്ഷകനേ നിനക്കു കീർത്തനം അനന്തം!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endParaRPr lang="en-US" sz="36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99E153A-7C0E-4F8C-8767-9708C4692029}"/>
              </a:ext>
            </a:extLst>
          </p:cNvPr>
          <p:cNvSpPr/>
          <p:nvPr/>
        </p:nvSpPr>
        <p:spPr>
          <a:xfrm>
            <a:off x="23446" y="5373469"/>
            <a:ext cx="11887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/>
            <a:r>
              <a:rPr lang="en-US" sz="36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Rakshakane </a:t>
            </a:r>
            <a:r>
              <a:rPr lang="en-US" sz="36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ninakku</a:t>
            </a:r>
            <a:r>
              <a:rPr lang="en-US" sz="36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6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keerthanam</a:t>
            </a:r>
            <a:r>
              <a:rPr lang="en-US" sz="36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6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anantham</a:t>
            </a:r>
            <a:r>
              <a:rPr lang="en-US" sz="36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! </a:t>
            </a:r>
          </a:p>
        </p:txBody>
      </p:sp>
    </p:spTree>
    <p:extLst>
      <p:ext uri="{BB962C8B-B14F-4D97-AF65-F5344CB8AC3E}">
        <p14:creationId xmlns:p14="http://schemas.microsoft.com/office/powerpoint/2010/main" val="1244975833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29308" y="871319"/>
            <a:ext cx="12192000" cy="1761399"/>
          </a:xfrm>
        </p:spPr>
        <p:txBody>
          <a:bodyPr anchor="t"/>
          <a:lstStyle/>
          <a:p>
            <a:pPr algn="l" defTabSz="404813">
              <a:lnSpc>
                <a:spcPct val="150000"/>
              </a:lnSpc>
              <a:defRPr/>
            </a:pP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5	തിരുരക്തത്താലെൻ തിന്മ കുറ്റം മായിച്ചു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	പര ജീവ പുസ്തകത്തിലെഴുതിയെൻ നാമം നീ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972800" y="0"/>
            <a:ext cx="1219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087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C3BB7B1-147A-4227-9F73-851A8CB2802E}"/>
              </a:ext>
            </a:extLst>
          </p:cNvPr>
          <p:cNvSpPr/>
          <p:nvPr/>
        </p:nvSpPr>
        <p:spPr>
          <a:xfrm>
            <a:off x="0" y="3733800"/>
            <a:ext cx="12192000" cy="14933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5.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Thirurakthathaalen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thinma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kuttam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maayichu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Para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jeeva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pusthakathil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ezhuthiyen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naamam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nee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B551D8-959A-4AA3-9D2B-23C5B6E96500}"/>
              </a:ext>
            </a:extLst>
          </p:cNvPr>
          <p:cNvSpPr/>
          <p:nvPr/>
        </p:nvSpPr>
        <p:spPr>
          <a:xfrm>
            <a:off x="0" y="2632719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രക്ഷകനേ നിനക്കു കീർത്തനം അനന്തം!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endParaRPr lang="en-US" sz="36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99E153A-7C0E-4F8C-8767-9708C4692029}"/>
              </a:ext>
            </a:extLst>
          </p:cNvPr>
          <p:cNvSpPr/>
          <p:nvPr/>
        </p:nvSpPr>
        <p:spPr>
          <a:xfrm>
            <a:off x="23446" y="5373469"/>
            <a:ext cx="11887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/>
            <a:r>
              <a:rPr lang="en-US" sz="36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Rakshakane </a:t>
            </a:r>
            <a:r>
              <a:rPr lang="en-US" sz="36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ninakku</a:t>
            </a:r>
            <a:r>
              <a:rPr lang="en-US" sz="36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6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keerthanam</a:t>
            </a:r>
            <a:r>
              <a:rPr lang="en-US" sz="36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6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anantham</a:t>
            </a:r>
            <a:r>
              <a:rPr lang="en-US" sz="36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! </a:t>
            </a:r>
          </a:p>
        </p:txBody>
      </p:sp>
    </p:spTree>
    <p:extLst>
      <p:ext uri="{BB962C8B-B14F-4D97-AF65-F5344CB8AC3E}">
        <p14:creationId xmlns:p14="http://schemas.microsoft.com/office/powerpoint/2010/main" val="2277257444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29308" y="871319"/>
            <a:ext cx="12192000" cy="1761399"/>
          </a:xfrm>
        </p:spPr>
        <p:txBody>
          <a:bodyPr anchor="t"/>
          <a:lstStyle/>
          <a:p>
            <a:pPr algn="l" defTabSz="404813">
              <a:lnSpc>
                <a:spcPct val="150000"/>
              </a:lnSpc>
              <a:defRPr/>
            </a:pPr>
            <a:r>
              <a:rPr lang="ml-IN" sz="3200" b="1" dirty="0">
                <a:latin typeface="Kartika" panose="02020503030404060203" pitchFamily="18" charset="0"/>
              </a:rPr>
              <a:t>6	ഇനി പിഴയ്ക്കാതെ എന്നും നടന്നീ-ടാൻ</a:t>
            </a:r>
            <a:br>
              <a:rPr lang="ml-IN" sz="3200" b="1" dirty="0">
                <a:latin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</a:rPr>
              <a:t>	കനിഞ്ഞു നിന്നാവി നിത്യം കൂടെ വസിച്ചീടണം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972800" y="0"/>
            <a:ext cx="1219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087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C3BB7B1-147A-4227-9F73-851A8CB2802E}"/>
              </a:ext>
            </a:extLst>
          </p:cNvPr>
          <p:cNvSpPr/>
          <p:nvPr/>
        </p:nvSpPr>
        <p:spPr>
          <a:xfrm>
            <a:off x="0" y="3733800"/>
            <a:ext cx="12192000" cy="14933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6.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Ini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pizhaykkathe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ennum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nadannee-daan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Kaninju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ninnaavi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nithyam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koode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vasicheedanham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B551D8-959A-4AA3-9D2B-23C5B6E96500}"/>
              </a:ext>
            </a:extLst>
          </p:cNvPr>
          <p:cNvSpPr/>
          <p:nvPr/>
        </p:nvSpPr>
        <p:spPr>
          <a:xfrm>
            <a:off x="0" y="2632719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രക്ഷകനേ നിനക്കു കീർത്തനം അനന്തം!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endParaRPr lang="en-US" sz="36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99E153A-7C0E-4F8C-8767-9708C4692029}"/>
              </a:ext>
            </a:extLst>
          </p:cNvPr>
          <p:cNvSpPr/>
          <p:nvPr/>
        </p:nvSpPr>
        <p:spPr>
          <a:xfrm>
            <a:off x="23446" y="5373469"/>
            <a:ext cx="11887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/>
            <a:r>
              <a:rPr lang="en-US" sz="36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Rakshakane </a:t>
            </a:r>
            <a:r>
              <a:rPr lang="en-US" sz="36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ninakku</a:t>
            </a:r>
            <a:r>
              <a:rPr lang="en-US" sz="36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6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keerthanam</a:t>
            </a:r>
            <a:r>
              <a:rPr lang="en-US" sz="36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6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anantham</a:t>
            </a:r>
            <a:r>
              <a:rPr lang="en-US" sz="36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!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AF20E9-BC49-41F8-BFD4-66316ADCA43E}"/>
              </a:ext>
            </a:extLst>
          </p:cNvPr>
          <p:cNvSpPr/>
          <p:nvPr/>
        </p:nvSpPr>
        <p:spPr>
          <a:xfrm>
            <a:off x="9945916" y="3341794"/>
            <a:ext cx="20537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b="1" dirty="0"/>
              <a:t>(മോശവത്സലം)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BEAEBC-6C95-40EE-B3F5-0F1E0643DF0E}"/>
              </a:ext>
            </a:extLst>
          </p:cNvPr>
          <p:cNvSpPr/>
          <p:nvPr/>
        </p:nvSpPr>
        <p:spPr>
          <a:xfrm>
            <a:off x="9296400" y="6166338"/>
            <a:ext cx="20185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(</a:t>
            </a:r>
            <a:r>
              <a:rPr lang="en-US" dirty="0" err="1">
                <a:solidFill>
                  <a:srgbClr val="000000"/>
                </a:solidFill>
              </a:rPr>
              <a:t>Moshavatsalam</a:t>
            </a:r>
            <a:r>
              <a:rPr lang="en-US" dirty="0">
                <a:solidFill>
                  <a:srgbClr val="000000"/>
                </a:solidFill>
              </a:rPr>
              <a:t>)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6809426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541</TotalTime>
  <Words>167</Words>
  <Application>Microsoft Office PowerPoint</Application>
  <PresentationFormat>Widescreen</PresentationFormat>
  <Paragraphs>44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Kartika</vt:lpstr>
      <vt:lpstr>Times New Roman</vt:lpstr>
      <vt:lpstr>Office Theme</vt:lpstr>
      <vt:lpstr>87 രക്ഷകനേ നിനക്കു കീർത്തനം</vt:lpstr>
      <vt:lpstr>              പല്ലവി     രക്ഷകനേ നിനക്കു കീർത്തനം അനന്തം!  ചരണങ്ങൾ 1 തിരു രക്തം ചൊരിച്ചു തിന്മപെട്ട എന്നെ നീ  പരന്നു വീണ്ടെടുത്ത മാ പക്ഷ കൃപകൾക്കുമേ! - രക്ഷ...</vt:lpstr>
      <vt:lpstr>2 മരിച്ചു ഞാൻ കിടന്നേൻ നാറി ഉരുവഴിഞ്ഞേൻ  തിരിച്ചുയിർ ശക്തിസുഖം തന്ന പ്രിയൻ യേശുവേ!  </vt:lpstr>
      <vt:lpstr>3 കുരുടനായ് ഇരുന്നേൻ തൊട്ടു കാഴ്ച തന്നു നീ  നിറഞ്ഞ കുഷ്ഠ പാപത്തെ നീക്കി ശുദ്ധി നൽകി നീ </vt:lpstr>
      <vt:lpstr>4 നീതി ശുദ്ധിബോധം നിന്തിരു നൽരൂപം  ചേതസ്സിൽ കല്പിചു തന്ന ദിവ്യ കൃപാക്കടലാം</vt:lpstr>
      <vt:lpstr>5 തിരുരക്തത്താലെൻ തിന്മ കുറ്റം മായിച്ചു  പര ജീവ പുസ്തകത്തിലെഴുതിയെൻ നാമം നീ</vt:lpstr>
      <vt:lpstr>6 ഇനി പിഴയ്ക്കാതെ എന്നും നടന്നീ-ടാൻ  കനിഞ്ഞു നിന്നാവി നിത്യം കൂടെ വസിച്ചീടണം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Rakshakane ninakku keerthanam</dc:title>
  <dc:creator>Digital Input:;GM JOHN</dc:creator>
  <cp:lastModifiedBy>Acsah Mathews</cp:lastModifiedBy>
  <cp:revision>207</cp:revision>
  <dcterms:created xsi:type="dcterms:W3CDTF">2013-04-19T09:19:07Z</dcterms:created>
  <dcterms:modified xsi:type="dcterms:W3CDTF">2018-11-01T16:04:26Z</dcterms:modified>
</cp:coreProperties>
</file>