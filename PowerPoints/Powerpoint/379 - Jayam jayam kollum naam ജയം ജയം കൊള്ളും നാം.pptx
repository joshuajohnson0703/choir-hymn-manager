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57F6B-A6CD-403F-821D-484EF0CE18B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DFFC0-9730-4BA5-AA09-9B15DBC767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7F7AF-9095-45F7-808B-A3A0198EBCE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735F3-C146-49FF-9DE7-02C5E6E287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CEF4B-0490-40A9-B822-A05BA0AA5DB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FD993-0340-4D72-8760-E30ABED593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D49876-F1C8-40F4-8787-39FD223B710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2E49D-2968-474D-9916-9FA4D8A564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40596-3425-45F7-8D4F-C896AE2F099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954DC-C00D-4604-B4BE-55FC71ACA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3278E-577F-47BE-B36C-5EE119512AA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226DA-8691-4D47-B853-C0B57035C0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434DE-9D09-4DEF-A2F4-BF298F2A09D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F1C6C-66B5-44D2-8881-295B86EC4E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494BC-23A9-4E1A-A6D5-68BCC1D37F9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B5548-2D1A-4B94-A30C-462F7FA538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0A6DB-8440-4BD4-8CB6-8283C9E599D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D45B9-6703-46E9-8ED1-CD64384A70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CE84D-4430-40DA-8457-A4AD5CBE39D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BCD13-438C-4CB7-9B1C-8BC67F5E68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3C95-9164-4022-A377-F2D094B0B48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6589F-724B-4C78-A7FA-C3127CDCE7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4B2A3B6-01BD-4C08-9D4F-DEC5384BB41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844A37-2273-4400-9EC4-3223A2B24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FD76-4C0E-4E9F-AC43-C5725DA9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379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ജയം ജയം കൊള്ളും നാം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54415-9024-46C4-A39E-3A4E7A3A2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Jayam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jayam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kollhum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naam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BBE8E-1E06-4AE1-9767-B3039FE97D7C}"/>
              </a:ext>
            </a:extLst>
          </p:cNvPr>
          <p:cNvSpPr/>
          <p:nvPr/>
        </p:nvSpPr>
        <p:spPr>
          <a:xfrm>
            <a:off x="1397206" y="4724400"/>
            <a:ext cx="19030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(വി. നാഗൽ)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EDD18A-E8A3-4B77-82E5-FCC29CBA840E}"/>
              </a:ext>
            </a:extLst>
          </p:cNvPr>
          <p:cNvSpPr/>
          <p:nvPr/>
        </p:nvSpPr>
        <p:spPr>
          <a:xfrm>
            <a:off x="9296400" y="4724400"/>
            <a:ext cx="13858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(V.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Nagal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8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87189"/>
            <a:ext cx="12192000" cy="1138773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നായകനായ്‌ യേശു തന്നെ നടത്തുന്ന സൈന്യം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മായലോകം-പേടിക്കേണ്ട ജയം കൊള്ളും നാം!-ജയം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8E2F3-6B87-4C60-B410-A484B252FE89}"/>
              </a:ext>
            </a:extLst>
          </p:cNvPr>
          <p:cNvSpPr/>
          <p:nvPr/>
        </p:nvSpPr>
        <p:spPr>
          <a:xfrm>
            <a:off x="0" y="59223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ജയം ജയം കൊള്ളും നാം ജയം കൊള്ളും നാം!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കൊടിക്കീഴില്‍ ജയം കൊള്ളും നാം!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FC64D-9D96-4B0E-BFDF-183E2D8D64A8}"/>
              </a:ext>
            </a:extLst>
          </p:cNvPr>
          <p:cNvSpPr/>
          <p:nvPr/>
        </p:nvSpPr>
        <p:spPr>
          <a:xfrm>
            <a:off x="0" y="355317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kodikkeezhil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714B0-6229-49A1-8418-D39FD199964C}"/>
              </a:ext>
            </a:extLst>
          </p:cNvPr>
          <p:cNvSpPr/>
          <p:nvPr/>
        </p:nvSpPr>
        <p:spPr>
          <a:xfrm>
            <a:off x="0" y="4800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Maayalokam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pedikkenda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900592"/>
            <a:ext cx="12168809" cy="1138773"/>
          </a:xfrm>
        </p:spPr>
        <p:txBody>
          <a:bodyPr anchor="t"/>
          <a:lstStyle/>
          <a:p>
            <a:pPr algn="l" defTabSz="4000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സര്‍വലോക സൈന്യങ്ങളെ സാത്താന്‍ കൂട്ടിയാലും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സ്വര്‍ഗ്ഗനാഥന്‍ ചിരിക്കുന്നു ജയം കൊള്ളും നാം!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8E2F3-6B87-4C60-B410-A484B252FE89}"/>
              </a:ext>
            </a:extLst>
          </p:cNvPr>
          <p:cNvSpPr/>
          <p:nvPr/>
        </p:nvSpPr>
        <p:spPr>
          <a:xfrm>
            <a:off x="-23192" y="223120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കൊള്ളും നാം ജയം കൊള്ളും നാം!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കൊടിക്കീഴില്‍ ജയം കൊള്ളും നാം!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FC64D-9D96-4B0E-BFDF-183E2D8D64A8}"/>
              </a:ext>
            </a:extLst>
          </p:cNvPr>
          <p:cNvSpPr/>
          <p:nvPr/>
        </p:nvSpPr>
        <p:spPr>
          <a:xfrm>
            <a:off x="36444" y="5076455"/>
            <a:ext cx="121323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kodikkeezhil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714B0-6229-49A1-8418-D39FD199964C}"/>
              </a:ext>
            </a:extLst>
          </p:cNvPr>
          <p:cNvSpPr/>
          <p:nvPr/>
        </p:nvSpPr>
        <p:spPr>
          <a:xfrm>
            <a:off x="-23192" y="393852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Sarvvaloka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sainyangalhe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koottiyaalum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Swargganaadhan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chirikkunnu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9844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900592"/>
            <a:ext cx="12168809" cy="1138773"/>
          </a:xfrm>
        </p:spPr>
        <p:txBody>
          <a:bodyPr anchor="t"/>
          <a:lstStyle/>
          <a:p>
            <a:pPr algn="l" defTabSz="4000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കൌശലങ്ങള്‍ തത്വജ്ഞാനം യേശുവിന്നു വേണ്ടാ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വചനത്തിന്‍ ശക്തി മതി ജയം കൊള്ളും നാം!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8E2F3-6B87-4C60-B410-A484B252FE89}"/>
              </a:ext>
            </a:extLst>
          </p:cNvPr>
          <p:cNvSpPr/>
          <p:nvPr/>
        </p:nvSpPr>
        <p:spPr>
          <a:xfrm>
            <a:off x="-23192" y="223120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കൊള്ളും നാം ജയം കൊള്ളും നാം!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കൊടിക്കീഴില്‍ ജയം കൊള്ളും നാം!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FC64D-9D96-4B0E-BFDF-183E2D8D64A8}"/>
              </a:ext>
            </a:extLst>
          </p:cNvPr>
          <p:cNvSpPr/>
          <p:nvPr/>
        </p:nvSpPr>
        <p:spPr>
          <a:xfrm>
            <a:off x="36444" y="5076455"/>
            <a:ext cx="121323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kodikkeezhil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714B0-6229-49A1-8418-D39FD199964C}"/>
              </a:ext>
            </a:extLst>
          </p:cNvPr>
          <p:cNvSpPr/>
          <p:nvPr/>
        </p:nvSpPr>
        <p:spPr>
          <a:xfrm>
            <a:off x="-23192" y="393852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Koushalangalh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thathvajnjaanam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venda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1890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900592"/>
            <a:ext cx="12168809" cy="1330614"/>
          </a:xfrm>
        </p:spPr>
        <p:txBody>
          <a:bodyPr anchor="t"/>
          <a:lstStyle/>
          <a:p>
            <a:pPr algn="l" defTabSz="4000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ക്രിസ്തന്‍ ക്രൂശിന്‍ രക്തത്താലും നിത്യജീവനാലും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വിശുദ്ധാത്മ ശക്തിയാലും ജയം കൊള്ളും നാം!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8E2F3-6B87-4C60-B410-A484B252FE89}"/>
              </a:ext>
            </a:extLst>
          </p:cNvPr>
          <p:cNvSpPr/>
          <p:nvPr/>
        </p:nvSpPr>
        <p:spPr>
          <a:xfrm>
            <a:off x="-23192" y="223120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കൊള്ളും നാം ജയം കൊള്ളും നാം!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കൊടിക്കീഴില്‍ ജയം കൊള്ളും നാം!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FC64D-9D96-4B0E-BFDF-183E2D8D64A8}"/>
              </a:ext>
            </a:extLst>
          </p:cNvPr>
          <p:cNvSpPr/>
          <p:nvPr/>
        </p:nvSpPr>
        <p:spPr>
          <a:xfrm>
            <a:off x="36444" y="5076455"/>
            <a:ext cx="121323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kodikkeezhil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714B0-6229-49A1-8418-D39FD199964C}"/>
              </a:ext>
            </a:extLst>
          </p:cNvPr>
          <p:cNvSpPr/>
          <p:nvPr/>
        </p:nvSpPr>
        <p:spPr>
          <a:xfrm>
            <a:off x="-23192" y="393852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rakthathaalum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Vishudhaathma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0059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900592"/>
            <a:ext cx="12168809" cy="1330614"/>
          </a:xfrm>
        </p:spPr>
        <p:txBody>
          <a:bodyPr anchor="t"/>
          <a:lstStyle/>
          <a:p>
            <a:pPr algn="l" defTabSz="4000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ക്ലേശിക്കേണ്ട ഹല്ലേലൂയാ ദൈവത്തിന്നു സ്തോത്രം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യേശുകൊണ്ട ജയത്താലെ ജയം കൊള്ളും നാം!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8E2F3-6B87-4C60-B410-A484B252FE89}"/>
              </a:ext>
            </a:extLst>
          </p:cNvPr>
          <p:cNvSpPr/>
          <p:nvPr/>
        </p:nvSpPr>
        <p:spPr>
          <a:xfrm>
            <a:off x="-23192" y="223120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കൊള്ളും നാം ജയം കൊള്ളും നാം!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കൊടിക്കീഴില്‍ ജയം കൊള്ളും നാം!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FC64D-9D96-4B0E-BFDF-183E2D8D64A8}"/>
              </a:ext>
            </a:extLst>
          </p:cNvPr>
          <p:cNvSpPr/>
          <p:nvPr/>
        </p:nvSpPr>
        <p:spPr>
          <a:xfrm>
            <a:off x="36444" y="5076455"/>
            <a:ext cx="121323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kodikkeezhil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714B0-6229-49A1-8418-D39FD199964C}"/>
              </a:ext>
            </a:extLst>
          </p:cNvPr>
          <p:cNvSpPr/>
          <p:nvPr/>
        </p:nvSpPr>
        <p:spPr>
          <a:xfrm>
            <a:off x="-23192" y="393852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Kleshikkenda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halleluiah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sthothram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jayaththale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4040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204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379 ജയം ജയം കൊള്ളും നാം</vt:lpstr>
      <vt:lpstr>1 നായകനായ്‌ യേശു തന്നെ നടത്തുന്ന സൈന്യം  മായലോകം-പേടിക്കേണ്ട ജയം കൊള്ളും നാം!-ജയം</vt:lpstr>
      <vt:lpstr>2 സര്‍വലോക സൈന്യങ്ങളെ സാത്താന്‍ കൂട്ടിയാലും  സ്വര്‍ഗ്ഗനാഥന്‍ ചിരിക്കുന്നു ജയം കൊള്ളും നാം!</vt:lpstr>
      <vt:lpstr>3 കൌശലങ്ങള്‍ തത്വജ്ഞാനം യേശുവിന്നു വേണ്ടാ  വചനത്തിന്‍ ശക്തി മതി ജയം കൊള്ളും നാം!</vt:lpstr>
      <vt:lpstr>4 ക്രിസ്തന്‍ ക്രൂശിന്‍ രക്തത്താലും നിത്യജീവനാലും  വിശുദ്ധാത്മ ശക്തിയാലും ജയം കൊള്ളും നാം!</vt:lpstr>
      <vt:lpstr>5 ക്ലേശിക്കേണ്ട ഹല്ലേലൂയാ ദൈവത്തിന്നു സ്തോത്രം  യേശുകൊണ്ട ജയത്താലെ ജയം കൊള്ളും നാം!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Jayam jayam kollum naam</dc:title>
  <dc:creator>Digital Input:; GM JOHN; Acsah Mathews</dc:creator>
  <cp:lastModifiedBy>Acsah Mathews</cp:lastModifiedBy>
  <cp:revision>132</cp:revision>
  <dcterms:created xsi:type="dcterms:W3CDTF">2013-04-19T09:19:07Z</dcterms:created>
  <dcterms:modified xsi:type="dcterms:W3CDTF">2018-11-23T18:28:04Z</dcterms:modified>
</cp:coreProperties>
</file>