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E2694-40C4-46DD-8E4A-FA87E9123DC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011B9-6D30-41D3-A103-D034F4ED52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E2A55-5C25-4C86-B76E-AAC96191470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2CC09-6AAB-4A8E-8C00-2D1491DEC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B9388-9C64-4804-8985-27CE5AA2B4C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9754D-734E-4AC4-8EE3-83A091965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C5B61-DDB5-4A43-9A8A-DE6FF5F79A6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C916A-E54A-46A9-95EF-5481D8E15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9654C-E84A-44C5-8ECE-451AB0FDA8D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4D0EA-916D-4249-83A7-0A55D85502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231EA-6F75-4808-9563-AFFC0443538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6194A-8F71-4923-9A16-CBDFBFED5E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A9F67-F5C7-4F5B-B7DD-635F63AB168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E71E1-A177-4078-BEC4-4A3913372D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FD8C8-B320-41C0-AEB1-E9EAF0DC354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FAE2A-E980-4F95-BB84-5B755764E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EF73D-2D6E-4459-8207-15CF70DE245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D841E-BC58-482E-8D66-1DBD3E42FF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FF9A6-8B53-40EA-8D5B-36D64C95BD3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B5455-E241-4368-BAC5-5138A8048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B9A93-A10E-4F2F-BFD1-329D6B0E5D6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C110E-BAC6-4152-B729-B8BEA2FE6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10AE85-D6FC-4063-885C-CA33AD23E26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08FE9F-526D-461F-A39B-051DE26153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B4B3-AC8D-4CCF-9327-3C6B63701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ദൈവവചനമേ ദിവ്യ വിശേഷം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3F723-DD19-49F0-B3D5-08729050A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Daiva </a:t>
            </a:r>
            <a:r>
              <a:rPr lang="en-US" sz="4000" b="1" dirty="0" err="1">
                <a:solidFill>
                  <a:schemeClr val="tx2"/>
                </a:solidFill>
              </a:rPr>
              <a:t>vachaname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divya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vishesham</a:t>
            </a:r>
            <a:endParaRPr lang="en-US" sz="4000" b="1" dirty="0">
              <a:solidFill>
                <a:schemeClr val="tx2"/>
              </a:solidFill>
            </a:endParaRP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67BD1-CF4A-4D22-A18E-03BD12AFF980}"/>
              </a:ext>
            </a:extLst>
          </p:cNvPr>
          <p:cNvSpPr/>
          <p:nvPr/>
        </p:nvSpPr>
        <p:spPr>
          <a:xfrm>
            <a:off x="2362200" y="4986086"/>
            <a:ext cx="3575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ജെ. ആൻഡ്രൂസ്)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4934E-976A-41C7-9B09-ACC034F88509}"/>
              </a:ext>
            </a:extLst>
          </p:cNvPr>
          <p:cNvSpPr/>
          <p:nvPr/>
        </p:nvSpPr>
        <p:spPr>
          <a:xfrm>
            <a:off x="6589812" y="4986086"/>
            <a:ext cx="23960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T.J. Andrews)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797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2192000" cy="2590800"/>
          </a:xfrm>
        </p:spPr>
        <p:txBody>
          <a:bodyPr anchor="t"/>
          <a:lstStyle/>
          <a:p>
            <a:pPr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ദൈവവചനമേ ദിവ്യ വിശേഷം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സര്‍വ്വദാ മോദമോടെ - അതില്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നോക്കുവാന്‍ കണ്ണെനിയ്ക്കേകുക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ജീവദയാപരനേ!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0" y="37338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vishesham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modamode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kannhenikkekuka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Jeevadaaya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കൂരിരുളിൻ വഴിപോക്കനു നല്ല പ്ര-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കാശം തെളിച്ചുകാട്ടി – സദാ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നേരേ തന്‍ വഴിനടത്തിടും മണിവിള-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ക്കേതിഹ ലോകമിതില്‍?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ദൈവ...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Koorirulhin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vazhipokkanu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thelhichu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manhivilha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kkethiha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28582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മേദിനിയിൽ ധനധാന്യം നിറഞ്ഞുള്ള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ഭണ്ഡാര  ശാലയേത് - ആത്മ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പൈദാഹമേറി വളഞ്ഞീടുന്നോർക്കൊരു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ഭേദമെന്യേ കൊടുപ്പാൻ</a:t>
            </a:r>
            <a:r>
              <a:rPr lang="en-US" sz="3600" b="1" dirty="0">
                <a:latin typeface="Kartika" panose="02020503030404060203" pitchFamily="18" charset="0"/>
              </a:rPr>
              <a:t> 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ദൈവ...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Mediniyil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dhana-dhaanyam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niranjullha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bhandaarashaalayethu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Paidaahamerhivalanjeedunnorkkoru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Bhedamenye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78815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സ്വര്‍ഗ്ഗപുരം നോക്കിയാത്ര ചെയ്യുന്നവ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ര്‍ക്കൊക്കെയുമുള്ള മഹാ – നല്ല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യോഗ്യനാം മിത്രത്തെ തെറ്റുകൂടാതങ്ങു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കൂട്ടിക്കൊടുപ്പതെന്ത്‌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Swargapuram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nokkiyaathra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cheyyunnavar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kkokkeyumullhahaa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Yogyanaam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mithrathe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thettukoodaathangu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Kootikkoduppathenthu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326829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ഉണ്ടൊരു വൃക്ഷമതിന്‍ഫലമെപ്പോഴും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കുണ്ഠിതനാം പാപിയിന്‍ - മഹാ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ഇണ്ടലകറ്റി സന്തോഷംകൊടുത്തീടു-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ന്നേതെതു ലോകമിതില്‍?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Undoru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vrikshaththin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phalameppozhum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Kundithanaam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paapiyil-mahaa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Indalakatti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kodutheedu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nnethathu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69922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പാപത്താല്‍ നൊന്തു വലഞ്ഞിടും രോഗിക്കു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വൈദ്യനാമേശുവിനെ! – കാട്ടി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രാപ്പകല്‍ കൂടിരുന്നാശ്വാസ വാക്കുകൾ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ചൊല്ലിക്കൊടുപ്പതെന്ത്‌?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Paapathaal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valanjittum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rogikku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Vaidyanaameshuvine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Raappakal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koodirunnaashwaasa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vaakkukalh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Chollikkoduppathenthu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200517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5908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വഴിക്കുള്ള മണിവിളക്കും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സദാ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ജീവന്‍റെ ഭോജനവും – നല്ല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ജീവത തരുവിന്‍ സുഖമേകും ഫലമതും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നിന്‍വചനം പരനേ!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6DB8-B155-4A45-9B1C-36EDF52889A5}"/>
              </a:ext>
            </a:extLst>
          </p:cNvPr>
          <p:cNvSpPr/>
          <p:nvPr/>
        </p:nvSpPr>
        <p:spPr>
          <a:xfrm>
            <a:off x="533400" y="3810000"/>
            <a:ext cx="116586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vazhikkullha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manhivilhakkum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bhojanavum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Jeevatharuvin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sukhamekum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phalamethum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DF026-1352-4642-9ADE-B0C2C8CC47DC}"/>
              </a:ext>
            </a:extLst>
          </p:cNvPr>
          <p:cNvSpPr txBox="1"/>
          <p:nvPr/>
        </p:nvSpPr>
        <p:spPr>
          <a:xfrm>
            <a:off x="0" y="4653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99795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146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200 ദൈവവചനമേ ദിവ്യ വിശേഷം</vt:lpstr>
      <vt:lpstr>ദൈവവചനമേ ദിവ്യ വിശേഷം സര്‍വ്വദാ മോദമോടെ - അതില്‍ ദൈവമേ നോക്കുവാന്‍ കണ്ണെനിയ്ക്കേകുക  ജീവദയാപരനേ!</vt:lpstr>
      <vt:lpstr> കൂരിരുളിൻ വഴിപോക്കനു നല്ല പ്ര-  കാശം തെളിച്ചുകാട്ടി – സദാ  നേരേ തന്‍ വഴിനടത്തിടും മണിവിള-  ക്കേതിഹ ലോകമിതില്‍?      - ദൈവ...</vt:lpstr>
      <vt:lpstr>മേദിനിയിൽ ധനധാന്യം നിറഞ്ഞുള്ള  ഭണ്ഡാര  ശാലയേത് - ആത്മ  പൈദാഹമേറി വളഞ്ഞീടുന്നോർക്കൊരു  ഭേദമെന്യേ കൊടുപ്പാൻ       - ദൈവ...</vt:lpstr>
      <vt:lpstr>സ്വര്‍ഗ്ഗപുരം നോക്കിയാത്ര ചെയ്യുന്നവ ര്‍ക്കൊക്കെയുമുള്ള മഹാ – നല്ല യോഗ്യനാം മിത്രത്തെ തെറ്റുകൂടാതങ്ങു കൂട്ടിക്കൊടുപ്പതെന്ത്‌</vt:lpstr>
      <vt:lpstr>ഉണ്ടൊരു വൃക്ഷമതിന്‍ഫലമെപ്പോഴും കുണ്ഠിതനാം പാപിയിന്‍ - മഹാ ഇണ്ടലകറ്റി സന്തോഷംകൊടുത്തീടു- ന്നേതെതു ലോകമിതില്‍?</vt:lpstr>
      <vt:lpstr>പാപത്താല്‍ നൊന്തു വലഞ്ഞിടും രോഗിക്കു വൈദ്യനാമേശുവിനെ! – കാട്ടി രാപ്പകല്‍ കൂടിരുന്നാശ്വാസ വാക്കുകൾ  ചൊല്ലിക്കൊടുപ്പതെന്ത്‌?</vt:lpstr>
      <vt:lpstr>എന്‍ വഴിക്കുള്ള മണിവിളക്കും - സദാ ജീവന്‍റെ ഭോജനവും – നല്ല ജീവത തരുവിന്‍ സുഖമേകും ഫലമതും നിന്‍വചനം പരനേ!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Daivavachaname divya vishesham</dc:title>
  <dc:creator>Digital Input:; GM JOHN; Acsah Mathews</dc:creator>
  <cp:lastModifiedBy>Acsah Mathews</cp:lastModifiedBy>
  <cp:revision>145</cp:revision>
  <dcterms:created xsi:type="dcterms:W3CDTF">2013-04-19T09:19:07Z</dcterms:created>
  <dcterms:modified xsi:type="dcterms:W3CDTF">2018-11-07T19:47:23Z</dcterms:modified>
</cp:coreProperties>
</file>