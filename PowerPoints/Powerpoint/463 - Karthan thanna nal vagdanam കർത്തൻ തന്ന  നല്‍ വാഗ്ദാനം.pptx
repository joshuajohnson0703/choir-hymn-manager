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4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065F-A4B9-408C-AED2-58E6FB9A0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6F3DD-1DAF-4CE6-BDFF-574A7CE97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186D1-BEA5-4955-A5A8-45F0C22C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99529-49CA-4787-BD22-B4F860CA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FE7F3-DB25-4B6F-8604-EBD35B97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5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2C342-7916-4460-87B2-DC5467E79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2F3B-2353-4BFC-A82D-2F036CA04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414DC-12FE-489A-85B2-C89CC9FB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25461-BC8E-4EC9-9A17-651BAA7B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8AE07-867C-4D56-9E34-84FAAEC6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30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83A9-8C3F-4B9D-94B3-57700517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D1259-E988-49B8-99E5-9391A77DA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C1C8-D430-4804-951D-935A1805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18ACD-A587-4421-97B5-60A095B0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C81D8-874C-46CE-880D-F78E9580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57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D166-FB78-4FAB-8E0F-9646E11C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78B23-0525-4D2D-A35E-0287B0A8A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D27CA-CA0E-423A-BDEA-E8241A0E8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4FA12-25EF-41E5-90DF-D796C2EFA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D46A-D0E5-4DB4-840C-B8A0186E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E613A-7547-4F2F-9879-17081433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3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2B9AC-209E-46AD-834C-E0CE2B91C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65C27-A693-4A36-A3FB-1186DD860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E35B2-8AF5-4013-BEEC-61CB4C116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BEA9-A3ED-4B15-B9CD-B63A691E0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C7B88-5073-483A-97A8-31C569B7F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A66A1-3505-41BA-B6AC-51357EA76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3072DB-37F9-47EB-9256-2A8673E3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DB9838-90C4-4AE8-A75C-532229D5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8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264A7-56DC-4190-B01D-AF32FE2C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565488-3338-4DAD-948F-B5653047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1CE39-E8CB-4CE0-9E8B-0989449C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8BB48-179A-407D-AE98-AC4498D0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68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1DFCD2-9353-45AE-9F49-45B67E34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3547A-E5DD-4C9C-996F-8D5475FF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197C1-1C31-4B5F-B8A7-063CB892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33EA-4980-4D34-ADEA-733E9032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9C8D-9A55-405D-88A4-B0D78310A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45A96-802E-4D3E-9038-84D881A87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A911A-1F35-4BB0-A01A-0D6B9898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F25AC-E18C-41D5-A144-C540F3015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8C889-D00D-485A-B70A-3AEBCA5D2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5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B4DA-CCD8-47FD-8638-D517C3CF2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31040F-3059-4A1D-A5B8-22E0276EF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8E57B-5C4E-4250-8FD6-1AEE5443C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D78DF-701B-4758-BC77-0FBE3D8A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17DFC-8E05-4CFA-9DE7-8B83E14EC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CF9CC-9F08-440F-B471-932C5CAE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4D26-ACFD-48B7-BF10-AD87CEA3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01F59-2BA0-4DF8-9A99-3C92FF26D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42388-FBF7-4BDA-8279-8FAB4790E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DC34D-88DF-44D4-BFE0-C04AA345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83FF4-3796-468F-8F85-34BC1D89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CB314C-6615-4043-ADCC-79FA49229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64C59-5B8D-4A01-B9A1-DB35D4B10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E63B-84C5-4337-8F1B-77413F4BA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DCACA-5C8A-4982-B62C-B0EC553F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0BA4D-A785-4E9D-A458-9978D525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5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1C3BB8-C4C0-4CEF-B8D4-E092A708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6DC9F-F5C4-42EA-8E78-889272B38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32DAD-68FF-48E9-81ED-49959E4A0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928A6-D6C3-47F0-8334-8338A160D78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BB690-C9BD-4218-87E3-49068815F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BF39C-568C-4B7A-99AD-640F6D8B1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1BAD2-D24E-4C73-908E-E0A623FA3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42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CE0E-4AEB-4104-88AA-FE0FD46C2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463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കർത്തൻ തന്ന  നല്‍ വാഗ്ദാനം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77304-BA76-4AB8-B8D9-7090C0CC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2060"/>
                </a:solidFill>
              </a:rPr>
              <a:t>Karththan </a:t>
            </a:r>
            <a:r>
              <a:rPr lang="en-US" sz="4000" b="1" dirty="0" err="1">
                <a:solidFill>
                  <a:srgbClr val="002060"/>
                </a:solidFill>
              </a:rPr>
              <a:t>thanna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vaagdaanam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Precious promise God hath given – 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N. Niles, P. P. Bliss</a:t>
            </a:r>
          </a:p>
        </p:txBody>
      </p:sp>
    </p:spTree>
    <p:extLst>
      <p:ext uri="{BB962C8B-B14F-4D97-AF65-F5344CB8AC3E}">
        <p14:creationId xmlns:p14="http://schemas.microsoft.com/office/powerpoint/2010/main" val="57583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265398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823238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കർത്തൻ തന്ന  നല്‍ വാഗ്ദാനം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ആർത്തനാം സഞ്ചാരിക്കായ്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സ്വർഗ്ഗയാത്ര നീളെ നിന്നെ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നടത്താം എന്‍ കണ്ണാല്‍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781511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Karththan </a:t>
            </a:r>
            <a:r>
              <a:rPr lang="en-US" sz="3600" b="1" dirty="0" err="1">
                <a:solidFill>
                  <a:srgbClr val="002060"/>
                </a:solidFill>
              </a:rPr>
              <a:t>thanna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vaagdaanam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Aarththanam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sanchaarikkai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Swargga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yaathra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neelhe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nadaththaam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kannhaal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8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522439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ഞാൻ നടത്താം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എന്‍ കണ്ണാല്‍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സ്വർഗ്ഗയാത്ര നീളെ നിന്നെ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എന്‍ കണ്ണാല്‍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1" y="3524470"/>
            <a:ext cx="121919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kannhaal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Swargga-yaathra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neelhe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kannhaal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24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265398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823238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പരീക്ഷകളാല്‍ ജിതനായ്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ധൈര്യമറ്റോനായ് തീർന്നാൽ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നിന്നിൽ ധ്വനിക്കെട്ടെന്‍ വിളി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നടത്താം എന്‍ കണ്ണാല്‍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781511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Pareekshakalhaal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jithanaai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Dhairyamttonaai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theernnaal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Ninnil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dwanikkatten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vilhi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nadaththaam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kannhaal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7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522439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ഞാൻ നടത്താം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എന്‍ കണ്ണാല്‍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സ്വർഗ്ഗയാത്ര നീളെ നിന്നെ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എന്‍ കണ്ണാല്‍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1" y="3524470"/>
            <a:ext cx="121919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kannhaal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Swargga-yaathra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neelhe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kannhaal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529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265398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823238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മുൻകഴിഞ്ഞ കാലത്തോടെ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നിൻ പ്രത്യാശയറ്റീടില്‍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പിന്നെയും കേള്‍ എന്‍ വാഗ്ദാനം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നടത്താം എന്‍ കണ്ണാല്‍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781511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Mun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kazhinja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kaalaththode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prathyaasha-yateedil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Pinneyum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kelh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vagdaanam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nadaththam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kannhaal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53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522439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ഞാൻ നടത്താം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എന്‍ കണ്ണാല്‍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സ്വർഗ്ഗയാത്ര നീളെ നിന്നെ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എന്‍ കണ്ണാല്‍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1" y="3524470"/>
            <a:ext cx="121919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kannhaal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Swargga-yaathra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neelhe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kannhaal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31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265398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823238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അന്ത്യവായു വന്നു ശീഘ്രം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മൃത്യനേരമാകുമ്പോള്‍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വിശ്വസ്തനാഥൻ ചൊല്‍ കേള്‍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നടത്താം എന്‍ കണ്ണാല്‍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879229" y="3781511"/>
            <a:ext cx="1104313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Anthya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vayoo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sheekhram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Mrithya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neramakumbolh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viswastha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naadhan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chol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kelh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nadaththaam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kannhaal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733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522439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ഞാൻ നടത്താം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എന്‍ കണ്ണാല്‍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സ്വർഗ്ഗയാത്ര നീളെ നിന്നെ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ഞാൻ നടത്താം എന്‍ കണ്ണാല്‍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1" y="3524470"/>
            <a:ext cx="121919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kannhaal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Swargga-yaathra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neelhe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kannhaal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985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253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Kartika</vt:lpstr>
      <vt:lpstr>Office Theme</vt:lpstr>
      <vt:lpstr>463 കർത്തൻ തന്ന  നല്‍ വാഗ്ദാനം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Karthan thanna nal vagdanam</dc:title>
  <dc:creator>Acsah Mathews</dc:creator>
  <cp:lastModifiedBy>Acsah Mathews</cp:lastModifiedBy>
  <cp:revision>1</cp:revision>
  <dcterms:created xsi:type="dcterms:W3CDTF">2018-11-30T15:25:55Z</dcterms:created>
  <dcterms:modified xsi:type="dcterms:W3CDTF">2018-11-30T15:33:41Z</dcterms:modified>
</cp:coreProperties>
</file>