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1" r:id="rId3"/>
    <p:sldId id="273" r:id="rId4"/>
    <p:sldId id="274" r:id="rId5"/>
    <p:sldId id="275" r:id="rId6"/>
    <p:sldId id="276" r:id="rId7"/>
    <p:sldId id="277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41" d="100"/>
          <a:sy n="41" d="100"/>
        </p:scale>
        <p:origin x="66" y="8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C196A-051E-4C91-AC03-E978384F8BD6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D32067-A0AC-455D-984F-0F6D9C77BB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35FD24-D04D-47AD-89D2-D2F11080AC06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83C5B9-BC64-4B3F-BC52-4DBC975F44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1BA319-F642-4E8F-AE03-F31BA190C77F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A7362A-5F43-4FF0-9E47-F38BE1FF06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A4910C-B117-4FD1-9B63-EF6FA8243A22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9B56DD-BA82-4D5D-BACE-6DBFA7CF86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B85005-0B09-4455-B72A-FEC456696770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905488-FB86-4C89-BDCC-11EE4F9382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24E573-B36E-4057-9ED7-C6112B070BD9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0A864B-759F-46B3-8D24-B54211FD29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E510CC-194B-4F6E-81E1-0AB52F8A00A7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EEE912-FFD3-4527-8364-44EC9EB5CA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1CA393-75C4-4616-8CDD-900FBA855E95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0987A-B617-45F0-A1E9-79EE8AE477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A3E2B7-AB63-4B66-BEB3-3927B8185FF9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562DF5-D368-4604-BC41-ED903867F6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060130-A640-4918-B609-F8144F888831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A16389-5032-41E8-8A5E-CB6493B9BA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4B1A26-DC83-41E9-A920-93E9DFBE375B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8BB1E6-92D6-4F06-ACD4-0EFD85E4396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22C41D4-EA0E-418F-A590-9630D3ABDA44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2538F66-ECA2-4674-80EC-4918F3E979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34C3B-DAF2-4C70-B56C-96B409BA70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94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വന്ദനം ചെയ്തീടുവിൻ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97B900-47A2-4FA7-A092-FC18DA2999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 err="1">
                <a:solidFill>
                  <a:srgbClr val="1F497D">
                    <a:lumMod val="75000"/>
                  </a:srgbClr>
                </a:solidFill>
              </a:rPr>
              <a:t>Vandanam</a:t>
            </a:r>
            <a:r>
              <a:rPr lang="en-US" sz="4000" b="1" dirty="0">
                <a:solidFill>
                  <a:srgbClr val="1F497D">
                    <a:lumMod val="75000"/>
                  </a:srgbClr>
                </a:solidFill>
              </a:rPr>
              <a:t> </a:t>
            </a:r>
            <a:r>
              <a:rPr lang="en-US" sz="4000" b="1" dirty="0" err="1">
                <a:solidFill>
                  <a:srgbClr val="1F497D">
                    <a:lumMod val="75000"/>
                  </a:srgbClr>
                </a:solidFill>
              </a:rPr>
              <a:t>cheytheeduvin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489224-76B5-43CF-9252-B9339648D717}"/>
              </a:ext>
            </a:extLst>
          </p:cNvPr>
          <p:cNvSpPr/>
          <p:nvPr/>
        </p:nvSpPr>
        <p:spPr>
          <a:xfrm>
            <a:off x="914400" y="5812328"/>
            <a:ext cx="313419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>
                    <a:lumMod val="75000"/>
                  </a:schemeClr>
                </a:solidFill>
              </a:rPr>
              <a:t> (എം. ഇ. ചെറിയാൻ) 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060D25-D4D0-4074-BE39-59F617F3CFF5}"/>
              </a:ext>
            </a:extLst>
          </p:cNvPr>
          <p:cNvSpPr/>
          <p:nvPr/>
        </p:nvSpPr>
        <p:spPr>
          <a:xfrm>
            <a:off x="9829800" y="5812328"/>
            <a:ext cx="19207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(M.E. Cherian) 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243284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839218"/>
            <a:ext cx="12192000" cy="1333500"/>
          </a:xfrm>
        </p:spPr>
        <p:txBody>
          <a:bodyPr anchor="t"/>
          <a:lstStyle/>
          <a:p>
            <a:pPr algn="l" defTabSz="519113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സന്തതം സകലരും സന്തോഷധ്വനിയിൽ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സ്തോത്രം സംഗീതം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പാടി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					–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</a:rPr>
              <a:t>ശ്രീയേശുവേ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16A021-607F-4D89-A2AA-5CD132DDB33D}"/>
              </a:ext>
            </a:extLst>
          </p:cNvPr>
          <p:cNvSpPr/>
          <p:nvPr/>
        </p:nvSpPr>
        <p:spPr>
          <a:xfrm>
            <a:off x="0" y="599182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വന്ദനം ചെയ്തീടുവിൻ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ശ്രീയേശുവേ 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വന്ദനം ചെയ്തീടുവിൻ - നിരന്തരം</a:t>
            </a:r>
            <a:endParaRPr lang="en-US" sz="3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612597-DBD3-4D88-A7E3-0AD5A87C3DC6}"/>
              </a:ext>
            </a:extLst>
          </p:cNvPr>
          <p:cNvSpPr/>
          <p:nvPr/>
        </p:nvSpPr>
        <p:spPr>
          <a:xfrm>
            <a:off x="1" y="4651772"/>
            <a:ext cx="1219199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1.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Santhatham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sakalarum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santhosha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dhwaniyil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Sthothra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sangeetham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				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shreeyeshuve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...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FEA2BF-F523-4ED6-970E-1AF1980CCA3B}"/>
              </a:ext>
            </a:extLst>
          </p:cNvPr>
          <p:cNvSpPr/>
          <p:nvPr/>
        </p:nvSpPr>
        <p:spPr>
          <a:xfrm>
            <a:off x="2" y="3335536"/>
            <a:ext cx="1219199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Vandanam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cheytheeduvin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- Shree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yeshuve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</a:p>
          <a:p>
            <a:pPr lvl="0" algn="ctr"/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Vandanam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cheytheeduvin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-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Nirantharam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vadhanam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66868"/>
            <a:ext cx="12192000" cy="1077218"/>
          </a:xfrm>
        </p:spPr>
        <p:txBody>
          <a:bodyPr anchor="t"/>
          <a:lstStyle/>
          <a:p>
            <a:pPr algn="l" defTabSz="519113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രാജിത മഹസ്സെഴും മാമനുസുതനെ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രാജസമ്മാനിതനേ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				–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</a:rPr>
              <a:t>ശ്രീയേശുവേ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16A021-607F-4D89-A2AA-5CD132DDB33D}"/>
              </a:ext>
            </a:extLst>
          </p:cNvPr>
          <p:cNvSpPr/>
          <p:nvPr/>
        </p:nvSpPr>
        <p:spPr>
          <a:xfrm>
            <a:off x="0" y="2057400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വന്ദനം ചെയ്തീടുവിൻ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ശ്രീയേശുവേ  </a:t>
            </a:r>
            <a:b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വന്ദനം ചെയ്തീടുവിൻ - നിരന്തരം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612597-DBD3-4D88-A7E3-0AD5A87C3DC6}"/>
              </a:ext>
            </a:extLst>
          </p:cNvPr>
          <p:cNvSpPr/>
          <p:nvPr/>
        </p:nvSpPr>
        <p:spPr>
          <a:xfrm>
            <a:off x="0" y="3710341"/>
            <a:ext cx="1219199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2. Raajitha mahassezhum maamanusuthane</a:t>
            </a:r>
          </a:p>
          <a:p>
            <a:r>
              <a:rPr lang="fi-FI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Raaja sammanithane					- shreeyeshuve...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FEA2BF-F523-4ED6-970E-1AF1980CCA3B}"/>
              </a:ext>
            </a:extLst>
          </p:cNvPr>
          <p:cNvSpPr/>
          <p:nvPr/>
        </p:nvSpPr>
        <p:spPr>
          <a:xfrm>
            <a:off x="17587" y="4913914"/>
            <a:ext cx="1219199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Vandanam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cheytheeduvin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- Shree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yeshuve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</a:p>
          <a:p>
            <a:pPr lvl="0" algn="ctr"/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Vandanam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cheytheeduvin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-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Nirantharam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vadhanam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1495235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66868"/>
            <a:ext cx="12192000" cy="1077218"/>
          </a:xfrm>
        </p:spPr>
        <p:txBody>
          <a:bodyPr anchor="t"/>
          <a:lstStyle/>
          <a:p>
            <a:pPr algn="l" defTabSz="519113"/>
            <a:r>
              <a:rPr lang="ml-IN" sz="3200" b="1" dirty="0">
                <a:latin typeface="Kartika" panose="02020503030404060203" pitchFamily="18" charset="0"/>
              </a:rPr>
              <a:t>3	കല്ലറ തുറന്നു വൻവൈരിയെ തകർത്തു 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	വല്ലഭനായവനെ </a:t>
            </a:r>
            <a:r>
              <a:rPr lang="en-US" sz="3200" b="1" dirty="0">
                <a:latin typeface="Kartika" panose="02020503030404060203" pitchFamily="18" charset="0"/>
              </a:rPr>
              <a:t>				</a:t>
            </a:r>
            <a:r>
              <a:rPr lang="ml-IN" sz="3200" b="1" dirty="0">
                <a:latin typeface="Kartika" panose="02020503030404060203" pitchFamily="18" charset="0"/>
              </a:rPr>
              <a:t>- ശ്രീയേശുവേ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16A021-607F-4D89-A2AA-5CD132DDB33D}"/>
              </a:ext>
            </a:extLst>
          </p:cNvPr>
          <p:cNvSpPr/>
          <p:nvPr/>
        </p:nvSpPr>
        <p:spPr>
          <a:xfrm>
            <a:off x="0" y="2057400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വന്ദനം ചെയ്തീടുവിൻ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ശ്രീയേശുവേ  </a:t>
            </a:r>
            <a:b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വന്ദനം ചെയ്തീടുവിൻ - നിരന്തരം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612597-DBD3-4D88-A7E3-0AD5A87C3DC6}"/>
              </a:ext>
            </a:extLst>
          </p:cNvPr>
          <p:cNvSpPr/>
          <p:nvPr/>
        </p:nvSpPr>
        <p:spPr>
          <a:xfrm>
            <a:off x="0" y="3710341"/>
            <a:ext cx="1219199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3. Kallarha thurhannu van vairiye thakarthu</a:t>
            </a:r>
          </a:p>
          <a:p>
            <a:r>
              <a:rPr lang="fi-FI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Vallabhanaayavane						- shreeyeshuve...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FEA2BF-F523-4ED6-970E-1AF1980CCA3B}"/>
              </a:ext>
            </a:extLst>
          </p:cNvPr>
          <p:cNvSpPr/>
          <p:nvPr/>
        </p:nvSpPr>
        <p:spPr>
          <a:xfrm>
            <a:off x="17587" y="4913914"/>
            <a:ext cx="1219199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Vandanam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cheytheeduvin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- Shree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yeshuve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</a:p>
          <a:p>
            <a:pPr lvl="0" algn="ctr"/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Vandanam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cheytheeduvin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-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Nirantharam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vadhanam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8920283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66868"/>
            <a:ext cx="12192000" cy="1077218"/>
          </a:xfrm>
        </p:spPr>
        <p:txBody>
          <a:bodyPr anchor="t"/>
          <a:lstStyle/>
          <a:p>
            <a:pPr algn="l" defTabSz="519113"/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4	നിത്യവും നമുക്കുള്ള ഭാരങ്ങളഖിലം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	തീർത്തു തരുന്നവനെ 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- </a:t>
            </a:r>
            <a:r>
              <a:rPr lang="ml-IN" sz="3200" b="1" dirty="0">
                <a:latin typeface="Kartika" panose="02020503030404060203" pitchFamily="18" charset="0"/>
              </a:rPr>
              <a:t>ശ്രീയേശുവേ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16A021-607F-4D89-A2AA-5CD132DDB33D}"/>
              </a:ext>
            </a:extLst>
          </p:cNvPr>
          <p:cNvSpPr/>
          <p:nvPr/>
        </p:nvSpPr>
        <p:spPr>
          <a:xfrm>
            <a:off x="0" y="2057400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വന്ദനം ചെയ്തീടുവിൻ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ശ്രീയേശുവേ  </a:t>
            </a:r>
            <a:b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വന്ദനം ചെയ്തീടുവിൻ - നിരന്തരം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612597-DBD3-4D88-A7E3-0AD5A87C3DC6}"/>
              </a:ext>
            </a:extLst>
          </p:cNvPr>
          <p:cNvSpPr/>
          <p:nvPr/>
        </p:nvSpPr>
        <p:spPr>
          <a:xfrm>
            <a:off x="0" y="3710341"/>
            <a:ext cx="1219199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4. Nithyavum namukkullha bhaarangalhakhilam</a:t>
            </a:r>
          </a:p>
          <a:p>
            <a:r>
              <a:rPr lang="fi-FI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Theerthu tharunnavane					- shreeyeshuve...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FEA2BF-F523-4ED6-970E-1AF1980CCA3B}"/>
              </a:ext>
            </a:extLst>
          </p:cNvPr>
          <p:cNvSpPr/>
          <p:nvPr/>
        </p:nvSpPr>
        <p:spPr>
          <a:xfrm>
            <a:off x="17587" y="4913914"/>
            <a:ext cx="1219199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Vandanam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cheytheeduvin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- Shree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yeshuve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</a:p>
          <a:p>
            <a:pPr lvl="0" algn="ctr"/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Vandanam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cheytheeduvin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-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Nirantharam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vadhanam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6013239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66868"/>
            <a:ext cx="12192000" cy="1077218"/>
          </a:xfrm>
        </p:spPr>
        <p:txBody>
          <a:bodyPr anchor="t"/>
          <a:lstStyle/>
          <a:p>
            <a:pPr algn="l" defTabSz="519113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5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ഭീതിയാം കൂരിരുളഖിലവും നീക്കും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നീതിയിൻ സൂര്യനാകും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	 -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</a:rPr>
              <a:t>ശ്രീയേശുവേ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16A021-607F-4D89-A2AA-5CD132DDB33D}"/>
              </a:ext>
            </a:extLst>
          </p:cNvPr>
          <p:cNvSpPr/>
          <p:nvPr/>
        </p:nvSpPr>
        <p:spPr>
          <a:xfrm>
            <a:off x="0" y="2057400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വന്ദനം ചെയ്തീടുവിൻ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ശ്രീയേശുവേ  </a:t>
            </a:r>
            <a:b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വന്ദനം ചെയ്തീടുവിൻ - നിരന്തരം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612597-DBD3-4D88-A7E3-0AD5A87C3DC6}"/>
              </a:ext>
            </a:extLst>
          </p:cNvPr>
          <p:cNvSpPr/>
          <p:nvPr/>
        </p:nvSpPr>
        <p:spPr>
          <a:xfrm>
            <a:off x="0" y="3710341"/>
            <a:ext cx="1219199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5. Bheethiyaam koorirulhakhilavum neekkum</a:t>
            </a:r>
          </a:p>
          <a:p>
            <a:r>
              <a:rPr lang="fi-FI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 Neethiyin sooryanaakum				- shreeyeshuve...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FEA2BF-F523-4ED6-970E-1AF1980CCA3B}"/>
              </a:ext>
            </a:extLst>
          </p:cNvPr>
          <p:cNvSpPr/>
          <p:nvPr/>
        </p:nvSpPr>
        <p:spPr>
          <a:xfrm>
            <a:off x="17587" y="4913914"/>
            <a:ext cx="1219199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Vandanam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cheytheeduvin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- Shree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yeshuve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</a:p>
          <a:p>
            <a:pPr lvl="0" algn="ctr"/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Vandanam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cheytheeduvin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-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Nirantharam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vadhanam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1545154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66868"/>
            <a:ext cx="12192000" cy="1077218"/>
          </a:xfrm>
        </p:spPr>
        <p:txBody>
          <a:bodyPr anchor="t"/>
          <a:lstStyle/>
          <a:p>
            <a:pPr algn="l" defTabSz="519113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6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പാപമില്ലാത്തതൻ പരിശുദ്ധനാമം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പാടി സ്തുതിച്ചിടുവിൻ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			-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</a:rPr>
              <a:t>ശ്രീയേശുവേ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16A021-607F-4D89-A2AA-5CD132DDB33D}"/>
              </a:ext>
            </a:extLst>
          </p:cNvPr>
          <p:cNvSpPr/>
          <p:nvPr/>
        </p:nvSpPr>
        <p:spPr>
          <a:xfrm>
            <a:off x="0" y="2057400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വന്ദനം ചെയ്തീടുവിൻ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ശ്രീയേശുവേ  </a:t>
            </a:r>
            <a:b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വന്ദനം ചെയ്തീടുവിൻ - നിരന്തരം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612597-DBD3-4D88-A7E3-0AD5A87C3DC6}"/>
              </a:ext>
            </a:extLst>
          </p:cNvPr>
          <p:cNvSpPr/>
          <p:nvPr/>
        </p:nvSpPr>
        <p:spPr>
          <a:xfrm>
            <a:off x="0" y="3710341"/>
            <a:ext cx="1219199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6. Paapamillatha than parishudha naamam</a:t>
            </a:r>
          </a:p>
          <a:p>
            <a:r>
              <a:rPr lang="fi-FI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Paadi sthuthicheeduvin					- shreeyeshuve...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FEA2BF-F523-4ED6-970E-1AF1980CCA3B}"/>
              </a:ext>
            </a:extLst>
          </p:cNvPr>
          <p:cNvSpPr/>
          <p:nvPr/>
        </p:nvSpPr>
        <p:spPr>
          <a:xfrm>
            <a:off x="17587" y="4913914"/>
            <a:ext cx="1219199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Vandanam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cheytheeduvin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- Shree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yeshuve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</a:p>
          <a:p>
            <a:pPr lvl="0" algn="ctr"/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Vandanam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cheytheeduvin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-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Nirantharam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vadhanam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5EAC58-620E-4C49-B78D-2D90C426F669}"/>
              </a:ext>
            </a:extLst>
          </p:cNvPr>
          <p:cNvSpPr/>
          <p:nvPr/>
        </p:nvSpPr>
        <p:spPr>
          <a:xfrm>
            <a:off x="9347951" y="3173579"/>
            <a:ext cx="28440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/>
              <a:t> (എം. ഇ. ചെറിയാൻ) 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04AD87-5030-46E6-B692-3C7B40DFD8E7}"/>
              </a:ext>
            </a:extLst>
          </p:cNvPr>
          <p:cNvSpPr/>
          <p:nvPr/>
        </p:nvSpPr>
        <p:spPr>
          <a:xfrm>
            <a:off x="9895376" y="5991132"/>
            <a:ext cx="17491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(M.E. Cherian)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907372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943</TotalTime>
  <Words>175</Words>
  <Application>Microsoft Office PowerPoint</Application>
  <PresentationFormat>Widescreen</PresentationFormat>
  <Paragraphs>48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Kartika</vt:lpstr>
      <vt:lpstr>Office Theme</vt:lpstr>
      <vt:lpstr>94 വന്ദനം ചെയ്തീടുവിൻ</vt:lpstr>
      <vt:lpstr>1 സന്തതം സകലരും സന്തോഷധ്വനിയിൽ   സ്തോത്രം സംഗീതം പാടി      – ശ്രീയേശുവേ</vt:lpstr>
      <vt:lpstr>2 രാജിത മഹസ്സെഴും മാമനുസുതനെ   രാജസമ്മാനിതനേ     – ശ്രീയേശുവേ</vt:lpstr>
      <vt:lpstr>3 കല്ലറ തുറന്നു വൻവൈരിയെ തകർത്തു   വല്ലഭനായവനെ     - ശ്രീയേശുവേ</vt:lpstr>
      <vt:lpstr>4 നിത്യവും നമുക്കുള്ള ഭാരങ്ങളഖിലം   തീർത്തു തരുന്നവനെ    - ശ്രീയേശുവേ</vt:lpstr>
      <vt:lpstr>5 ഭീതിയാം കൂരിരുളഖിലവും നീക്കും   നീതിയിൻ സൂര്യനാകും    - ശ്രീയേശുവേ</vt:lpstr>
      <vt:lpstr>6 പാപമില്ലാത്തതൻ പരിശുദ്ധനാമം   പാടി സ്തുതിച്ചിടുവിൻ    - ശ്രീയേശുവേ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Vandanam cheytheeduvin</dc:title>
  <dc:creator>Digital Input:; GM JOHN; Acsah Mathews</dc:creator>
  <cp:lastModifiedBy>Acsah Mathews</cp:lastModifiedBy>
  <cp:revision>311</cp:revision>
  <dcterms:created xsi:type="dcterms:W3CDTF">2013-04-19T09:19:07Z</dcterms:created>
  <dcterms:modified xsi:type="dcterms:W3CDTF">2018-11-01T18:00:54Z</dcterms:modified>
</cp:coreProperties>
</file>