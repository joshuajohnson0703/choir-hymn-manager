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0" r:id="rId3"/>
    <p:sldId id="271" r:id="rId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CE4A4-B1BC-42D1-AA6B-2B0FB135966F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D48C-EC4F-4132-A7EA-75AE058235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621BF-4FEB-4EF0-827B-6DB5614082E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46BFD-EE8B-488D-8794-1DDD5BB20B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9CC44-9C92-415C-9A24-C5B638BF85AE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0C057-4F3D-4DC5-99D6-96167D765C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B9D0C-CD3E-4186-8FB5-08C3D939822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B70E91-9FAB-4D96-B927-A315327474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9F9C6-3207-4CBC-8220-6381C0FEFC2D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1A152-8D32-4F07-B4A3-ED00A4BC0F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26918-99B5-4585-82E8-1D52F4E9FD8B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71BA6-9833-463E-96C0-C5416E1DAB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ACBF9-4B98-48BC-AE48-E47A25162BB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354E1-9023-43EB-BD95-111E4C4C12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45819-15BF-454F-B233-F10F4B0717C1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93495-89C2-4B4A-B488-0EBC7A74CA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108C8-8007-4521-89E6-E9F1D6737216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5BBD6-3351-466C-9929-CA5D8AB238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7F7CA-675F-47FD-AE93-024BDB049C7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B91182-3B5C-4CB6-929D-91BB963EE1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1D886-0C73-400D-B5CF-0B5B10A71F93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EAD25-F1F7-4227-B4DD-0635AD7EC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B60B412-472C-43C3-A9E2-46F1534DD02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ADE078-CF5B-412A-A49C-47C050E1E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ACF3-9541-4330-9B62-B298EF5F24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സേനകളിന്‍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പരന്‍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11FFE-CCED-4C23-B526-A282B91EF6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Senakalhin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paran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564029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381000"/>
            <a:ext cx="10439400" cy="2819400"/>
          </a:xfrm>
        </p:spPr>
        <p:txBody>
          <a:bodyPr anchor="t"/>
          <a:lstStyle/>
          <a:p>
            <a:pPr algn="l" defTabSz="4572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സേനകളിന്‍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പരന്‍ യഹോവാ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പരിശുദ്ധന്‍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പരിശുദ്ധന്‍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പരിശുദ്ധന്‍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ആമേന്‍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തിരുമഹത്വം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നിറഞ്ഞീടുന്നു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പാരിലെങ്ങും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ഹാലേലൂയ്യാ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4028DC-9B56-4295-9D3E-27645DEC08F0}"/>
              </a:ext>
            </a:extLst>
          </p:cNvPr>
          <p:cNvSpPr/>
          <p:nvPr/>
        </p:nvSpPr>
        <p:spPr>
          <a:xfrm>
            <a:off x="1066800" y="3657601"/>
            <a:ext cx="9982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Senakalhin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Yehovaa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Aamen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Thirumahathwam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niranjeedunnu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Paarilengum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Haalèluyya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609601"/>
            <a:ext cx="11125200" cy="3048000"/>
          </a:xfrm>
        </p:spPr>
        <p:txBody>
          <a:bodyPr anchor="t"/>
          <a:lstStyle/>
          <a:p>
            <a:pPr algn="l" defTabSz="4572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സര്‍വ്വശക്തന്‍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പരന്‍ യഹോവാ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പരിശുദ്ധന്‍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പരിശുദ്ധന്‍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പരിശുദ്ധന്‍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ആമേന്‍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ഇരുന്നവന്‍താന്‍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ഇരിക്കുന്നവന്‍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വരുന്നവന്‍താന്‍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ഹാലേലൂയ്യാ!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</a:t>
            </a:r>
            <a:r>
              <a:rPr lang="en-US" sz="2600" dirty="0">
                <a:latin typeface="Kartika" panose="02020503030404060203" pitchFamily="18" charset="0"/>
                <a:cs typeface="Kartika" panose="02020503030404060203" pitchFamily="18" charset="0"/>
              </a:rPr>
              <a:t>	(</a:t>
            </a:r>
            <a:r>
              <a:rPr lang="ml-IN" sz="2600" dirty="0">
                <a:latin typeface="Kartika" panose="02020503030404060203" pitchFamily="18" charset="0"/>
                <a:cs typeface="Kartika" panose="02020503030404060203" pitchFamily="18" charset="0"/>
              </a:rPr>
              <a:t>മോശവത്സലം</a:t>
            </a:r>
            <a:r>
              <a:rPr lang="en-US" sz="2600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C7201-BE68-4951-8DC6-46BDAE403440}"/>
              </a:ext>
            </a:extLst>
          </p:cNvPr>
          <p:cNvSpPr/>
          <p:nvPr/>
        </p:nvSpPr>
        <p:spPr>
          <a:xfrm>
            <a:off x="1066800" y="3657601"/>
            <a:ext cx="11125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Sarvashakthan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Yehovaa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Parishudhan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Aamen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Irunnavan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thaan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irikkunnavan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Varunnavan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than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Haalèluyya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(</a:t>
            </a:r>
            <a:r>
              <a:rPr lang="en-US" sz="2600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Moshavatsalam</a:t>
            </a:r>
            <a:r>
              <a:rPr lang="en-US" sz="26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275820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52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Kartika</vt:lpstr>
      <vt:lpstr>Office Theme</vt:lpstr>
      <vt:lpstr>47 സേനകളിന്‍ പരന്‍</vt:lpstr>
      <vt:lpstr>1 സേനകളിന്‍ - പരന്‍ യഹോവാ   പരിശുദ്ധന്‍ - പരിശുദ്ധന്‍   പരിശുദ്ധന്‍ - ആമേന്‍   തിരുമഹത്വം - നിറഞ്ഞീടുന്നു  പാരിലെങ്ങും - ഹാലേലൂയ്യാ  </vt:lpstr>
      <vt:lpstr>2 സര്‍വ്വശക്തന്‍ - പരന്‍ യഹോവാ   പരിശുദ്ധന്‍ - പരിശുദ്ധന്‍   പരിശുദ്ധന്‍ - ആമേന്‍   ഇരുന്നവന്‍താന്‍ - ഇരിക്കുന്നവന്‍   വരുന്നവന്‍താന്‍ - ഹാലേലൂയ്യാ!                  (മോശവത്സലം)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Senakalin paran</dc:title>
  <dc:creator>Digital Input:;GM JOHN</dc:creator>
  <cp:lastModifiedBy>Acsah Mathews</cp:lastModifiedBy>
  <cp:revision>232</cp:revision>
  <dcterms:created xsi:type="dcterms:W3CDTF">2013-04-19T09:19:07Z</dcterms:created>
  <dcterms:modified xsi:type="dcterms:W3CDTF">2018-10-29T13:09:34Z</dcterms:modified>
</cp:coreProperties>
</file>