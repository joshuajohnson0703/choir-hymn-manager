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8" r:id="rId4"/>
    <p:sldId id="279" r:id="rId5"/>
    <p:sldId id="280" r:id="rId6"/>
    <p:sldId id="282" r:id="rId7"/>
    <p:sldId id="283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CBBCC-5531-40FA-A4A5-D98BBCC30E5D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92BCF5-F77D-439F-9900-3EFF766C69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C0ACA-C670-48C6-9AA0-69DD0B8CCACF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A54F7-1456-4DD2-BE98-81B3186189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8E783-A715-4CBF-9E24-0A21ECE2A88D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B1567-DBB2-4770-8405-BB4D8FFD0F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715A4-E1E0-4C72-9771-4A37AF38F4E4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60D02-BCD0-42BB-BA96-EDFFAB718F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0B730-995C-4FE5-B7B3-408DAFB184C8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168A96-512E-4727-B340-7C232B4975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A2705-910D-4196-8BF7-EDC0DEB6484F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1980C-A1DA-41E7-95A9-B748CA443E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55665-3AA1-4435-A746-52AE9B51712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CB1324-7832-4E00-A316-17B862719F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39895-EED2-4904-9DB7-9BE7709A317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E209-5F79-44E4-ABCF-C659B79AB2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85FD25-1B59-44DE-BFD1-377B8ED7BE0F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0F18F2-B6E3-44FF-B73E-4099552E5E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027F1-BE2A-493B-9FAD-55B8BD84283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A00A2-C110-48CA-A350-C814D7A031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31C22-0529-4DB7-9290-C20AA386481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96FBF-F637-41A8-B661-191B365ADE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CF1D200-BB71-40AD-AD7A-1B318458BF39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C17280F-4BEC-4B0C-8254-2ECB783476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3A6B5-A8A9-4E38-8EDB-387DE8567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752600"/>
          </a:xfrm>
        </p:spPr>
        <p:txBody>
          <a:bodyPr/>
          <a:lstStyle/>
          <a:p>
            <a:r>
              <a:rPr lang="en-US" dirty="0"/>
              <a:t>41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മാനസമേ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b="1" dirty="0">
                <a:latin typeface="Kartika" panose="02020503030404060203" pitchFamily="18" charset="0"/>
              </a:rPr>
              <a:t> ശ്രീയേശുവെ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FBB73-C119-4F20-852E-92307D90C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Maanasamey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shree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Yeshuvey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52064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011" y="296460"/>
            <a:ext cx="12192000" cy="1371600"/>
          </a:xfrm>
        </p:spPr>
        <p:txBody>
          <a:bodyPr anchor="t"/>
          <a:lstStyle/>
          <a:p>
            <a:pPr defTabSz="40481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ശ്രീയേശുവെ ഭജ നീ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മതികെട്ടുപോകാതെ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3589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3507F9-F1C8-4B3E-9382-DC273055CF11}"/>
              </a:ext>
            </a:extLst>
          </p:cNvPr>
          <p:cNvSpPr/>
          <p:nvPr/>
        </p:nvSpPr>
        <p:spPr>
          <a:xfrm>
            <a:off x="0" y="176700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1.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മന്നവമന്നവനുന്നതനായക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നന്ദനനാം മനുവേലനെ എന്നും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മാന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3DD04-D57C-46F3-9314-EFA1F3E9FFF3}"/>
              </a:ext>
            </a:extLst>
          </p:cNvPr>
          <p:cNvSpPr/>
          <p:nvPr/>
        </p:nvSpPr>
        <p:spPr>
          <a:xfrm>
            <a:off x="32083" y="3810000"/>
            <a:ext cx="1215590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Maanasamey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bhaja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mathikettupôkaathey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2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Mannava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mannava-nunnatha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Nandananaam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manu-vèlaney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-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981875"/>
            <a:ext cx="12192000" cy="1371600"/>
          </a:xfrm>
        </p:spPr>
        <p:txBody>
          <a:bodyPr anchor="t"/>
          <a:lstStyle/>
          <a:p>
            <a:pPr defTabSz="40481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ശ്രീയേശുവെ ഭജ നീ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മതികെട്ടുപോകാതെ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3589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3507F9-F1C8-4B3E-9382-DC273055CF11}"/>
              </a:ext>
            </a:extLst>
          </p:cNvPr>
          <p:cNvSpPr/>
          <p:nvPr/>
        </p:nvSpPr>
        <p:spPr>
          <a:xfrm>
            <a:off x="0" y="7950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2.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ബെതലേം പുരിയതിലൊരു പശുശാലേ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യുദജയായൊരുനാരിയില്‍ ജനിച്ചോന്‍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3DD04-D57C-46F3-9314-EFA1F3E9FFF3}"/>
              </a:ext>
            </a:extLst>
          </p:cNvPr>
          <p:cNvSpPr/>
          <p:nvPr/>
        </p:nvSpPr>
        <p:spPr>
          <a:xfrm>
            <a:off x="32083" y="3810000"/>
            <a:ext cx="1215590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Bèthalèm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puriyathiloru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pashu-shaaley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Yoodajayaayoru-naariyil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janichchon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Maanasamey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shree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bhaja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mathikettupôkaathey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2131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981875"/>
            <a:ext cx="12192000" cy="1371600"/>
          </a:xfrm>
        </p:spPr>
        <p:txBody>
          <a:bodyPr anchor="t"/>
          <a:lstStyle/>
          <a:p>
            <a:pPr defTabSz="40481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ശ്രീയേശുവെ ഭജ നീ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മതികെട്ടുപോകാതെ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3589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3507F9-F1C8-4B3E-9382-DC273055CF11}"/>
              </a:ext>
            </a:extLst>
          </p:cNvPr>
          <p:cNvSpPr/>
          <p:nvPr/>
        </p:nvSpPr>
        <p:spPr>
          <a:xfrm>
            <a:off x="0" y="7950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പാരിടരുടെ പരമാധികള്‍ തീര്‍പ്പാന്‍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ക്രൂരതയേറിയ വേദന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സഹിച്ചോന്‍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3DD04-D57C-46F3-9314-EFA1F3E9FFF3}"/>
              </a:ext>
            </a:extLst>
          </p:cNvPr>
          <p:cNvSpPr/>
          <p:nvPr/>
        </p:nvSpPr>
        <p:spPr>
          <a:xfrm>
            <a:off x="32083" y="3810000"/>
            <a:ext cx="1215590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Paaridarudey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para-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maadhikalh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theerppaan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Kroorathayèriya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vèdana-sahichchon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Maanasamey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shree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bhaja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mathikettupôkaathey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401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981875"/>
            <a:ext cx="12192000" cy="1371600"/>
          </a:xfrm>
        </p:spPr>
        <p:txBody>
          <a:bodyPr anchor="t"/>
          <a:lstStyle/>
          <a:p>
            <a:pPr defTabSz="40481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ശ്രീയേശുവെ ഭജ നീ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മതികെട്ടുപോകാതെ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3589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3507F9-F1C8-4B3E-9382-DC273055CF11}"/>
              </a:ext>
            </a:extLst>
          </p:cNvPr>
          <p:cNvSpPr/>
          <p:nvPr/>
        </p:nvSpPr>
        <p:spPr>
          <a:xfrm>
            <a:off x="0" y="7950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യെറുശലേം നഗരിയിലുയിരു വെടിഞ്ഞു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കുരിശതിലങ്ങേറി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മരിച്ചോൻ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3DD04-D57C-46F3-9314-EFA1F3E9FFF3}"/>
              </a:ext>
            </a:extLst>
          </p:cNvPr>
          <p:cNvSpPr/>
          <p:nvPr/>
        </p:nvSpPr>
        <p:spPr>
          <a:xfrm>
            <a:off x="32083" y="3810000"/>
            <a:ext cx="12155905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Yerushalam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nagariyi-luyiru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vedinju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Oru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kurishathila-angèri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marichchôn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endParaRPr lang="en-US" sz="2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Maanasamey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shree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bhaja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mathikettupôkaathey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033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981875"/>
            <a:ext cx="12192000" cy="1371600"/>
          </a:xfrm>
        </p:spPr>
        <p:txBody>
          <a:bodyPr anchor="t"/>
          <a:lstStyle/>
          <a:p>
            <a:pPr defTabSz="40481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ശ്രീയേശുവെ ഭജ നീ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മതികെട്ടുപോകാതെ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3589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3507F9-F1C8-4B3E-9382-DC273055CF11}"/>
              </a:ext>
            </a:extLst>
          </p:cNvPr>
          <p:cNvSpPr/>
          <p:nvPr/>
        </p:nvSpPr>
        <p:spPr>
          <a:xfrm>
            <a:off x="0" y="7950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നരകാരിഷ്ടത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തീര്‍ത്തുടനെ മുന്‍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അരുള്‍പോല്‍ മൂന്നാം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ദിവസമുയിര്‍ത്തോന്‍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3DD04-D57C-46F3-9314-EFA1F3E9FFF3}"/>
              </a:ext>
            </a:extLst>
          </p:cNvPr>
          <p:cNvSpPr/>
          <p:nvPr/>
        </p:nvSpPr>
        <p:spPr>
          <a:xfrm>
            <a:off x="32083" y="3810000"/>
            <a:ext cx="1215590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5.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Narakaarishtatha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theertthudaney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-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Arulh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pol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moonnaam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divasamuyirththôn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endParaRPr lang="en-US" sz="2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Maanasamey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shree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bhaja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mathikettupôkaathey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7581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981875"/>
            <a:ext cx="12192000" cy="1371600"/>
          </a:xfrm>
        </p:spPr>
        <p:txBody>
          <a:bodyPr anchor="t"/>
          <a:lstStyle/>
          <a:p>
            <a:pPr defTabSz="40481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ശ്രീയേശുവെ ഭജ നീ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മതികെട്ടുപോകാതെ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3589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3507F9-F1C8-4B3E-9382-DC273055CF11}"/>
              </a:ext>
            </a:extLst>
          </p:cNvPr>
          <p:cNvSpPr/>
          <p:nvPr/>
        </p:nvSpPr>
        <p:spPr>
          <a:xfrm>
            <a:off x="0" y="795079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6.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നരരിപുവരനെ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ജയിച്ചതിഘോഷം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പരമണ്ഡലമതിലേറി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യിരിപ്പോന്‍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3DD04-D57C-46F3-9314-EFA1F3E9FFF3}"/>
              </a:ext>
            </a:extLst>
          </p:cNvPr>
          <p:cNvSpPr/>
          <p:nvPr/>
        </p:nvSpPr>
        <p:spPr>
          <a:xfrm>
            <a:off x="32083" y="3810000"/>
            <a:ext cx="1215590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6.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Nararipu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varaney-jayichchathighosham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Paramandalamathilèri-yiripp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endParaRPr lang="en-US" sz="2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Maanasamey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shree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bhaja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mathikettupôkaathey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00FFA-616B-4369-8103-75B3E97A0FFA}"/>
              </a:ext>
            </a:extLst>
          </p:cNvPr>
          <p:cNvSpPr/>
          <p:nvPr/>
        </p:nvSpPr>
        <p:spPr>
          <a:xfrm>
            <a:off x="9755055" y="6302990"/>
            <a:ext cx="21725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(</a:t>
            </a:r>
            <a:r>
              <a:rPr lang="en-US" sz="2000" dirty="0" err="1">
                <a:solidFill>
                  <a:srgbClr val="000000"/>
                </a:solidFill>
              </a:rPr>
              <a:t>K.M.Varughese</a:t>
            </a:r>
            <a:r>
              <a:rPr lang="en-US" sz="2000" dirty="0">
                <a:solidFill>
                  <a:srgbClr val="000000"/>
                </a:solidFill>
              </a:rPr>
              <a:t>) 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48FC88-D617-4754-898C-D51AA4FC6A18}"/>
              </a:ext>
            </a:extLst>
          </p:cNvPr>
          <p:cNvSpPr/>
          <p:nvPr/>
        </p:nvSpPr>
        <p:spPr>
          <a:xfrm>
            <a:off x="9276014" y="3048000"/>
            <a:ext cx="29338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  <a:t>(കെ. എം. വറുഗീസ്)</a:t>
            </a:r>
            <a:endParaRPr lang="en-US" sz="2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321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171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41 മാനസമേ! ശ്രീയേശുവെ</vt:lpstr>
      <vt:lpstr>മാനസമേ! ശ്രീയേശുവെ ഭജ നീ മതികെട്ടുപോകാതെ  </vt:lpstr>
      <vt:lpstr>മാനസമേ! ശ്രീയേശുവെ ഭജ നീ മതികെട്ടുപോകാതെ  </vt:lpstr>
      <vt:lpstr>മാനസമേ! ശ്രീയേശുവെ ഭജ നീ മതികെട്ടുപോകാതെ  </vt:lpstr>
      <vt:lpstr>മാനസമേ! ശ്രീയേശുവെ ഭജ നീ മതികെട്ടുപോകാതെ  </vt:lpstr>
      <vt:lpstr>മാനസമേ! ശ്രീയേശുവെ ഭജ നീ മതികെട്ടുപോകാതെ  </vt:lpstr>
      <vt:lpstr>മാനസമേ! ശ്രീയേശുവെ ഭജ നീ മതികെട്ടുപോകാതെ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Maanasame Shreeyeshuve</dc:title>
  <dc:creator>Digital Input:;GM JOHN</dc:creator>
  <cp:lastModifiedBy>Acsah Mathews</cp:lastModifiedBy>
  <cp:revision>190</cp:revision>
  <dcterms:created xsi:type="dcterms:W3CDTF">2013-04-19T09:19:07Z</dcterms:created>
  <dcterms:modified xsi:type="dcterms:W3CDTF">2018-10-26T17:55:20Z</dcterms:modified>
</cp:coreProperties>
</file>