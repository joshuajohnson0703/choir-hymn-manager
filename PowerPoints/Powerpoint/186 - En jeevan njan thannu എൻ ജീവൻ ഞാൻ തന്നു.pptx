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7" r:id="rId2"/>
    <p:sldId id="271" r:id="rId3"/>
    <p:sldId id="278" r:id="rId4"/>
    <p:sldId id="279" r:id="rId5"/>
    <p:sldId id="280" r:id="rId6"/>
    <p:sldId id="281" r:id="rId7"/>
    <p:sldId id="282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2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044E60-3BC1-4641-B974-63E21763F758}" type="datetimeFigureOut">
              <a:rPr lang="en-US" smtClean="0"/>
              <a:t>11/7/2018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0CD442-D0BC-4EEA-AF0B-16912E5A2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18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CD442-D0BC-4EEA-AF0B-16912E5A218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689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CD442-D0BC-4EEA-AF0B-16912E5A218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329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CD442-D0BC-4EEA-AF0B-16912E5A218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867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CD442-D0BC-4EEA-AF0B-16912E5A218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5882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CD442-D0BC-4EEA-AF0B-16912E5A218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17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CD442-D0BC-4EEA-AF0B-16912E5A218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32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1C9865-D692-46F5-B217-3D277A72EF5F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A75EB1-6853-4747-93B8-46A7FA564A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B09D3-B17B-420D-B0BF-07835BF02CEE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75C1EB-D76F-48FC-8707-CA30927A80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E58F84-0BF8-48B5-B9F5-4A7353625037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C56154-DBF1-4001-9A44-2453937D6D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932CF1-8D30-40F3-A028-12E9300B7B63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90EC2A-5F08-4B76-9714-BCF2E20B3C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C89154-E2B0-4ACC-883B-831CEAA5C10F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345836-1392-4F05-ADE3-1A0C2CF28C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30EA0F-7661-4E77-BEB3-89F6092BDD40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4765CD-4D51-442F-89C9-60DE5CFBF5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C664D0-4CAD-49EC-AC8D-387A4437DBE8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BB2AEF-1807-4814-AC81-399D9EE111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9A8787-99CB-4F80-A7F5-F90B5DBD7690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962112-59D0-4C82-9BBA-79CA654649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3F9253-4C0C-4550-940F-BC8F095697E7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A7BD3B-282C-4544-B8FF-73E0DDBEA3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FFA65B-A49B-493B-A1A2-C2E22A252CA9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B561B9-A47C-4BCC-BCFB-66ACAAB0D8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65E33E-60E9-4F46-9243-E3D1DFB28764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E5E6C2-6628-437E-AACB-F778EE2C72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42995FD-D55B-4A48-A4EC-6C5BF28E42C6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F49DDCA-C9CE-4BCF-87A8-ABECEB8832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7DB92-5E92-4C7D-9E84-D127C2BAF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950954"/>
            <a:ext cx="10363200" cy="1752600"/>
          </a:xfrm>
        </p:spPr>
        <p:txBody>
          <a:bodyPr/>
          <a:lstStyle/>
          <a:p>
            <a:r>
              <a:rPr lang="en-US" dirty="0"/>
              <a:t>186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എൻ ജീവൻ ഞാൻ തന്നു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357CEC-EBE1-4150-AF0A-0383F955E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16868"/>
            <a:ext cx="12192000" cy="17526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En </a:t>
            </a:r>
            <a:r>
              <a:rPr lang="en-US" sz="4000" b="1" dirty="0" err="1">
                <a:solidFill>
                  <a:schemeClr val="tx2"/>
                </a:solidFill>
              </a:rPr>
              <a:t>jeevan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Njaan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thannu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</a:p>
          <a:p>
            <a:r>
              <a:rPr lang="en-US" sz="4000" i="1" dirty="0">
                <a:solidFill>
                  <a:schemeClr val="tx2"/>
                </a:solidFill>
              </a:rPr>
              <a:t>I gave my life for thee 	- F. R. </a:t>
            </a:r>
            <a:r>
              <a:rPr lang="en-US" sz="4000" i="1" dirty="0" err="1">
                <a:solidFill>
                  <a:schemeClr val="tx2"/>
                </a:solidFill>
              </a:rPr>
              <a:t>Havergal</a:t>
            </a:r>
            <a:endParaRPr lang="en-US" sz="4000" i="1" dirty="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2AB3E9-22F0-4B13-870F-E079A281243B}"/>
              </a:ext>
            </a:extLst>
          </p:cNvPr>
          <p:cNvSpPr/>
          <p:nvPr/>
        </p:nvSpPr>
        <p:spPr>
          <a:xfrm>
            <a:off x="2743200" y="5241394"/>
            <a:ext cx="33121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(വിവ. റവ. റ്റി. കോശി)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DD3CDF-CA70-4E5C-9301-63D96A57B595}"/>
              </a:ext>
            </a:extLst>
          </p:cNvPr>
          <p:cNvSpPr/>
          <p:nvPr/>
        </p:nvSpPr>
        <p:spPr>
          <a:xfrm>
            <a:off x="6858000" y="5241394"/>
            <a:ext cx="33835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>
                <a:solidFill>
                  <a:schemeClr val="accent2"/>
                </a:solidFill>
                <a:latin typeface="Arial" panose="020B0604020202020204" pitchFamily="34" charset="0"/>
              </a:rPr>
              <a:t>(Translation: Rev. T. Koshy) 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3147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2084" y="647201"/>
            <a:ext cx="11125201" cy="3924799"/>
          </a:xfrm>
        </p:spPr>
        <p:txBody>
          <a:bodyPr anchor="t"/>
          <a:lstStyle/>
          <a:p>
            <a:pPr algn="l" defTabSz="465138">
              <a:lnSpc>
                <a:spcPts val="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ജീവൻ ഞാൻ തന്നു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രക്തം ചൊരിഞ്ഞു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ന്നെ വീണ്ടെടുപ്പാൻ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എന്നും ജീവിപ്പാൻ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-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ജീവൻ ഞാൻ തന്നു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ന്തു തന്നെനിക്ക് ?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713D72-6A06-467F-93D6-9081B81FE99C}"/>
              </a:ext>
            </a:extLst>
          </p:cNvPr>
          <p:cNvSpPr/>
          <p:nvPr/>
        </p:nvSpPr>
        <p:spPr>
          <a:xfrm>
            <a:off x="3505200" y="2971800"/>
            <a:ext cx="8329862" cy="37182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En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En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raktham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chorinju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veededuppaan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jeevippaan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En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thannenikku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56B1B4-B4A4-469B-A754-4D94A2C09006}"/>
              </a:ext>
            </a:extLst>
          </p:cNvPr>
          <p:cNvSpPr txBox="1"/>
          <p:nvPr/>
        </p:nvSpPr>
        <p:spPr>
          <a:xfrm>
            <a:off x="-52138" y="1538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2084" y="647201"/>
            <a:ext cx="11125201" cy="3924799"/>
          </a:xfrm>
        </p:spPr>
        <p:txBody>
          <a:bodyPr anchor="t"/>
          <a:lstStyle/>
          <a:p>
            <a:pPr algn="l" defTabSz="465138">
              <a:lnSpc>
                <a:spcPts val="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ദീർഘകാലം പോക്കി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ദുഃഖം കഷ്ടങ്ങളിൽ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ആനന്ദമോക്ഷത്തിൻ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അ-ർഹനായ് തീരാൻ നീ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എ-ത്ര ശ്രമിച്ചു ഞാൻ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എ-ന്തു ചെയ്തെനിക്കായ്?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713D72-6A06-467F-93D6-9081B81FE99C}"/>
              </a:ext>
            </a:extLst>
          </p:cNvPr>
          <p:cNvSpPr/>
          <p:nvPr/>
        </p:nvSpPr>
        <p:spPr>
          <a:xfrm>
            <a:off x="3505200" y="2971800"/>
            <a:ext cx="8074025" cy="37182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Deerkha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kaalam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pôki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Dukham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kashtangalhil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Aanandamôkshaththin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Arhanaai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theeraan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</a:t>
            </a:r>
          </a:p>
          <a:p>
            <a:pPr algn="r"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Ethra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shramichu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cheithenikkaai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56B1B4-B4A4-469B-A754-4D94A2C09006}"/>
              </a:ext>
            </a:extLst>
          </p:cNvPr>
          <p:cNvSpPr txBox="1"/>
          <p:nvPr/>
        </p:nvSpPr>
        <p:spPr>
          <a:xfrm>
            <a:off x="-52138" y="1538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65184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2084" y="647201"/>
            <a:ext cx="11125201" cy="3924799"/>
          </a:xfrm>
        </p:spPr>
        <p:txBody>
          <a:bodyPr anchor="t"/>
          <a:lstStyle/>
          <a:p>
            <a:pPr algn="l" defTabSz="465138">
              <a:lnSpc>
                <a:spcPts val="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വി-ട്ടെൻ പിതൃഗ്രഹം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തേജ്ജസ്സൊത്താസനം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ധാത്രിയിൽ അലഞ്ഞു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ദുഃഖിച്ചും തനിച്ചും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എല്ലാം നിൻ പേർക്കല്ലോ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എന്തു ചെയ്തെനിക്കായ്?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713D72-6A06-467F-93D6-9081B81FE99C}"/>
              </a:ext>
            </a:extLst>
          </p:cNvPr>
          <p:cNvSpPr/>
          <p:nvPr/>
        </p:nvSpPr>
        <p:spPr>
          <a:xfrm>
            <a:off x="3505200" y="2971800"/>
            <a:ext cx="8074025" cy="37182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Vitten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Pithrugruham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Thèjassoththaasanam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Dhaathriyil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alanju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Dukhichchum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thanichum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Ellaam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pèrkkallo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cheithenikkaai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56B1B4-B4A4-469B-A754-4D94A2C09006}"/>
              </a:ext>
            </a:extLst>
          </p:cNvPr>
          <p:cNvSpPr txBox="1"/>
          <p:nvPr/>
        </p:nvSpPr>
        <p:spPr>
          <a:xfrm>
            <a:off x="-52138" y="1538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84569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2084" y="647201"/>
            <a:ext cx="11125201" cy="3924799"/>
          </a:xfrm>
        </p:spPr>
        <p:txBody>
          <a:bodyPr anchor="t"/>
          <a:lstStyle/>
          <a:p>
            <a:pPr algn="l" defTabSz="465138">
              <a:lnSpc>
                <a:spcPts val="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പാടെന്തു ഞാൻ പെട്ടു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പാതകർ കയ്യാലെ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നാവാൽ അവർണ്ണ്യമാം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നാശം ഒഴിഞ്ഞിതേ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പാടേറെ ഞാൻ പെട്ടു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പാപി എന്തേറ്റു നീ?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713D72-6A06-467F-93D6-9081B81FE99C}"/>
              </a:ext>
            </a:extLst>
          </p:cNvPr>
          <p:cNvSpPr/>
          <p:nvPr/>
        </p:nvSpPr>
        <p:spPr>
          <a:xfrm>
            <a:off x="3505200" y="2971800"/>
            <a:ext cx="8074025" cy="37182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Paadenthu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pettu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Paathakar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kayyaaley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Naavaal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avarnhyamaam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Naasham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ozhinjithey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Paadèrey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pettu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enthèttu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56B1B4-B4A4-469B-A754-4D94A2C09006}"/>
              </a:ext>
            </a:extLst>
          </p:cNvPr>
          <p:cNvSpPr txBox="1"/>
          <p:nvPr/>
        </p:nvSpPr>
        <p:spPr>
          <a:xfrm>
            <a:off x="-52138" y="1538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48449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2084" y="647201"/>
            <a:ext cx="11125201" cy="3924799"/>
          </a:xfrm>
        </p:spPr>
        <p:txBody>
          <a:bodyPr anchor="t"/>
          <a:lstStyle/>
          <a:p>
            <a:pPr algn="l" defTabSz="465138">
              <a:lnSpc>
                <a:spcPts val="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സ്വർഗ്ഗത്തിൽ നിന്നു ഞാൻ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സൗജന്യ രക്ഷയും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സ്നേഹം മോചനവും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സ-ർവ്വ വരങ്ങളും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കൊ-ണ്ടു വന്നില്ലയോ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കൊ-ണ്ടുവന്നതെന്തു നീ!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713D72-6A06-467F-93D6-9081B81FE99C}"/>
              </a:ext>
            </a:extLst>
          </p:cNvPr>
          <p:cNvSpPr/>
          <p:nvPr/>
        </p:nvSpPr>
        <p:spPr>
          <a:xfrm>
            <a:off x="3505200" y="2971800"/>
            <a:ext cx="8074025" cy="37182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Swargaththil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Soujanya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rakshayum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Sneham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mochanavum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Sarva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varangalhum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Kondu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vannillayo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Kondu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vannenthu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56B1B4-B4A4-469B-A754-4D94A2C09006}"/>
              </a:ext>
            </a:extLst>
          </p:cNvPr>
          <p:cNvSpPr txBox="1"/>
          <p:nvPr/>
        </p:nvSpPr>
        <p:spPr>
          <a:xfrm>
            <a:off x="-52138" y="1538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37100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2084" y="647201"/>
            <a:ext cx="11125201" cy="3924799"/>
          </a:xfrm>
        </p:spPr>
        <p:txBody>
          <a:bodyPr anchor="t"/>
          <a:lstStyle/>
          <a:p>
            <a:pPr algn="l" defTabSz="465138">
              <a:lnSpc>
                <a:spcPts val="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നി-ന്നായുസ്സെനിക്കായ്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നീ-പ്രതിഷ്ഠിക്കിന്നേ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ലോകവും വെറുക്ക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മോദിക്ക താപത്തിൽ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സർവ്വവും വെറുത്തു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രക്ഷകൻകൂടെവാ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713D72-6A06-467F-93D6-9081B81FE99C}"/>
              </a:ext>
            </a:extLst>
          </p:cNvPr>
          <p:cNvSpPr/>
          <p:nvPr/>
        </p:nvSpPr>
        <p:spPr>
          <a:xfrm>
            <a:off x="3505200" y="2971800"/>
            <a:ext cx="7652085" cy="37182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Ninnaayusenikkaai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prathishtikkinney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Lokavum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verukka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Modikka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thaapaththil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Sarvavum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veruththu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Rakshakan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koodey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56B1B4-B4A4-469B-A754-4D94A2C09006}"/>
              </a:ext>
            </a:extLst>
          </p:cNvPr>
          <p:cNvSpPr txBox="1"/>
          <p:nvPr/>
        </p:nvSpPr>
        <p:spPr>
          <a:xfrm>
            <a:off x="-52138" y="1538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55969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866</TotalTime>
  <Words>154</Words>
  <Application>Microsoft Office PowerPoint</Application>
  <PresentationFormat>Widescreen</PresentationFormat>
  <Paragraphs>65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186 എൻ ജീവൻ ഞാൻ തന്നു</vt:lpstr>
      <vt:lpstr>എൻ - ജീവൻ ഞാൻ തന്നു എൻ - രക്തം ചൊരിഞ്ഞു നി-ന്നെ വീണ്ടെടുപ്പാൻ നീ - എന്നും ജീവിപ്പാൻ എൻ - ജീവൻ ഞാൻ തന്നു എ-ന്തു തന്നെനിക്ക് ?</vt:lpstr>
      <vt:lpstr>ദീർഘകാലം പോക്കി ദുഃഖം കഷ്ടങ്ങളിൽ ആനന്ദമോക്ഷത്തിൻ  അ-ർഹനായ് തീരാൻ നീ എ-ത്ര ശ്രമിച്ചു ഞാൻ എ-ന്തു ചെയ്തെനിക്കായ്?</vt:lpstr>
      <vt:lpstr>വി-ട്ടെൻ പിതൃഗ്രഹം തേജ്ജസ്സൊത്താസനം ധാത്രിയിൽ അലഞ്ഞു  ദുഃഖിച്ചും തനിച്ചും എല്ലാം നിൻ പേർക്കല്ലോ എന്തു ചെയ്തെനിക്കായ്?</vt:lpstr>
      <vt:lpstr>പാടെന്തു ഞാൻ പെട്ടു പാതകർ കയ്യാലെ നാവാൽ അവർണ്ണ്യമാം  നാശം ഒഴിഞ്ഞിതേ പാടേറെ ഞാൻ പെട്ടു പാപി എന്തേറ്റു നീ?</vt:lpstr>
      <vt:lpstr>സ്വർഗ്ഗത്തിൽ നിന്നു ഞാൻ  സൗജന്യ രക്ഷയും സ്നേഹം മോചനവും  സ-ർവ്വ വരങ്ങളും കൊ-ണ്ടു വന്നില്ലയോ കൊ-ണ്ടുവന്നതെന്തു നീ!</vt:lpstr>
      <vt:lpstr>നി-ന്നായുസ്സെനിക്കായ്  നീ-പ്രതിഷ്ഠിക്കിന്നേ ലോകവും വെറുക്ക  മോദിക്ക താപത്തിൽ സർവ്വവും വെറുത്തു രക്ഷകൻകൂടെവാ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 jeevan njan thannu</dc:title>
  <dc:creator>Digital Input:; GM JOHN; Acsah Mathews</dc:creator>
  <cp:lastModifiedBy>Acsah Mathews</cp:lastModifiedBy>
  <cp:revision>301</cp:revision>
  <dcterms:created xsi:type="dcterms:W3CDTF">2013-04-19T09:19:07Z</dcterms:created>
  <dcterms:modified xsi:type="dcterms:W3CDTF">2018-11-07T16:09:24Z</dcterms:modified>
</cp:coreProperties>
</file>