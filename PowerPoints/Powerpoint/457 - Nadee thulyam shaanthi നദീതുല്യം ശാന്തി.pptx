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70C5-8046-461E-A76E-B5D14E884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9157F-B940-4DD4-B2F9-5926F8FC1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C601C-C1F9-4EC7-824F-78DD2073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DE471-269F-4837-AB03-7025D5AA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4830-0C01-488B-AE37-74A2703E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DB45-A0AD-4B3A-862A-4729BB3B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63AE6-CE45-4746-B2AE-9C89134C8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88B6-81D0-44FA-AD99-AE6E128E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12AAB-0589-49A2-8B1E-B4BAC95D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EEC2-0B5C-4B89-8FCC-78C01959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3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60C2-EC0A-46D7-BC9F-930893E3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DF40-E273-42AB-86DA-260098694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742AD-17C5-463F-8BB4-CB9C9DA5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281C5-F30B-4355-BEAE-30838065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A5A0-0332-428A-90DA-453AF91A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3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B59A-2476-4FD7-B4DC-825411CB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DC00B-3DC4-4A31-B102-E2EE764B5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CE35F-C66F-4DB3-859F-1B0CFD0B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14B91-EC59-47FF-9CE3-F99B71AA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142AF-3EC5-4CBF-A23A-561DD979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5885F-9C77-4780-9642-8E3B4B11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4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579F-2D73-46CC-B25D-23E1E5D2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3E88B-37C3-4681-BB82-7B26A00FC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08C8E-5749-4BDE-A1EC-DC5FE5B28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8E6F2-42E9-4510-AAE8-F5DCE5C44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9EABD-7A22-4E79-9CE8-6082C8A1F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F9E8A-4CB9-4044-A4E2-6C6A33F9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CE11E9-FCF2-4E1C-81E2-818D8375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E552F-7B92-4114-9412-E26E0305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7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0F65-1652-498A-AADA-4ABB332A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4B3AC-5E52-40C9-AE30-1619D25D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8E329-4AB2-40DD-A990-89D4B8C6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CF676-BF24-48A2-8A82-068F0497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8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8EC90-5023-4E18-BBA0-604C6299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AD088-62BA-47B8-8D2A-DACAB243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999EF-3351-4B4B-AC0B-DCCF9DA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8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CD2-A8AD-4DAF-9217-6343CAC2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0BAB-5872-4EA9-9E8D-EE048B2FD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40E3B-F777-49D0-AE1C-F7BA41921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83D3B-558C-4ACB-8CDD-40A5A5C8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1B3CB-74E5-4AEB-BB09-ED27CF6F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DC645-7CE8-4057-B905-460E6148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5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9492-AC8F-4CC6-B76B-50BEFB0D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4BFAD-7730-43C9-9060-FBC3BA0D8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EE620-3783-44A7-B307-64F7C0189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8D4FA-984C-4297-A3D4-F7B38A75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763DE-7B16-4F5C-A0F2-36435674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E881F-9F54-4D14-BB7C-E5214E3F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5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A06F-596B-4F93-B8B4-285FD99A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EB56A-D400-41FA-BAEA-A42069F40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ECDEE-E7AA-4CE3-8274-92B8D622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657D3-86A3-46B0-92C4-38A4EC85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D6508-DF6A-4D26-A45E-AEEB8580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9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BBCA4-2833-4149-8B17-E2A8E04F9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AC108-44E4-4934-B968-B07841264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ED61B-0F9D-4DE3-AF14-464C10C4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27AC-FA63-4813-A205-02FDE6BF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536ED-CC05-41A6-9779-A0ACF166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8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61781-2B85-4E1A-B475-4B14C51B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B36D4-2555-431D-B757-D9485BB7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0FA4-1EF5-4CB9-AF51-5B91BBE4F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EA6F5-0701-48C7-BF87-269EA02FA01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5F063-F0F5-4661-A0EA-703C2B020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DC4A-4401-4B3D-BCB1-C28DC668F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1601B-3656-4152-8EC4-15BD441DB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7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1122363"/>
            <a:ext cx="10708987" cy="2387600"/>
          </a:xfrm>
        </p:spPr>
        <p:txBody>
          <a:bodyPr>
            <a:normAutofit/>
          </a:bodyPr>
          <a:lstStyle/>
          <a:p>
            <a:r>
              <a:rPr lang="en-US" dirty="0"/>
              <a:t>457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നദീതുല്യം ശാന്തി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413" y="3509963"/>
            <a:ext cx="10708987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Nadhee </a:t>
            </a:r>
            <a:r>
              <a:rPr lang="en-US" sz="4000" b="1" dirty="0" err="1">
                <a:solidFill>
                  <a:srgbClr val="002060"/>
                </a:solidFill>
              </a:rPr>
              <a:t>thulyam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When peace like a river –</a:t>
            </a:r>
          </a:p>
          <a:p>
            <a:r>
              <a:rPr lang="en-US" sz="3600" i="1" dirty="0">
                <a:solidFill>
                  <a:srgbClr val="002060"/>
                </a:solidFill>
              </a:rPr>
              <a:t>H.G. Spafford, P. P. Bliss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679573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നദീതുല്യം ശാന്തി വരട്ടെന്‍ വഴി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ഖേദങ്ങള്‍ തല്ലട്ടോളം പോല്‍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എന്താകിലുമെന്‍ വഴി കാണിച്ചേശു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ക്ഷേമം  താൻ ക്ഷേമം എൻ ദേഹിക്കു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751532"/>
            <a:ext cx="11863755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Nadhee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thulyam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shaanthi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varatten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vazhi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Khedangalh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thallattolham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pol</a:t>
            </a: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Enthaakilumen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vazhi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kaanhichcheshu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dehikku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859613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ക്ഷേമം എന്‍ ദേഹിക്കു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ക്ഷേമം താന്‍ ക്ഷേമം എന്‍ ദേഹിക്കു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679573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വരട്ടെ കഷ്ടം സാത്താനമര്‍ത്തട്ടെ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പോരാത്തതല്ലെന്‍ വിശ്വാസം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നിര്‍ഗ്ഗതിയെ ആദരിച്ചാനേശു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എന്നാത്മാവിനായ് ചിന്തി രക്തം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751532"/>
            <a:ext cx="11863755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Varattey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kashtam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saathaan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amarathattey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Pôraaththathallen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vishwaasam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nirgathiye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aadarichchaneshu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Ennaathmaavinnaai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chinthi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raktham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859613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ക്ഷേമം എന്‍ ദേഹിക്കു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ക്ഷേമം താന്‍ ക്ഷേമം എന്‍ ദേഹിക്കു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82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679573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ക്രൂശോടെന്‍ പാപം സര്‍വ്വം തറച്ചു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ഞാനതിനി വഹിക്കേണ്ട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ഹാ, എന്താനന്ദം, എന്താശ്ചര്യ വാർത്ത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കർത്തനെ,  വാഴ് ത്തെ, വാഴ് ത്തെൻ   ദേഹി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751532"/>
            <a:ext cx="11863755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Than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Krooshoden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sarvam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tharachu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Njaanathini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vahikkendaa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Haa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enthaanandam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enthaashcharya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vaartha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Karthaney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vaazhthey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vaazhthen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dehi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859613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ക്ഷേമം എന്‍ ദേഹിക്കു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ക്ഷേമം താന്‍ ക്ഷേമം എന്‍ ദേഹിക്കു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6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679573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ജീവന്‍ എനിക്കിനി ക്രിസ്തു ക്രിസ്തു താന്‍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കവിയട്ടെന്‍ മീതെ യോര്‍ദ്ദാന്‍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ജീവമൃത്യുക്കളില്‍ നീ ശാന്തി തരു-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ന്നതാലെനിക്കാധി വന്നീടാ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751532"/>
            <a:ext cx="11863755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Jeevan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enikkini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Kristhu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Kristhu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Kaviyatten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meethey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Yorddaan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Jeevamrithyukalhil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shaanthi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tharu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-</a:t>
            </a: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nnathaalenikkaadi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vannidaa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859613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ക്ഷേമം എന്‍ ദേഹിക്കു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ക്ഷേമം താന്‍ ക്ഷേമം എന്‍ ദേഹിക്കു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66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679573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സ്വര്‍ഗ്ഗം വേണം കര്‍ത്താ ശ്മശാനമല്ല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കാക്കുന്നെങ്ങള്‍ നിന്‍ വരവെ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ദൂതകാഹളമെ കര്‍ത്തു ശബ്ദമെ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ഭാഗ്യ പ്രത്യാശ, ഭാഗ്യ ശാന്തി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751532"/>
            <a:ext cx="11863755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Swargam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vènham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Karthaa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shmashaanamalla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Kaakkunnengalh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varavey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Dootha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kaahalhamey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karthru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shabdamey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Bhaagya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prathyaasha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bhaagya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shaanthi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859613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ക്ഷേമം എന്‍ ദേഹിക്കു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ക്ഷേമം താന്‍ ക്ഷേമം എന്‍ ദേഹിക്കു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kshemam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dehikku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23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236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457 നദീതുല്യം ശാന്തി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Nadeethulyam shaanthi </dc:title>
  <dc:creator>Acsah Mathews</dc:creator>
  <cp:lastModifiedBy>Acsah Mathews</cp:lastModifiedBy>
  <cp:revision>3</cp:revision>
  <dcterms:created xsi:type="dcterms:W3CDTF">2018-11-30T14:20:05Z</dcterms:created>
  <dcterms:modified xsi:type="dcterms:W3CDTF">2018-11-30T14:35:24Z</dcterms:modified>
</cp:coreProperties>
</file>