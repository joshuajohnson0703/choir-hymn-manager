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B26BE-4BA3-43F3-9E93-EB46F9A0AF0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2C33F-2F01-4CE7-810F-A6BCE65E9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AB561-0CAC-4A7B-A876-992563C9F2E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0F85F-4A82-4B6D-94E4-8AC492123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9838-42C7-480B-B8D1-9560C26C431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15100-CD5F-4F2D-81BC-D4F4EB55F0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9DB5B-9AF1-4FD7-927E-CA7ECBC918F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B5C2B-DCD3-4097-97EC-F212858D9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BBAFC-DE60-4E14-980C-84E8F5E4782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2C060-D41B-4A6D-AB28-C03AB6BEE7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E4E9F-B22E-4AF1-A1B1-C46D0B0780F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69A7F-B513-4DD8-93D3-D0B8F9985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9BD99-7753-4929-92F8-525885D5947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3D95D-3511-43A7-91D8-E554833B02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7AFA8-81AB-43C2-8ABF-5AD3DD1D629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3AC66-397C-42B9-86B7-574423B76C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88DB3-8B1B-42CA-829D-F08DFE882D5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436FD-0554-4852-8452-3F3CB1A04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0CFD-FFBA-4CC4-930F-55DB5EE6444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F99A5-956B-472A-85B3-2B288F91ED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4E0A1-49E0-4747-B067-061658E9B25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0BCA4-7FAD-43CB-95C8-CBCB2D2A66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1FE98BB-0D8D-4DB8-ACF0-54C73BC35D1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2E66B6-535A-4023-A426-DA8F334CDA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BC64-6C67-4223-B843-5B903F54E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- </a:t>
            </a:r>
            <a:r>
              <a:rPr lang="ml-IN" b="1">
                <a:latin typeface="Kartika" panose="02020503030404060203" pitchFamily="18" charset="0"/>
              </a:rPr>
              <a:t>ദേവന്നു മംഗളം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17A5B-8B82-4104-90BD-A4662FCB2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Deva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devanu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mangalham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Yusthus</a:t>
            </a:r>
            <a:r>
              <a:rPr lang="en-US" dirty="0"/>
              <a:t> </a:t>
            </a:r>
            <a:r>
              <a:rPr lang="en-US" dirty="0" err="1"/>
              <a:t>Youseph</a:t>
            </a:r>
            <a:r>
              <a:rPr lang="en-US" dirty="0"/>
              <a:t>)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29276280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093802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ദൂത രാകാശേ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ദിവ്യഗീതങ്ങൾ പാടി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കേവലാനന്ദത്തോടെ-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മേവി സ്തുതിചെയ്യുന്ന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9D79B-8219-472C-B711-1946E76D663B}"/>
              </a:ext>
            </a:extLst>
          </p:cNvPr>
          <p:cNvSpPr/>
          <p:nvPr/>
        </p:nvSpPr>
        <p:spPr>
          <a:xfrm>
            <a:off x="0" y="32147"/>
            <a:ext cx="1120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ദേവന്നു മംഗളം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ദേവ- ദേവന്നു മംഗളം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AB868-AB5C-47BF-A8A6-16BD019BD6A8}"/>
              </a:ext>
            </a:extLst>
          </p:cNvPr>
          <p:cNvSpPr/>
          <p:nvPr/>
        </p:nvSpPr>
        <p:spPr>
          <a:xfrm>
            <a:off x="0" y="3200400"/>
            <a:ext cx="1120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Mahonnathanam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6EE31-F02E-45BC-9701-6D6AB23F98EB}"/>
              </a:ext>
            </a:extLst>
          </p:cNvPr>
          <p:cNvSpPr/>
          <p:nvPr/>
        </p:nvSpPr>
        <p:spPr>
          <a:xfrm>
            <a:off x="0" y="44958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Devadootharaakaashe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Divyageethangal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Kevalaanandathode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Mevi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cheyunne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-deva…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74785" y="379585"/>
            <a:ext cx="11717215" cy="2093802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 ലോകങ്ങാളിലെ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സർവ്വഗണങ്ങളേയും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സുഖമുടനെ ചമച്ചു-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 നാളും പാലിക്കും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9D79B-8219-472C-B711-1946E76D663B}"/>
              </a:ext>
            </a:extLst>
          </p:cNvPr>
          <p:cNvSpPr/>
          <p:nvPr/>
        </p:nvSpPr>
        <p:spPr>
          <a:xfrm>
            <a:off x="0" y="2121603"/>
            <a:ext cx="1217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ദേവന്നു മംഗളം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ദേവ- ദേവന്നു മംഗളം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AB868-AB5C-47BF-A8A6-16BD019BD6A8}"/>
              </a:ext>
            </a:extLst>
          </p:cNvPr>
          <p:cNvSpPr/>
          <p:nvPr/>
        </p:nvSpPr>
        <p:spPr>
          <a:xfrm>
            <a:off x="0" y="5102705"/>
            <a:ext cx="1143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Mahonnathanam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6EE31-F02E-45BC-9701-6D6AB23F98EB}"/>
              </a:ext>
            </a:extLst>
          </p:cNvPr>
          <p:cNvSpPr/>
          <p:nvPr/>
        </p:nvSpPr>
        <p:spPr>
          <a:xfrm>
            <a:off x="17586" y="3371178"/>
            <a:ext cx="1215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lokangalhile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Sarvaganhangalheyum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Sukhamudane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chamachu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paalikkum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03134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1037" y="379585"/>
            <a:ext cx="12150964" cy="2093802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</a:rPr>
              <a:t>നരഗണങ്ങളിന്നതി 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</a:rPr>
              <a:t>ദുരിതമൊഴിപ്പാനായി-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തിരു മകനെ നരനായ് 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</a:rPr>
              <a:t>ധരണിയിങ്കലയച്ച-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9D79B-8219-472C-B711-1946E76D663B}"/>
              </a:ext>
            </a:extLst>
          </p:cNvPr>
          <p:cNvSpPr/>
          <p:nvPr/>
        </p:nvSpPr>
        <p:spPr>
          <a:xfrm>
            <a:off x="0" y="2121603"/>
            <a:ext cx="1217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ദേവന്നു മംഗളം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ദേവ- ദേവന്നു മംഗളം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AB868-AB5C-47BF-A8A6-16BD019BD6A8}"/>
              </a:ext>
            </a:extLst>
          </p:cNvPr>
          <p:cNvSpPr/>
          <p:nvPr/>
        </p:nvSpPr>
        <p:spPr>
          <a:xfrm>
            <a:off x="0" y="5102705"/>
            <a:ext cx="1143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Mahonnathanam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6EE31-F02E-45BC-9701-6D6AB23F98EB}"/>
              </a:ext>
            </a:extLst>
          </p:cNvPr>
          <p:cNvSpPr/>
          <p:nvPr/>
        </p:nvSpPr>
        <p:spPr>
          <a:xfrm>
            <a:off x="17586" y="3371178"/>
            <a:ext cx="1215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Naraganhangalinnathi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Durithamozhippaanayi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Thirumakane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naranaai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Dharanhiyinkal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ayacha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0313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1037" y="379585"/>
            <a:ext cx="12150964" cy="2093802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</a:rPr>
              <a:t>പാപബോധം വരുത്തി 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</a:rPr>
              <a:t>പാപിയെ ശുദ്ധമാക്കാൻ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പാവനാത്മാവേ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നൽകും 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</a:rPr>
              <a:t>ജീവ ജലാശയമാം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9D79B-8219-472C-B711-1946E76D663B}"/>
              </a:ext>
            </a:extLst>
          </p:cNvPr>
          <p:cNvSpPr/>
          <p:nvPr/>
        </p:nvSpPr>
        <p:spPr>
          <a:xfrm>
            <a:off x="0" y="2121603"/>
            <a:ext cx="1217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ദേവന്നു മംഗളം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ദേവ- ദേവന്നു മംഗളം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AB868-AB5C-47BF-A8A6-16BD019BD6A8}"/>
              </a:ext>
            </a:extLst>
          </p:cNvPr>
          <p:cNvSpPr/>
          <p:nvPr/>
        </p:nvSpPr>
        <p:spPr>
          <a:xfrm>
            <a:off x="0" y="5102705"/>
            <a:ext cx="1143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Mahonnathanam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6EE31-F02E-45BC-9701-6D6AB23F98EB}"/>
              </a:ext>
            </a:extLst>
          </p:cNvPr>
          <p:cNvSpPr/>
          <p:nvPr/>
        </p:nvSpPr>
        <p:spPr>
          <a:xfrm>
            <a:off x="17586" y="3371178"/>
            <a:ext cx="1215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Paapabodham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varuththi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shudhamaakkaan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Paavanaathmaave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jeevajalaashayamaam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88536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1037" y="379585"/>
            <a:ext cx="12150964" cy="2093802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ആദരവോടു തന്‍റെ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വേദ വെളിവു മനു-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ജാതികൾക്കരുളിയ-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 നാഥനാകുന്ന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9D79B-8219-472C-B711-1946E76D663B}"/>
              </a:ext>
            </a:extLst>
          </p:cNvPr>
          <p:cNvSpPr/>
          <p:nvPr/>
        </p:nvSpPr>
        <p:spPr>
          <a:xfrm>
            <a:off x="0" y="2121603"/>
            <a:ext cx="1217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ദേവന്നു മംഗളം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മഹോന്നതനാം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ദേവ- ദേവന്നു മംഗളം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AB868-AB5C-47BF-A8A6-16BD019BD6A8}"/>
              </a:ext>
            </a:extLst>
          </p:cNvPr>
          <p:cNvSpPr/>
          <p:nvPr/>
        </p:nvSpPr>
        <p:spPr>
          <a:xfrm>
            <a:off x="0" y="5102705"/>
            <a:ext cx="1143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Mahonnathanam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6EE31-F02E-45BC-9701-6D6AB23F98EB}"/>
              </a:ext>
            </a:extLst>
          </p:cNvPr>
          <p:cNvSpPr/>
          <p:nvPr/>
        </p:nvSpPr>
        <p:spPr>
          <a:xfrm>
            <a:off x="17586" y="3371178"/>
            <a:ext cx="1215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Aadaravodu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Vedavelhivu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jaathikalhkkarulhiya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aadinaadhanaakunna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4AB2A3-2DAA-48DA-909B-3C5445AB3FE8}"/>
              </a:ext>
            </a:extLst>
          </p:cNvPr>
          <p:cNvSpPr/>
          <p:nvPr/>
        </p:nvSpPr>
        <p:spPr>
          <a:xfrm>
            <a:off x="9176431" y="3882017"/>
            <a:ext cx="3015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(യുസ്തുസ് യൌസേഫ്)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175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142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82 ദേവ - ദേവന്നു മംഗളം</vt:lpstr>
      <vt:lpstr>1 ദേവ ദൂത രാകാശേ      ദിവ്യഗീതങ്ങൾ പാടി     കേവലാനന്ദത്തോടെ-     മേവി സ്തുതിചെയ്യുന്ന  - ദേവ...</vt:lpstr>
      <vt:lpstr>2 സകല ലോകങ്ങാളിലെ      സർവ്വഗണങ്ങളേയും  സുഖമുടനെ ചമച്ചു-      സകല നാളും പാലിക്കും</vt:lpstr>
      <vt:lpstr>3 നരഗണങ്ങളിന്നതി      ദുരിതമൊഴിപ്പാനായി-  തിരു മകനെ നരനായ്      ധരണിയിങ്കലയച്ച-</vt:lpstr>
      <vt:lpstr>4 പാപബോധം വരുത്തി      പാപിയെ ശുദ്ധമാക്കാൻ  പാവനാത്മാവേ നൽകും       ജീവ ജലാശയമാം</vt:lpstr>
      <vt:lpstr>5 ആദരവോടു തന്‍റെ      വേദ വെളിവു മനു-  ജാതികൾക്കരുളിയ-      ആദി നാഥനാകുന്ന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 devanu mangalam</dc:title>
  <dc:creator>Digital Input:;GM JOHN</dc:creator>
  <cp:lastModifiedBy>Acsah Mathews</cp:lastModifiedBy>
  <cp:revision>137</cp:revision>
  <dcterms:created xsi:type="dcterms:W3CDTF">2013-04-19T09:19:07Z</dcterms:created>
  <dcterms:modified xsi:type="dcterms:W3CDTF">2018-11-01T14:33:07Z</dcterms:modified>
</cp:coreProperties>
</file>