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80" r:id="rId3"/>
    <p:sldId id="284" r:id="rId4"/>
    <p:sldId id="285" r:id="rId5"/>
    <p:sldId id="286" r:id="rId6"/>
    <p:sldId id="288" r:id="rId7"/>
    <p:sldId id="287" r:id="rId8"/>
    <p:sldId id="28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36319-1058-4C65-951D-C9719B1BDC4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43D2C-7046-4307-9CEA-E7A92A77B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5ACB53-4424-4C72-87CF-4C5CCEB70B1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E499B-CBA2-43B0-8B03-928F313E0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EFBDD2-2D43-4141-9482-5716EDCD84E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5C454-D369-4A6B-B15B-EA174806C8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D3A152-FCCD-4751-9D5F-C0C5774EC58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06C5C-3AFD-4822-BE80-D41659B83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FEEB4-1252-4A15-A06D-635636B5DBB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AEE66-F58E-415F-AA1A-2CB6E03D3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7F60C-E257-42B1-A460-F9D6E83E4C1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2540-0C5E-4A1D-83A0-40C5207E45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41780-AB6C-4A25-B985-914AD21CE34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AD34B-F0D5-4312-A3E7-BCD533740A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0FCDE-E2CF-4BDA-8B15-FC75FCA15C2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70B243-0CEF-49B5-A057-7300C822A4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0ABB19-6C51-4AE5-A776-E48F9C94641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E7271-F71F-4FC7-B87D-28F8E4426D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281CC1-E389-46F1-B209-5E8174511E2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1F3A5-650B-475B-BDC0-A5098B2737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00B38-9918-4469-BEB7-D27C82C3A8F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BFC387-F77A-4C54-9538-D931718A9F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B68A5C5-8849-4581-AADD-491E9D2D94D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9115F1-2365-4F10-AF1E-E6AAF75C55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5DF76-3B9F-4EB3-BEE2-AF1DFCA0A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304</a:t>
            </a:r>
            <a:br>
              <a:rPr lang="en-US" dirty="0"/>
            </a:br>
            <a:r>
              <a:rPr lang="ml-IN" b="1" spc="-100" dirty="0">
                <a:latin typeface="Kartika" panose="02020503030404060203" pitchFamily="18" charset="0"/>
              </a:rPr>
              <a:t>എങ്ങും പുകഴ്ത്തുവിൻ സുവിശേഷം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9F188A-FACD-4E61-BE8A-46F995755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954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Engum </a:t>
            </a:r>
            <a:r>
              <a:rPr lang="en-US" sz="4000" b="1" dirty="0" err="1">
                <a:solidFill>
                  <a:srgbClr val="002060"/>
                </a:solidFill>
              </a:rPr>
              <a:t>pukazhththuvin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suvishesham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960112-7891-4CA7-AE70-C66B845B054F}"/>
              </a:ext>
            </a:extLst>
          </p:cNvPr>
          <p:cNvSpPr/>
          <p:nvPr/>
        </p:nvSpPr>
        <p:spPr>
          <a:xfrm>
            <a:off x="2133600" y="5401031"/>
            <a:ext cx="3097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(എം. ഈ.ചെറിയാൻ)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EA511-17E7-4AD8-A8E9-DC72651B9044}"/>
              </a:ext>
            </a:extLst>
          </p:cNvPr>
          <p:cNvSpPr/>
          <p:nvPr/>
        </p:nvSpPr>
        <p:spPr>
          <a:xfrm>
            <a:off x="8915400" y="5401031"/>
            <a:ext cx="19207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</a:rPr>
              <a:t>(M.E. Cherian)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4944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12192000" cy="2319754"/>
          </a:xfrm>
        </p:spPr>
        <p:txBody>
          <a:bodyPr anchor="t"/>
          <a:lstStyle/>
          <a:p>
            <a:pPr defTabSz="341313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ml-IN" sz="38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എങ്ങും പുകഴ്ത്തുവിൻ സുവിശേഷം - ഹാ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0" y="3234154"/>
            <a:ext cx="12192000" cy="2267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3800" b="1" dirty="0">
                <a:solidFill>
                  <a:srgbClr val="0070C0"/>
                </a:solidFill>
                <a:latin typeface="+mn-lt"/>
              </a:rPr>
              <a:t>Engum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pukazhththuvin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suvishesham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- </a:t>
            </a:r>
          </a:p>
          <a:p>
            <a:pPr algn="ctr">
              <a:lnSpc>
                <a:spcPct val="200000"/>
              </a:lnSpc>
            </a:pP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rgbClr val="0070C0"/>
                </a:solidFill>
                <a:latin typeface="+mn-lt"/>
              </a:rPr>
              <a:t>sandesham</a:t>
            </a:r>
            <a:r>
              <a:rPr lang="en-US" sz="3800" b="1" dirty="0">
                <a:solidFill>
                  <a:srgbClr val="0070C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31975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നരഭോജികളെ നരസ്നേഹികളാം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ഉത്തമ സോദരരാക്കും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വിമല മനോഹര സുവിശേഷം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Narabhojikalhe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narasnehikalhaam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Uththama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sodararaakkum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Vimala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manohara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96868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224807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അജ്ഞാനാന്ധതയാകെയകറ്റും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വിജ്ഞാനക്കതിർ വീശും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വേദാന്തപ്പൊരുൾ സുവിശേഷം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Ajnjaanaa-ndhatha-yaake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akattum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Vinjaananakkathirh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veeshum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Vedaanthapporulh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354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31975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ഭീകര സമര സമാകുലമാകും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ഭൂമിയിൽ ഭീതിയെ നീക്കും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ശാന്തി സന്ദായക സുവിശേഷം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Bheekara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samara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samaakulamaakum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Bhoomiyil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bheethiye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Shaanthi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sandaayaka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9877192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31975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വിമലജനേശുവിൽ വിശ്വസിച്ചീടുകിൽ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വിടുതലനാമയനരുളും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വിജയ ധ്വനിയീ സുവിശേഷം</a:t>
            </a: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Vimalajaneshuvil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vasicheedukil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viduthalanaamayan-arulhum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Vijaya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dhwaniyee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0674985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31975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കൃപയാലേതൊരു പാതകനെയും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 ശോഭിതനാക്കും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പാപനിവാരണ സുവിശേഷം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Kripayaalethoru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paathakaneyum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Paavana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shobhithanaakkum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Paapa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nivaaranha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306540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670560" y="990600"/>
            <a:ext cx="11551920" cy="2319754"/>
          </a:xfrm>
        </p:spPr>
        <p:txBody>
          <a:bodyPr anchor="t"/>
          <a:lstStyle/>
          <a:p>
            <a:pPr algn="l" defTabSz="34131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നശിക്കും ലൗകിക ജനത്തിനു ഹീനം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നമുക്കോ ദൈവികജ്ഞാനം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കുരിശിൻ വചനം സുവിശേഷം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6589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7BA09-722B-4D8C-8971-B97253950C3E}"/>
              </a:ext>
            </a:extLst>
          </p:cNvPr>
          <p:cNvSpPr/>
          <p:nvPr/>
        </p:nvSpPr>
        <p:spPr>
          <a:xfrm>
            <a:off x="609600" y="3901207"/>
            <a:ext cx="11551920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Nashikkum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loukika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janathinu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heenam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Namukko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daivika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Kurishin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vachanam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suvishesham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9B89B-96A0-4A0B-AC21-2EA67C9DE017}"/>
              </a:ext>
            </a:extLst>
          </p:cNvPr>
          <p:cNvSpPr/>
          <p:nvPr/>
        </p:nvSpPr>
        <p:spPr>
          <a:xfrm>
            <a:off x="0" y="30874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ഹാ</a:t>
            </a:r>
            <a:r>
              <a:rPr lang="en-US" sz="3600" b="1" spc="-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! 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മംഗള ജയ ജയ സന്ദേശം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EA8063-4FA1-434B-A051-34550D2E0D6E}"/>
              </a:ext>
            </a:extLst>
          </p:cNvPr>
          <p:cNvSpPr/>
          <p:nvPr/>
        </p:nvSpPr>
        <p:spPr>
          <a:xfrm>
            <a:off x="30480" y="5972001"/>
            <a:ext cx="1213103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Haa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Mangalha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jaya</a:t>
            </a:r>
            <a:r>
              <a:rPr lang="en-US" sz="36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+mn-lt"/>
              </a:rPr>
              <a:t>sandesham</a:t>
            </a:r>
            <a:endParaRPr lang="en-US" sz="3600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05ACB-10AC-40BD-8538-441D29691197}"/>
              </a:ext>
            </a:extLst>
          </p:cNvPr>
          <p:cNvSpPr txBox="1"/>
          <p:nvPr/>
        </p:nvSpPr>
        <p:spPr>
          <a:xfrm>
            <a:off x="0" y="338554"/>
            <a:ext cx="121615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58184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175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304 എങ്ങും പുകഴ്ത്തുവിൻ സുവിശേഷം</vt:lpstr>
      <vt:lpstr>എങ്ങും പുകഴ്ത്തുവിൻ സുവിശേഷം - ഹാ മംഗള ജയ ജയ സന്ദേശം</vt:lpstr>
      <vt:lpstr>നരഭോജികളെ നരസ്നേഹികളാം  ഉത്തമ സോദരരാക്കും  വിമല മനോഹര സുവിശേഷം</vt:lpstr>
      <vt:lpstr>അജ്ഞാനാന്ധതയാകെയകറ്റും  വിജ്ഞാനക്കതിർ വീശും  വേദാന്തപ്പൊരുൾ സുവിശേഷം </vt:lpstr>
      <vt:lpstr>ഭീകര സമര സമാകുലമാകും  ഭൂമിയിൽ ഭീതിയെ നീക്കും  ശാന്തി സന്ദായക സുവിശേഷം </vt:lpstr>
      <vt:lpstr>വിമലജനേശുവിൽ വിശ്വസിച്ചീടുകിൽ  വിടുതലനാമയനരുളും വിജയ ധ്വനിയീ സുവിശേഷം</vt:lpstr>
      <vt:lpstr>കൃപയാലേതൊരു പാതകനെയും  പാവന ശോഭിതനാക്കും  പാപനിവാരണ സുവിശേഷം </vt:lpstr>
      <vt:lpstr>നശിക്കും ലൗകിക ജനത്തിനു ഹീനം നമുക്കോ ദൈവികജ്ഞാനം കുരിശിൻ വചനം സുവിശേഷം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Engum pukazhthuvin suvishesham</dc:title>
  <dc:creator>Digital Input; GM JOHN; Acsah Mathews</dc:creator>
  <cp:lastModifiedBy>Acsah Mathews</cp:lastModifiedBy>
  <cp:revision>460</cp:revision>
  <dcterms:created xsi:type="dcterms:W3CDTF">2013-04-19T09:19:07Z</dcterms:created>
  <dcterms:modified xsi:type="dcterms:W3CDTF">2018-11-16T16:46:04Z</dcterms:modified>
</cp:coreProperties>
</file>