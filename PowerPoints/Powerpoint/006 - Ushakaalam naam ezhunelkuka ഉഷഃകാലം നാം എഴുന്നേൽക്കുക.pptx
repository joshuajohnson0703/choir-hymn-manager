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3FB4B-8105-4881-B1E8-B015B7A7325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948C6-6361-4849-A7BD-49941223D7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40A6F-2A27-421D-8FEB-A8B338E59630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5F72A4-DDC7-4171-94ED-331B0268F9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73602-1B6F-4608-856A-36C0D62E23FC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A2507-C0D5-4A0A-ACB7-FA6AF05670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D0F8D-CCD4-40B1-86FE-9E9452EBD03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69DBB9-2677-43A5-B9C9-AB2B1F53CE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F32FE-9FBA-4826-83FF-847D98BBE076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E282B-0095-4F07-8842-67ABAAEA24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5BC82-F2E7-47FA-9858-8A1A4A1C4B04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415176-1B2F-430A-AC1D-03472A5095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F14CE-0010-425C-ABA6-CFEB60FF5FB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492EB-F4AA-4A3A-BE7D-FE18C74514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2CA6B-5B2C-498C-B3FC-FA461FACC24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ACD31-28FA-4E8E-A1E6-8FCD3B3A89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162807-7CE7-4FC1-BFBA-59BA4CC65131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AA7D0-1018-4E3A-AD10-8B753A7C5E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CBE3A-4E36-46F4-940A-DAA26A3D12CE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8786D-0881-4FB4-8381-BFB5C12A76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2DC8CE-0041-4F47-BDDB-5D53C54832A1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F9624-7781-4E19-B3C4-A36C08E95B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B858D44-D6D0-4D6D-AB38-F422495B19D9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0587E72-31DC-45C6-B8EF-428D114DA5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C370-C809-4F26-B53D-5EB93597D0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006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ഉഷഃകാലം നാം എഴുന്നേൽക്കുക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172D7-9FD7-412F-A942-46D2813CB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Ushakaalam </a:t>
            </a:r>
            <a:r>
              <a:rPr lang="en-US" sz="4000" b="1" dirty="0" err="1">
                <a:solidFill>
                  <a:srgbClr val="002060"/>
                </a:solidFill>
              </a:rPr>
              <a:t>naam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ezhunnelkkuka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35380C-4F97-4E76-9A85-BA3B6C592DF8}"/>
              </a:ext>
            </a:extLst>
          </p:cNvPr>
          <p:cNvSpPr/>
          <p:nvPr/>
        </p:nvSpPr>
        <p:spPr>
          <a:xfrm>
            <a:off x="6687882" y="5724494"/>
            <a:ext cx="4916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Muthampakkal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Kochukunju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Upadeshi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3B7353-DBBB-467C-89B6-860C91920096}"/>
              </a:ext>
            </a:extLst>
          </p:cNvPr>
          <p:cNvSpPr/>
          <p:nvPr/>
        </p:nvSpPr>
        <p:spPr>
          <a:xfrm>
            <a:off x="206733" y="5724494"/>
            <a:ext cx="6003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(മൂത്താംപാക്കല്‍ കൊച്ചുകുഞ്ഞ് </a:t>
            </a:r>
            <a:r>
              <a:rPr lang="ml-IN" sz="2000" b="1" dirty="0">
                <a:solidFill>
                  <a:srgbClr val="C00000"/>
                </a:solidFill>
                <a:latin typeface="Arial" panose="020B0604020202020204" pitchFamily="34" charset="0"/>
              </a:rPr>
              <a:t>ഉപദേശി</a:t>
            </a:r>
            <a:r>
              <a:rPr lang="ml-IN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)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02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26820"/>
            <a:ext cx="11734800" cy="2438400"/>
          </a:xfrm>
        </p:spPr>
        <p:txBody>
          <a:bodyPr anchor="t"/>
          <a:lstStyle/>
          <a:p>
            <a:pPr algn="l" defTabSz="40481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ഉഷഃകാലം നാം എഴുന്നേൽക്കുക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പരനേശുവെ സ്തുതിപ്പാൻ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ഉഷഃകാലം എന്താനന്ദം നമ്മൾ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പ്രിയനൊടടുത്തീടുകിൽ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B2BB63-B889-485C-BB5A-147C5D2551A0}"/>
              </a:ext>
            </a:extLst>
          </p:cNvPr>
          <p:cNvSpPr/>
          <p:nvPr/>
        </p:nvSpPr>
        <p:spPr>
          <a:xfrm>
            <a:off x="2209800" y="3733800"/>
            <a:ext cx="9525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Ushakaalam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ezhunnelkkuka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Paraneshuvey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Ushakaalamenthanandam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Priyanodaduththeedukil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26820"/>
            <a:ext cx="11734800" cy="2438400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</a:rPr>
              <a:t>2	ഇതുപോലൊരു പ്രഭാതം നമു-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ക്കടുത്തീടുന്നു മനമേ!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ഹാ! എന്താന്ദം നമ്മുടെ പ്രിയൻ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നീതി സുര്യനായ്‌ വരുന്നാൾ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B2BB63-B889-485C-BB5A-147C5D2551A0}"/>
              </a:ext>
            </a:extLst>
          </p:cNvPr>
          <p:cNvSpPr/>
          <p:nvPr/>
        </p:nvSpPr>
        <p:spPr>
          <a:xfrm>
            <a:off x="2209800" y="3733800"/>
            <a:ext cx="9525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Ithupoloru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prabhaatham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Namukkadutheedunnu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enthaanandam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nammudey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suryanaay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varunnaalh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5239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26820"/>
            <a:ext cx="11734800" cy="2438400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</a:rPr>
              <a:t>3	നന്ദിയാലുള്ളം തുടിച്ചീടുന്നു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തള്ളയാമേശു കാരുണ്യം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ഓരോന്നൊരോന്നായ്‌ ധ്യാനിപ്പാനിതു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നല്ല സന്ദർഭമാകുന്നു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B2BB63-B889-485C-BB5A-147C5D2551A0}"/>
              </a:ext>
            </a:extLst>
          </p:cNvPr>
          <p:cNvSpPr/>
          <p:nvPr/>
        </p:nvSpPr>
        <p:spPr>
          <a:xfrm>
            <a:off x="2209800" y="3733800"/>
            <a:ext cx="9525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Nanniyaalullham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thudicheedunnu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Thallhayaameshu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kaarunhyam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Oronnoronnaai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dhyaanippathinu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sandarbhamaakunnu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1179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26820"/>
            <a:ext cx="11734800" cy="2438400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</a:rPr>
              <a:t>4	ഇന്നലെ ഭൂവിൽ പാർത്തിരുന്നവ-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രെത്ര പേർ ലോകം വിട്ടുപോയ്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എന്നാലൊ നമുക്കൊരുനാൾകൂടെ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പ്രിയനെ പാടി സ്തുതിക്കാം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B2BB63-B889-485C-BB5A-147C5D2551A0}"/>
              </a:ext>
            </a:extLst>
          </p:cNvPr>
          <p:cNvSpPr/>
          <p:nvPr/>
        </p:nvSpPr>
        <p:spPr>
          <a:xfrm>
            <a:off x="2209800" y="3733800"/>
            <a:ext cx="9525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Innaley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paarthirunnavar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Ethraper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vittupoy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Ennaalo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namukkorunaalhkoodey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paadisthuthikkaam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7237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26820"/>
            <a:ext cx="11734800" cy="2438400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</a:rPr>
              <a:t>5	നഗ്നനായി ഞാൻ ലോകത്തിൽ വന്നു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നഗ്നനായിത്തന്നെ പോകുമേ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ലോകത്തിലെനിക്കില്ലയാതൊന്നും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എന്‍റെ കൂടന്നു പോരുവാൻ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B2BB63-B889-485C-BB5A-147C5D2551A0}"/>
              </a:ext>
            </a:extLst>
          </p:cNvPr>
          <p:cNvSpPr/>
          <p:nvPr/>
        </p:nvSpPr>
        <p:spPr>
          <a:xfrm>
            <a:off x="2209800" y="3733800"/>
            <a:ext cx="9525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Nagnanaai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nagnanaai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pokumey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Lokaththilenikkilla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yaathonnum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370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26820"/>
            <a:ext cx="11734800" cy="2438400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</a:rPr>
              <a:t>6	ഹാ! എൻ പ്രിയന്‍റെറെ പ്രേമത്തെ ഓർത്തി-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ട്ടാനന്ദം പരമാനന്ദം!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ഹാ! എൻപ്രിയനാ പുതുവാനഭൂ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ദാനം ചെയ്തതെന്താനന്ദം!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B2BB63-B889-485C-BB5A-147C5D2551A0}"/>
              </a:ext>
            </a:extLst>
          </p:cNvPr>
          <p:cNvSpPr/>
          <p:nvPr/>
        </p:nvSpPr>
        <p:spPr>
          <a:xfrm>
            <a:off x="2209800" y="3733800"/>
            <a:ext cx="9525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premaththey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Orthitt-aanandam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paramaandam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puthuvaanabhudaanam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cheithathenthaanandam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2983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26820"/>
            <a:ext cx="11734800" cy="2438400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</a:rPr>
              <a:t>7	മരുവിൽ നിന്നു പ്രിയന്മേൽ ചാരി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വരുന്നൊരിവൾ ആരുപോൽ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വനത്തിൽ കൂടെ പോകുന്നേ ഞാനും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സ്വന്തരാജ്യത്തിൽ ചെല്ലുവാൻ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B2BB63-B889-485C-BB5A-147C5D2551A0}"/>
              </a:ext>
            </a:extLst>
          </p:cNvPr>
          <p:cNvSpPr/>
          <p:nvPr/>
        </p:nvSpPr>
        <p:spPr>
          <a:xfrm>
            <a:off x="2209800" y="3733800"/>
            <a:ext cx="9525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Maruvil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priyanmel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chaari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varunnorivalh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aarupol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Vannathilkoodey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pokunney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Swantharaajyaththil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chelluvaan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3148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26820"/>
            <a:ext cx="11734800" cy="2438400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</a:rPr>
              <a:t>8	കൊടുങ്കാറ്റുണ്ടീ വനദേശത്തെൻ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പ്രിയനേ! എന്നെ വിടല്ലേ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കൊതിയോടെ ഞാൻ വരുന്നേ-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എന്‍റെ സങ്കടമങ്ങു തീർക്കണേ!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06200" y="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B2BB63-B889-485C-BB5A-147C5D2551A0}"/>
              </a:ext>
            </a:extLst>
          </p:cNvPr>
          <p:cNvSpPr/>
          <p:nvPr/>
        </p:nvSpPr>
        <p:spPr>
          <a:xfrm>
            <a:off x="2209800" y="3733800"/>
            <a:ext cx="9525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vidalley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Kothiyodey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Sankadamangu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theerkkanhey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8836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112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006 ഉഷഃകാലം നാം എഴുന്നേൽക്കുക</vt:lpstr>
      <vt:lpstr>1 ഉഷഃകാലം നാം എഴുന്നേൽക്കുക  പരനേശുവെ സ്തുതിപ്പാൻ  ഉഷഃകാലം എന്താനന്ദം നമ്മൾ  പ്രിയനൊടടുത്തീടുകിൽ</vt:lpstr>
      <vt:lpstr>2 ഇതുപോലൊരു പ്രഭാതം നമു-  ക്കടുത്തീടുന്നു മനമേ!  ഹാ! എന്താന്ദം നമ്മുടെ പ്രിയൻ  നീതി സുര്യനായ്‌ വരുന്നാൾ</vt:lpstr>
      <vt:lpstr>3 നന്ദിയാലുള്ളം തുടിച്ചീടുന്നു  തള്ളയാമേശു കാരുണ്യം  ഓരോന്നൊരോന്നായ്‌ ധ്യാനിപ്പാനിതു  നല്ല സന്ദർഭമാകുന്നു</vt:lpstr>
      <vt:lpstr>4 ഇന്നലെ ഭൂവിൽ പാർത്തിരുന്നവ-  രെത്ര പേർ ലോകം വിട്ടുപോയ്  എന്നാലൊ നമുക്കൊരുനാൾകൂടെ  പ്രിയനെ പാടി സ്തുതിക്കാം</vt:lpstr>
      <vt:lpstr>5 നഗ്നനായി ഞാൻ ലോകത്തിൽ വന്നു  നഗ്നനായിത്തന്നെ പോകുമേ   ലോകത്തിലെനിക്കില്ലയാതൊന്നും  എന്‍റെ കൂടന്നു പോരുവാൻ </vt:lpstr>
      <vt:lpstr>6 ഹാ! എൻ പ്രിയന്‍റെറെ പ്രേമത്തെ ഓർത്തി-  ട്ടാനന്ദം പരമാനന്ദം!  ഹാ! എൻപ്രിയനാ പുതുവാനഭൂ  ദാനം ചെയ്തതെന്താനന്ദം!</vt:lpstr>
      <vt:lpstr>7 മരുവിൽ നിന്നു പ്രിയന്മേൽ ചാരി  വരുന്നൊരിവൾ ആരുപോൽ  വനത്തിൽ കൂടെ പോകുന്നേ ഞാനും  സ്വന്തരാജ്യത്തിൽ ചെല്ലുവാൻ</vt:lpstr>
      <vt:lpstr>8 കൊടുങ്കാറ്റുണ്ടീ വനദേശത്തെൻ  പ്രിയനേ! എന്നെ വിടല്ലേ  കൊതിയോടെ ഞാൻ വരുന്നേ-  എന്‍റെ സങ്കടമങ്ങു തീർക്കണേ!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Ushakalam njan ezhunelkkuka</dc:title>
  <dc:creator>Digital Input:; GM JOHN; Acsah Mathews</dc:creator>
  <cp:lastModifiedBy>Acsah Mathews</cp:lastModifiedBy>
  <cp:revision>245</cp:revision>
  <dcterms:created xsi:type="dcterms:W3CDTF">2013-04-19T09:19:07Z</dcterms:created>
  <dcterms:modified xsi:type="dcterms:W3CDTF">2018-12-03T18:48:14Z</dcterms:modified>
</cp:coreProperties>
</file>