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6" r:id="rId4"/>
    <p:sldId id="277" r:id="rId5"/>
    <p:sldId id="278" r:id="rId6"/>
    <p:sldId id="279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105" d="100"/>
          <a:sy n="105" d="100"/>
        </p:scale>
        <p:origin x="510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253F85-4700-489E-B23F-E793E7C10076}" type="datetimeFigureOut">
              <a:rPr lang="en-US"/>
              <a:pPr>
                <a:defRPr/>
              </a:pPr>
              <a:t>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94647-AA29-45CF-80AD-23BA9AA7D6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67390-0CCF-4D3A-B41B-2656682E908B}" type="datetimeFigureOut">
              <a:rPr lang="en-US"/>
              <a:pPr>
                <a:defRPr/>
              </a:pPr>
              <a:t>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3F974-E4AE-4B5D-9949-A7C61D6A49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91DEC-9021-48EA-8A3E-E5E501DD716F}" type="datetimeFigureOut">
              <a:rPr lang="en-US"/>
              <a:pPr>
                <a:defRPr/>
              </a:pPr>
              <a:t>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115CB-0A3A-42FD-89AA-3C788E5B35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1A63C-A3FD-4DE6-8953-49A575F6B320}" type="datetimeFigureOut">
              <a:rPr lang="en-US"/>
              <a:pPr>
                <a:defRPr/>
              </a:pPr>
              <a:t>2/12/2022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1695A9-A598-4E23-8B5D-5A7C405C82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F6E13-EF22-45C6-87B0-DE50C8C9B289}" type="datetimeFigureOut">
              <a:rPr lang="en-US"/>
              <a:pPr>
                <a:defRPr/>
              </a:pPr>
              <a:t>2/12/2022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02839D-F915-49A0-8EBF-DE7960C4FE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88B62-4C09-4FDF-B326-9EF0696AA70B}" type="datetimeFigureOut">
              <a:rPr lang="en-US"/>
              <a:pPr>
                <a:defRPr/>
              </a:pPr>
              <a:t>2/12/2022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F3F2B-EB91-490A-A270-5D4C324F25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759B0-2D69-46CB-9CB8-3F569E8A7670}" type="datetimeFigureOut">
              <a:rPr lang="en-US"/>
              <a:pPr>
                <a:defRPr/>
              </a:pPr>
              <a:t>2/12/2022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C671F3-C70B-4761-BEA0-C41013430B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71E2C-642C-4AE5-8F2C-3BBB7C2EB6A1}" type="datetimeFigureOut">
              <a:rPr lang="en-US"/>
              <a:pPr>
                <a:defRPr/>
              </a:pPr>
              <a:t>2/12/2022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366B4-5EE4-44B9-BD8B-741392CED0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AF2BE-CF40-4260-91C1-E6A520FB62C4}" type="datetimeFigureOut">
              <a:rPr lang="en-US"/>
              <a:pPr>
                <a:defRPr/>
              </a:pPr>
              <a:t>2/12/2022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2C8C4-56FA-4A33-80AD-6ED07365DD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7521B-DE39-4BB3-97DD-AAD8C0EB06BF}" type="datetimeFigureOut">
              <a:rPr lang="en-US"/>
              <a:pPr>
                <a:defRPr/>
              </a:pPr>
              <a:t>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2E1AC-DEED-42ED-B260-48443F1A5E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99682-54E7-4DB6-A10A-A2DC74CA17EF}" type="datetimeFigureOut">
              <a:rPr lang="en-US"/>
              <a:pPr>
                <a:defRPr/>
              </a:pPr>
              <a:t>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8BBCA-392B-472D-B45E-4610CACD85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E2E1A7C-86D8-4E53-BDDE-7EA9783928D4}" type="datetimeFigureOut">
              <a:rPr lang="en-US"/>
              <a:pPr>
                <a:defRPr/>
              </a:pPr>
              <a:t>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B2814B1-B647-48FE-AA5D-E250186C23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22A8-4155-4966-9EFE-8BC08339D0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238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എൻ യേശു എൻ സംഗീതം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9E3D9-B53E-4F6D-9292-6621DF5A2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57600"/>
            <a:ext cx="85344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En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sangeetham</a:t>
            </a:r>
            <a:endParaRPr lang="en-US" sz="4000" dirty="0"/>
          </a:p>
          <a:p>
            <a:r>
              <a:rPr lang="en-US" sz="3800" i="1" dirty="0"/>
              <a:t>Tune: Mid pleasures and palaces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EF3B26-0A12-4EE0-8FA5-C957AA2756E4}"/>
              </a:ext>
            </a:extLst>
          </p:cNvPr>
          <p:cNvSpPr/>
          <p:nvPr/>
        </p:nvSpPr>
        <p:spPr>
          <a:xfrm>
            <a:off x="2552802" y="5105400"/>
            <a:ext cx="17251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(വ. നാഗൽ)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1C4849-2F42-45FF-BC0B-59F4019CCEF6}"/>
              </a:ext>
            </a:extLst>
          </p:cNvPr>
          <p:cNvSpPr/>
          <p:nvPr/>
        </p:nvSpPr>
        <p:spPr>
          <a:xfrm>
            <a:off x="8610600" y="5105400"/>
            <a:ext cx="14130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dirty="0">
                <a:solidFill>
                  <a:schemeClr val="accent2"/>
                </a:solidFill>
                <a:latin typeface="Arial" panose="020B0604020202020204" pitchFamily="34" charset="0"/>
              </a:rPr>
              <a:t>(V. </a:t>
            </a:r>
            <a:r>
              <a:rPr lang="en-US" sz="2000" b="1" i="1" dirty="0" err="1">
                <a:solidFill>
                  <a:schemeClr val="accent2"/>
                </a:solidFill>
                <a:latin typeface="Arial" panose="020B0604020202020204" pitchFamily="34" charset="0"/>
              </a:rPr>
              <a:t>Nagal</a:t>
            </a:r>
            <a:r>
              <a:rPr lang="en-US" sz="2000" b="1" i="1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8926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00554"/>
            <a:ext cx="11734800" cy="2811091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യേശു എൻ സംഗീതം എൻ ബലം ആകുന്നു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താൻ ജീവന്‍റെ കിരീടം എനിക്കു തരുന്നു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മുഖത്തിൻ പ്രകാശം ഹാ എത്ര മധുരം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നല്ലോരവകാശം എന്‍റേതു നിശ്ചയം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98225" y="0"/>
            <a:ext cx="993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F5BDF1-6CF7-4642-9103-71C2137C4568}"/>
              </a:ext>
            </a:extLst>
          </p:cNvPr>
          <p:cNvSpPr/>
          <p:nvPr/>
        </p:nvSpPr>
        <p:spPr>
          <a:xfrm>
            <a:off x="0" y="3852446"/>
            <a:ext cx="1119822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sangeetham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tharunnu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mukhaththin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prakaasham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Nalloravakaasham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nishchayam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BDD7B-E458-47F4-8EE9-99F2499F27C7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00554"/>
            <a:ext cx="11734800" cy="2811091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യേശു എൻ സംഗീതം എൻ ബലം ആകുന്നു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എനിക്കു വിപരീതം ആയ കൈയെഴുത്തു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ക്രൂശിൻ തിരു രക്തം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മായിച്ചു കളഞ്ഞു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ശത്രുത തീർത്തു സ്വ</a:t>
            </a:r>
            <a:r>
              <a:rPr lang="ml-IN" sz="3600" b="1" dirty="0">
                <a:latin typeface="Kartika" panose="02020503030404060203" pitchFamily="18" charset="0"/>
              </a:rPr>
              <a:t>ർ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ഗ്ഗം എനിക്കു തുറന്നു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98225" y="0"/>
            <a:ext cx="993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F5BDF1-6CF7-4642-9103-71C2137C4568}"/>
              </a:ext>
            </a:extLst>
          </p:cNvPr>
          <p:cNvSpPr/>
          <p:nvPr/>
        </p:nvSpPr>
        <p:spPr>
          <a:xfrm>
            <a:off x="0" y="3852446"/>
            <a:ext cx="1119822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sangeetham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vipareetham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kaiyezhuththu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maayichchu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kalhanju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Shathrutha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thurannu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BDD7B-E458-47F4-8EE9-99F2499F27C7}"/>
              </a:ext>
            </a:extLst>
          </p:cNvPr>
          <p:cNvSpPr txBox="1"/>
          <p:nvPr/>
        </p:nvSpPr>
        <p:spPr>
          <a:xfrm>
            <a:off x="0" y="228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9277199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00554"/>
            <a:ext cx="11734800" cy="2811091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യേശു എൻ സംഗീതം എൻ ബലം ആകുന്നു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എൻ ഹൃദയത്തിൻ ഖേദം ഒക്കെ താൻ തീർക്കുന്നു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വഴിയിൽ പ്രയാസം ഞെരുക്കം സങ്കടം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വരുമ്പോൾ നല്ലാശ്വാസം യേശുവിൻ മാർവ്വിടം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98225" y="0"/>
            <a:ext cx="993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F5BDF1-6CF7-4642-9103-71C2137C4568}"/>
              </a:ext>
            </a:extLst>
          </p:cNvPr>
          <p:cNvSpPr/>
          <p:nvPr/>
        </p:nvSpPr>
        <p:spPr>
          <a:xfrm>
            <a:off x="0" y="3852446"/>
            <a:ext cx="1119822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sangeetham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hridayaththin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khèdam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okkey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prayaasam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njerukkam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sankadam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Varumbolh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nallaashwaasam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maarvidam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BDD7B-E458-47F4-8EE9-99F2499F27C7}"/>
              </a:ext>
            </a:extLst>
          </p:cNvPr>
          <p:cNvSpPr txBox="1"/>
          <p:nvPr/>
        </p:nvSpPr>
        <p:spPr>
          <a:xfrm>
            <a:off x="0" y="228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801551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100554"/>
            <a:ext cx="11963400" cy="2811091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യേശു എൻ സംഗീതം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ബലം ആകുന്നു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തൻ നിത്യ സ്നേഹംകൊണ്ടു എന്നെ സ്നേഹിക്കുന്നു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താൻ തുടങ്ങിയ വേല എന്നിൽ നിവർത്തിക്കും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തൻ കൃഷ്ണമണി പോലെ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കാത്തുകൊള്ളും 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98225" y="0"/>
            <a:ext cx="993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F5BDF1-6CF7-4642-9103-71C2137C4568}"/>
              </a:ext>
            </a:extLst>
          </p:cNvPr>
          <p:cNvSpPr/>
          <p:nvPr/>
        </p:nvSpPr>
        <p:spPr>
          <a:xfrm>
            <a:off x="0" y="3852446"/>
            <a:ext cx="1119822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sangeetham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snehamkondu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thudangiya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vèla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nivarththikkum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krishnhamanhi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pôley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kaaththukollhum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BDD7B-E458-47F4-8EE9-99F2499F27C7}"/>
              </a:ext>
            </a:extLst>
          </p:cNvPr>
          <p:cNvSpPr txBox="1"/>
          <p:nvPr/>
        </p:nvSpPr>
        <p:spPr>
          <a:xfrm>
            <a:off x="0" y="228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519697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100554"/>
            <a:ext cx="11963400" cy="2811091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യേശു എൻ സംഗീതം എൻ ബലം ആകുന്നു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വരവു സമീപം നേരം പുലരുന്നു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 മഹത്വത്തോടെ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താൻ വെളിപ്പെട്ടിടും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 ഞാനുമവനോടു കൂടെ പ്രകാശിക്കും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98225" y="0"/>
            <a:ext cx="993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F5BDF1-6CF7-4642-9103-71C2137C4568}"/>
              </a:ext>
            </a:extLst>
          </p:cNvPr>
          <p:cNvSpPr/>
          <p:nvPr/>
        </p:nvSpPr>
        <p:spPr>
          <a:xfrm>
            <a:off x="0" y="3852446"/>
            <a:ext cx="1119822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sangeetham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varavu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sameepam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pularunnu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mahathwaththodey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velhipettidum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njaanumavanôdu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prakaashikkum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BDD7B-E458-47F4-8EE9-99F2499F27C7}"/>
              </a:ext>
            </a:extLst>
          </p:cNvPr>
          <p:cNvSpPr txBox="1"/>
          <p:nvPr/>
        </p:nvSpPr>
        <p:spPr>
          <a:xfrm>
            <a:off x="0" y="228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7149285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270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238 എൻ യേശു എൻ സംഗീതം</vt:lpstr>
      <vt:lpstr>എൻ യേശു എൻ സംഗീതം എൻ ബലം ആകുന്നു താൻ ജീവന്‍റെ കിരീടം എനിക്കു തരുന്നു തൻ മുഖത്തിൻ പ്രകാശം ഹാ എത്ര മധുരം ഹാ, നല്ലോരവകാശം എന്‍റേതു നിശ്ചയം</vt:lpstr>
      <vt:lpstr>എൻ യേശു എൻ സംഗീതം എൻ ബലം ആകുന്നു എനിക്കു വിപരീതം ആയ കൈയെഴുത്തു തൻ ക്രൂശിൻ തിരു രക്തം  മായിച്ചു കളഞ്ഞു ശത്രുത തീർത്തു സ്വർഗ്ഗം എനിക്കു തുറന്നു</vt:lpstr>
      <vt:lpstr>എൻ യേശു എൻ സംഗീതം എൻ ബലം ആകുന്നു എൻ ഹൃദയത്തിൻ ഖേദം ഒക്കെ താൻ തീർക്കുന്നു എൻ വഴിയിൽ പ്രയാസം ഞെരുക്കം സങ്കടം വരുമ്പോൾ നല്ലാശ്വാസം യേശുവിൻ മാർവ്വിടം</vt:lpstr>
      <vt:lpstr>എൻ യേശു എൻ സംഗീതം എൻ ബലം ആകുന്നു തൻ നിത്യ സ്നേഹംകൊണ്ടു എന്നെ സ്നേഹിക്കുന്നു  താൻ തുടങ്ങിയ വേല എന്നിൽ നിവർത്തിക്കും  തൻ കൃഷ്ണമണി പോലെ  എന്നെ കാത്തുകൊള്ളും </vt:lpstr>
      <vt:lpstr>എൻ യേശു എൻ സംഗീതം എൻ ബലം ആകുന്നു തൻ വരവു സമീപം നേരം പുലരുന്നു ദിവ്യ മഹത്വത്തോടെ താൻ വെളിപ്പെട്ടിടും  ഈ ഞാനുമവനോടു കൂടെ പ്രകാശിക്കും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yeshu en sangeetham</dc:title>
  <dc:creator>Digital Input:; GM JOHN; Acsah Mathews</dc:creator>
  <cp:lastModifiedBy>Manu Abraham</cp:lastModifiedBy>
  <cp:revision>115</cp:revision>
  <dcterms:created xsi:type="dcterms:W3CDTF">2013-04-19T09:19:07Z</dcterms:created>
  <dcterms:modified xsi:type="dcterms:W3CDTF">2022-02-12T23:31:54Z</dcterms:modified>
</cp:coreProperties>
</file>