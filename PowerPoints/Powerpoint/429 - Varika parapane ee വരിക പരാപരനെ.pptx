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5" autoAdjust="0"/>
    <p:restoredTop sz="94660"/>
  </p:normalViewPr>
  <p:slideViewPr>
    <p:cSldViewPr snapToGrid="0">
      <p:cViewPr varScale="1">
        <p:scale>
          <a:sx n="42" d="100"/>
          <a:sy n="42" d="100"/>
        </p:scale>
        <p:origin x="54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3D0C-18C8-4CF6-97D7-951C51AA7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C926C-8E19-48B7-87BE-46DEDF423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0BB5-0A65-492B-8D1D-F1D4E75E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29A4E-2120-4C24-BC9C-41FDC0BC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C12D9-034D-42ED-9504-1B9FFE8B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69DD-B31C-4499-B39C-F7561433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4ACD5-2005-4AE1-9575-582F674C9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5722B-FF55-4757-AFB9-A1395BC9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04B8F-228B-46E7-97F7-D47E5FBB4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15A8-B1F5-4BCE-B93A-8239F4B0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1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DDB47-2B10-4539-8B27-E3B91545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8659D-33B5-40D3-89AB-EF3CAE91A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097A6-0C48-4363-9A71-1795B3C2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3A915-02AE-4DA8-A55C-BCDA26992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7240-246A-4E0D-9451-4A051B43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0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39E6-26DC-4767-97B9-28E26736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7C2AE-11F9-4D40-BAD3-AB57360A7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BFC46-7F34-4994-9934-21F80FF8D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852E3-9A01-4B25-B46E-D6F4BBD2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E2E42-97B8-4D76-B2FC-5C17EE0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9FD11-C67D-4E6F-A650-DCCA6251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5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8E21-8B51-4B0F-B114-B5A03BC8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19E03-7DBF-4FBE-AEA5-A2B4BF9AD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0A9BD-6DA5-440F-9EC5-87FC31732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00AA4-1FC8-4EAB-83CB-4E439E2E9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C238F-867A-4E39-BD78-96A1AD1A8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58D86-2FEB-419E-8D01-0D5829715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ADC1C-CD44-4FE3-910C-7757A236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56CAE-A153-485F-B0AD-1CDE49B9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8577-79B3-4F9D-8F4A-FCB0CB34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02A43-51AC-4B36-9F95-207FB37D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E3677-5D8A-4726-9691-C949CB38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FF631-2EC6-4B52-BFF4-D4BEF795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3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F3372-7CE9-4869-9BCA-4965E624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D78AB-1DD5-419B-AAED-EA2C8DDB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5D94A-B15E-42F6-A62B-46BD9136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AEE1-ED26-45DF-9704-ABF9CDC8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0FED-18A0-4466-98AD-CAAE66239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81DD4-D354-4610-B702-1C0D067A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B3F69-4752-4561-8C7A-E71BBE0E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5C20C-46A1-4C37-B8B1-940922CA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86A34-5699-448B-9A87-E3B9378F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4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FC45F-4DA3-4C31-B2BD-36B7388A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00DD1-7177-4C24-A7BC-969A1E68C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C62F4-1147-4ADE-99C0-B1F485624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9BA25-DFB1-4274-BD2E-8C2B149A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2910E-FC79-435F-8F4D-EA6A84DA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91498-DA8A-4BD1-8200-B134855C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7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1E6F-B1A7-428A-BD30-C6EBA390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7C98A-C9AF-4815-B03D-FFE0EFD7E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1920E-9CE5-4E8A-A8D1-9F22D2872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99B57-95EE-47A0-81E0-572D6AF6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9D4E1-3453-41C2-AA17-6BFF631C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3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5833C-1EF5-464F-9D41-91A36B191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4EA2D-DC3D-46ED-B897-D73517DC2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E5D6-8393-48C2-A35A-3E424FBF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F904-82B2-46C5-ABC3-985B3215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06F18-3C3C-4E05-8087-450D9655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6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E3D5A-4781-4F7D-85AB-0D1E69D34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FD563-3E0D-45DD-B0C2-C0D0EC8AF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39800-AFFA-4865-8F84-1149A1B4F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ABE9E-10A7-40D8-B74D-F099CB5D5D74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9E5AF-2066-4C9C-931D-25B65EA0B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02175-BAA2-4EF4-95EE-A4C7E9ECE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41492-DE54-44C1-B427-850A39B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1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1492-ECB0-424C-9FDE-7116D5444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429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വരിക പരാപരനെ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F295A-F084-4FF8-8710-A4627EE8F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9226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Varika </a:t>
            </a:r>
            <a:r>
              <a:rPr lang="en-US" sz="4000" b="1" dirty="0" err="1">
                <a:solidFill>
                  <a:srgbClr val="002060"/>
                </a:solidFill>
              </a:rPr>
              <a:t>paraaparane</a:t>
            </a:r>
            <a:endParaRPr lang="en-US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3DBC5E-6263-401C-9D0A-785B4AB7FBCE}"/>
              </a:ext>
            </a:extLst>
          </p:cNvPr>
          <p:cNvSpPr/>
          <p:nvPr/>
        </p:nvSpPr>
        <p:spPr>
          <a:xfrm>
            <a:off x="1328562" y="4286267"/>
            <a:ext cx="24609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(പി. ഡി. ജോൺ) 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7DEE3-702B-4CB2-A9D0-ADBD4A6AEC1F}"/>
              </a:ext>
            </a:extLst>
          </p:cNvPr>
          <p:cNvSpPr/>
          <p:nvPr/>
        </p:nvSpPr>
        <p:spPr>
          <a:xfrm>
            <a:off x="9022421" y="4286267"/>
            <a:ext cx="1645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(P. D. John) 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42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വരിക പരാപരനെ ഈ യോഗത്തിൽ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ചൊരിക കൃപാവരങ്ങൾ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തരണം നിൻ സാനിദ്ധ്യമീ ജനം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തിരുമുഖം ദർശിച്ചാനന്ദിപ്പാൻ 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70B4C-C218-4752-8CF4-94D9235B81AC}"/>
              </a:ext>
            </a:extLst>
          </p:cNvPr>
          <p:cNvSpPr/>
          <p:nvPr/>
        </p:nvSpPr>
        <p:spPr>
          <a:xfrm>
            <a:off x="0" y="3540938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Varika </a:t>
            </a:r>
            <a:r>
              <a:rPr lang="en-US" sz="3400" b="1" dirty="0" err="1">
                <a:solidFill>
                  <a:srgbClr val="002060"/>
                </a:solidFill>
              </a:rPr>
              <a:t>paraaparane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yogaththil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Chorika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kripaavarangalh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saanidhyamee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Thirumukham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darshichchaanandippaam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95445-2A72-40BD-8C4F-A4214C3C6289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855027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937745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കരുണകൾക്കുടയവനേ നിൻ നാമത്തെ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നിരന്തരം ഭജിച്ചിടുവാൻ (2)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അകമതിലഘമഖിലം അകറ്റി നീ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തികയ്ക്കുക വിശുദ്ധിയുള്ളിൽ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70B4C-C218-4752-8CF4-94D9235B81AC}"/>
              </a:ext>
            </a:extLst>
          </p:cNvPr>
          <p:cNvSpPr/>
          <p:nvPr/>
        </p:nvSpPr>
        <p:spPr>
          <a:xfrm>
            <a:off x="2096428" y="3540938"/>
            <a:ext cx="987998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Karunhakalhkkudayavane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naamaththe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Nirantharam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bhajichiduvaan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Akamathilakhamakhilam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akatti</a:t>
            </a:r>
            <a:r>
              <a:rPr lang="en-US" sz="3400" b="1" dirty="0">
                <a:solidFill>
                  <a:srgbClr val="002060"/>
                </a:solidFill>
              </a:rPr>
              <a:t> nee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Thikakkuka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vishudhdhiyullhil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06936-FF8B-4134-A3B7-6563996FC891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156393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വരിക പരാപരനെ ഈ യോഗത്തിൽ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ചൊരിക കൃപാവരങ്ങൾ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തരണം നിൻ സാനിദ്ധ്യമീ ജനം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തിരുമുഖം ദർശിച്ചാനന്ദിപ്പാൻ 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70B4C-C218-4752-8CF4-94D9235B81AC}"/>
              </a:ext>
            </a:extLst>
          </p:cNvPr>
          <p:cNvSpPr/>
          <p:nvPr/>
        </p:nvSpPr>
        <p:spPr>
          <a:xfrm>
            <a:off x="0" y="3540938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Varika </a:t>
            </a:r>
            <a:r>
              <a:rPr lang="en-US" sz="3400" b="1" dirty="0" err="1">
                <a:solidFill>
                  <a:srgbClr val="002060"/>
                </a:solidFill>
              </a:rPr>
              <a:t>paraaparane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yogaththil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Chorika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kripaavarangalh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saanidhyamee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Thirumukham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darshichchaanandippaam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F5045-02FA-4F60-9F36-E941F7403275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198973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2	തവ സവിധത്തിൽ കഴിയും ഒരു ദിനം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ശതം ദിനങ്ങളിലധികം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ഹൃദയത്തിലനു നിമിഷം സന്തോഷവും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അതുല്യഭാഗ്യമാം നിറവും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11AA2-F228-40BA-BFC4-3D0964A9A461}"/>
              </a:ext>
            </a:extLst>
          </p:cNvPr>
          <p:cNvSpPr/>
          <p:nvPr/>
        </p:nvSpPr>
        <p:spPr>
          <a:xfrm>
            <a:off x="2096428" y="3540938"/>
            <a:ext cx="987998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Thava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savidhaththil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kazhiyum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orudinam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Shatham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dinangalhil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adhikam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Hridayaththilanu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nimisham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santhoshavum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Athulya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bhagyamaam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nirhavum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07656-69F1-4ACD-AEFF-24FE5CEC2290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100218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വരിക പരാപരനെ ഈ യോഗത്തിൽ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ചൊരിക കൃപാവരങ്ങൾ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തരണം നിൻ സാനിദ്ധ്യമീ ജനം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തിരുമുഖം ദർശിച്ചാനന്ദിപ്പാൻ 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70B4C-C218-4752-8CF4-94D9235B81AC}"/>
              </a:ext>
            </a:extLst>
          </p:cNvPr>
          <p:cNvSpPr/>
          <p:nvPr/>
        </p:nvSpPr>
        <p:spPr>
          <a:xfrm>
            <a:off x="0" y="3540938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Varika </a:t>
            </a:r>
            <a:r>
              <a:rPr lang="en-US" sz="3400" b="1" dirty="0" err="1">
                <a:solidFill>
                  <a:srgbClr val="002060"/>
                </a:solidFill>
              </a:rPr>
              <a:t>paraaparane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yogaththil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Chorika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kripaavarangalh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saanidhyamee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Thirumukham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darshichchaanandippaam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A577C-25EA-45EA-A0F9-7D1F4FACEBA7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39584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3	വചനത്തിന്നരികിൽ ഞങ്ങൾ-ഹൃദന്തത്തെ 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വണങ്ങി നിൻ സ്വരം ഗ്രഹിപ്പാൻ (2)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പരിശുദ്ധാത്മാവിൻ നിറവിൽ-നിൻ ദാസരെ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വചനത്താൽ നിറയ്ക്കണമേ 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5D6966-B126-4AC8-89CB-081955B44037}"/>
              </a:ext>
            </a:extLst>
          </p:cNvPr>
          <p:cNvSpPr/>
          <p:nvPr/>
        </p:nvSpPr>
        <p:spPr>
          <a:xfrm>
            <a:off x="2096428" y="3540938"/>
            <a:ext cx="987998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Vachanaththinarikil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hridayanthathe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Vanhangi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grahippaan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Parishudhdhaathmaavin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nirhavil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daasare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Vachanaththaal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nirakkanhame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35A76-36A2-4443-9CC1-E89DCE8F3E29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293123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വരിക പരാപരനെ ഈ യോഗത്തിൽ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ചൊരിക കൃപാവരങ്ങൾ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തരണം നിൻ സാനിദ്ധ്യമീ ജനം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തിരുമുഖം ദർശിച്ചാനന്ദിപ്പാൻ 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70B4C-C218-4752-8CF4-94D9235B81AC}"/>
              </a:ext>
            </a:extLst>
          </p:cNvPr>
          <p:cNvSpPr/>
          <p:nvPr/>
        </p:nvSpPr>
        <p:spPr>
          <a:xfrm>
            <a:off x="0" y="3540938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Varika </a:t>
            </a:r>
            <a:r>
              <a:rPr lang="en-US" sz="3400" b="1" dirty="0" err="1">
                <a:solidFill>
                  <a:srgbClr val="002060"/>
                </a:solidFill>
              </a:rPr>
              <a:t>paraaparane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yogaththil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Chorika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kripaavarangalh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saanidhyamee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Thirumukham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darshichchaanandippaam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8FBFF-449D-4376-8FA8-E59790648580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72113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4	അവനിയിലഭയമതായ് ഒരേ ഇടം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പരനുടെ തിരുസവിധം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അനവവുമനശ്വരമാം വാസസ്ഥലം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അവനോരുക്കുന്നു നമുക്കായ് 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1DBBC5-CE8E-4A33-8BF9-D00DC7EEC1CB}"/>
              </a:ext>
            </a:extLst>
          </p:cNvPr>
          <p:cNvSpPr/>
          <p:nvPr/>
        </p:nvSpPr>
        <p:spPr>
          <a:xfrm>
            <a:off x="2096428" y="3540938"/>
            <a:ext cx="987998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Avaniyilabhayamathaai</a:t>
            </a:r>
            <a:r>
              <a:rPr lang="en-US" sz="3400" b="1" dirty="0">
                <a:solidFill>
                  <a:srgbClr val="002060"/>
                </a:solidFill>
              </a:rPr>
              <a:t> ore </a:t>
            </a:r>
            <a:r>
              <a:rPr lang="en-US" sz="3400" b="1" dirty="0" err="1">
                <a:solidFill>
                  <a:srgbClr val="002060"/>
                </a:solidFill>
              </a:rPr>
              <a:t>idam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Paranude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thirusavidham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Anavadyamanashwaramaam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vaasasthalam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Avanorukkunnu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namukkaai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7EB21-E748-4F95-995E-3621AD64BCC1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2407949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711E3-A506-4206-BBBF-1CA38525AA9A}"/>
              </a:ext>
            </a:extLst>
          </p:cNvPr>
          <p:cNvSpPr/>
          <p:nvPr/>
        </p:nvSpPr>
        <p:spPr>
          <a:xfrm>
            <a:off x="0" y="759329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</a:rPr>
              <a:t>വരിക പരാപരനെ ഈ യോഗത്തിൽ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ചൊരിക കൃപാവരങ്ങൾ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തരണം നിൻ സാനിദ്ധ്യമീ ജനം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തിരുമുഖം ദർശിച്ചാനന്ദിപ്പാൻ 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70B4C-C218-4752-8CF4-94D9235B81AC}"/>
              </a:ext>
            </a:extLst>
          </p:cNvPr>
          <p:cNvSpPr/>
          <p:nvPr/>
        </p:nvSpPr>
        <p:spPr>
          <a:xfrm>
            <a:off x="0" y="3540938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Varika </a:t>
            </a:r>
            <a:r>
              <a:rPr lang="en-US" sz="3400" b="1" dirty="0" err="1">
                <a:solidFill>
                  <a:srgbClr val="002060"/>
                </a:solidFill>
              </a:rPr>
              <a:t>paraaparane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yogaththil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Chorika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kripaavarangalh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saanidhyamee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Thirumukham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darshichchaanandippaam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671F4-83A1-4B80-A16B-95D4DC76C45C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429</a:t>
            </a:r>
          </a:p>
        </p:txBody>
      </p:sp>
    </p:spTree>
    <p:extLst>
      <p:ext uri="{BB962C8B-B14F-4D97-AF65-F5344CB8AC3E}">
        <p14:creationId xmlns:p14="http://schemas.microsoft.com/office/powerpoint/2010/main" val="2361266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155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Kartika</vt:lpstr>
      <vt:lpstr>Office Theme</vt:lpstr>
      <vt:lpstr>429 വരിക പരാപരനെ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Varika paraaparane</dc:title>
  <dc:creator>Acsah Mathews</dc:creator>
  <cp:lastModifiedBy>Acsah Mathews</cp:lastModifiedBy>
  <cp:revision>2</cp:revision>
  <dcterms:created xsi:type="dcterms:W3CDTF">2018-11-27T18:38:59Z</dcterms:created>
  <dcterms:modified xsi:type="dcterms:W3CDTF">2018-11-27T19:57:42Z</dcterms:modified>
</cp:coreProperties>
</file>