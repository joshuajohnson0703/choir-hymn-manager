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82" r:id="rId3"/>
    <p:sldId id="284" r:id="rId4"/>
    <p:sldId id="285" r:id="rId5"/>
    <p:sldId id="286" r:id="rId6"/>
    <p:sldId id="287" r:id="rId7"/>
    <p:sldId id="288" r:id="rId8"/>
    <p:sldId id="289" r:id="rId9"/>
    <p:sldId id="29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4BF94-1CE9-4784-A20A-73032221C79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F4B8C-6681-41DB-B0C4-CBDB1856DA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C31D4-1C2B-45ED-9113-EA36C917F6D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B697E-847C-4B3B-BD37-023B6FCBE9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95EEA-18E5-4835-A615-8B4B8E2AACA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8F95AA-088F-4244-AFF6-E6F2D74C6A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16119-A49D-44F2-A5A0-C0EDDB16B9B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56110-3AC2-49A1-A53D-96C82AED86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97743-6EBA-4050-9E1C-A6ECD43EA0E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3CA20-2206-4D84-8A08-0E53AEB10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3E9FC-798F-49E8-A03C-8D8D95D770B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DBBE2-6B9E-47CC-AAA6-0417C87192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BAC1B-5AB7-4500-87A4-3F8AC10733A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C8102-90A6-45CF-A376-7C718DEAC1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DF385-6E2C-43AF-9BBE-987BF30664F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2B130-8E17-4835-9AA7-65566756E8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9E1AA-4451-46BD-B135-540F116787D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77065-346B-4EB9-8D83-74F54A20D9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F9C4A-D5DA-43F1-89DD-01002A643642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67D04-73EC-4865-B7C3-78706954BB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2822C-C497-491F-93F7-E19A5F91FF5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5A53FB-88D8-4D98-A6A9-49764690A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604054D-936D-44FB-BAD9-595918C498E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DED9666-EC40-41EE-A606-05A4D708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7C9B-EC86-49EB-BB21-A25683413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സമയമാം രഥത്തിൽ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FD9AB-752A-4DB2-AF45-00057041A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 err="1"/>
              <a:t>Samayamaam</a:t>
            </a:r>
            <a:r>
              <a:rPr lang="en-US" sz="4000" b="1" dirty="0"/>
              <a:t> </a:t>
            </a:r>
            <a:r>
              <a:rPr lang="en-US" sz="4000" b="1" dirty="0" err="1"/>
              <a:t>radhathil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BED740-89AA-403A-917E-1335972A59AB}"/>
              </a:ext>
            </a:extLst>
          </p:cNvPr>
          <p:cNvSpPr/>
          <p:nvPr/>
        </p:nvSpPr>
        <p:spPr>
          <a:xfrm>
            <a:off x="1431834" y="4652248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(വി. നാഗൽ)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2B243E-6FD3-4CC4-B87D-565495BF88B2}"/>
              </a:ext>
            </a:extLst>
          </p:cNvPr>
          <p:cNvSpPr/>
          <p:nvPr/>
        </p:nvSpPr>
        <p:spPr>
          <a:xfrm>
            <a:off x="9104448" y="4652248"/>
            <a:ext cx="1266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(V. </a:t>
            </a:r>
            <a:r>
              <a:rPr lang="en-US" dirty="0" err="1">
                <a:solidFill>
                  <a:srgbClr val="000000"/>
                </a:solidFill>
              </a:rPr>
              <a:t>Nagal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15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സമയമാം രഥത്തിൽ ഞാൻ സ്വർഗ്ഗയാത്ര ചെയ്യുന്നു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സ്വദേശം കാണ്മതിനു ബദ്ധപ്പെ ട്ടോടീടുന്നു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1. </a:t>
            </a:r>
            <a:r>
              <a:rPr lang="en-US" sz="3400" b="1" dirty="0" err="1">
                <a:latin typeface="+mn-lt"/>
              </a:rPr>
              <a:t>Samayamaam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radhathil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njan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swargga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yaathra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cheyunnu</a:t>
            </a:r>
            <a:r>
              <a:rPr lang="en-US" sz="3400" b="1" dirty="0">
                <a:latin typeface="+mn-lt"/>
              </a:rPr>
              <a:t> </a:t>
            </a:r>
          </a:p>
          <a:p>
            <a:r>
              <a:rPr lang="en-US" sz="3400" b="1" dirty="0">
                <a:latin typeface="+mn-lt"/>
              </a:rPr>
              <a:t>    </a:t>
            </a:r>
            <a:r>
              <a:rPr lang="en-US" sz="3400" b="1" dirty="0" err="1">
                <a:latin typeface="+mn-lt"/>
              </a:rPr>
              <a:t>En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swadesham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kaanhmathinu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bhadhappettodeedunnu</a:t>
            </a:r>
            <a:r>
              <a:rPr lang="en-US" sz="3400" b="1" dirty="0">
                <a:latin typeface="+mn-lt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രാവിലെ ഞാൻ ഉണരുമ്പോൾ ഭാഗ്യമുള്ളോർ നിശ്ചയം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എന്‍റെ യാത്രയുടെ അന്തം ഇന്നലെക്കാൾ അടുപ്പം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2. </a:t>
            </a:r>
            <a:r>
              <a:rPr lang="en-US" sz="3400" b="1" dirty="0" err="1">
                <a:latin typeface="+mn-lt"/>
              </a:rPr>
              <a:t>Ravile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njan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unharumbolh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bhagyamullhon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nishchayam</a:t>
            </a:r>
            <a:endParaRPr lang="en-US" sz="3400" b="1" dirty="0">
              <a:latin typeface="+mn-lt"/>
            </a:endParaRPr>
          </a:p>
          <a:p>
            <a:r>
              <a:rPr lang="en-US" sz="3400" b="1" dirty="0">
                <a:latin typeface="+mn-lt"/>
              </a:rPr>
              <a:t>    </a:t>
            </a:r>
            <a:r>
              <a:rPr lang="en-US" sz="3400" b="1" dirty="0" err="1">
                <a:latin typeface="+mn-lt"/>
              </a:rPr>
              <a:t>Ente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yaathrayude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anthyam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innalekkaalh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aduppam</a:t>
            </a:r>
            <a:endParaRPr lang="en-US" sz="3400" b="1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84455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രാത്രിയിൽ ഞാൻ ദൈവത്തിന്‍റെ കൈകളിൽ ഉറങ്ങുന്നു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അപ്പോഴും എൻ രഥത്തിന്‍റെ ചക്രം മുന്നോട്ടോടുന്നു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3. </a:t>
            </a:r>
            <a:r>
              <a:rPr lang="en-US" sz="3400" b="1" dirty="0" err="1">
                <a:latin typeface="+mn-lt"/>
              </a:rPr>
              <a:t>Raathriyil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njan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daivathinte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kaikalhil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urhangunnu</a:t>
            </a:r>
            <a:endParaRPr lang="en-US" sz="3400" b="1" dirty="0">
              <a:latin typeface="+mn-lt"/>
            </a:endParaRPr>
          </a:p>
          <a:p>
            <a:r>
              <a:rPr lang="en-US" sz="3400" b="1" dirty="0">
                <a:latin typeface="+mn-lt"/>
              </a:rPr>
              <a:t>    </a:t>
            </a:r>
            <a:r>
              <a:rPr lang="en-US" sz="3400" b="1" dirty="0" err="1">
                <a:latin typeface="+mn-lt"/>
              </a:rPr>
              <a:t>Appozhum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en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radhathinte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chakram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munnottodunnu</a:t>
            </a:r>
            <a:endParaRPr lang="en-US" sz="3400" b="1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287802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തേടുവാൻ ജഡത്തിൻ സുഖം ഇപ്പോൾ അല്ല സമയം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സ്വന്തനാട്ടിൽ ദൈവമുഖം കാൺകയത്രെ വാഞ്ഛിതം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4. </a:t>
            </a:r>
            <a:r>
              <a:rPr lang="en-US" sz="3400" b="1" dirty="0" err="1">
                <a:latin typeface="+mn-lt"/>
              </a:rPr>
              <a:t>Theduvaan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jadaththin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sukham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ippolh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alla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samayam</a:t>
            </a:r>
            <a:endParaRPr lang="en-US" sz="3400" b="1" dirty="0">
              <a:latin typeface="+mn-lt"/>
            </a:endParaRPr>
          </a:p>
          <a:p>
            <a:r>
              <a:rPr lang="en-US" sz="3400" b="1" dirty="0">
                <a:latin typeface="+mn-lt"/>
              </a:rPr>
              <a:t>    </a:t>
            </a:r>
            <a:r>
              <a:rPr lang="en-US" sz="3400" b="1" dirty="0" err="1">
                <a:latin typeface="+mn-lt"/>
              </a:rPr>
              <a:t>Swantha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naattil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daivamukham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kaanhkayathre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vaanchitham</a:t>
            </a:r>
            <a:endParaRPr lang="en-US" sz="3400" b="1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986011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ഭാരങ്ങൾ കൂടുന്നതിനു ഒന്നും വേണ്ട യാത്രയിൽ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അല്പം അപ്പം വിശപ്പിന്നു സ്വല്പ വെള്ളം ദാഹിക്കിൽ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5. </a:t>
            </a:r>
            <a:r>
              <a:rPr lang="en-US" sz="3400" b="1" dirty="0" err="1">
                <a:latin typeface="+mn-lt"/>
              </a:rPr>
              <a:t>Bhaarangalh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koodunnathinu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onnum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venda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yaathrayil</a:t>
            </a:r>
            <a:endParaRPr lang="en-US" sz="3400" b="1" dirty="0">
              <a:latin typeface="+mn-lt"/>
            </a:endParaRPr>
          </a:p>
          <a:p>
            <a:r>
              <a:rPr lang="en-US" sz="3400" b="1" dirty="0">
                <a:latin typeface="+mn-lt"/>
              </a:rPr>
              <a:t>    </a:t>
            </a:r>
            <a:r>
              <a:rPr lang="en-US" sz="3400" b="1" dirty="0" err="1">
                <a:latin typeface="+mn-lt"/>
              </a:rPr>
              <a:t>Alpam</a:t>
            </a:r>
            <a:r>
              <a:rPr lang="en-US" sz="3400" b="1" dirty="0">
                <a:latin typeface="+mn-lt"/>
              </a:rPr>
              <a:t> appam </a:t>
            </a:r>
            <a:r>
              <a:rPr lang="en-US" sz="3400" b="1" dirty="0" err="1">
                <a:latin typeface="+mn-lt"/>
              </a:rPr>
              <a:t>vishappinu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swalpa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vellham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daahikkil</a:t>
            </a:r>
            <a:endParaRPr lang="en-US" sz="3400" b="1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09550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സ്ഥലം ഹാ മഹാവിശേഷം ഫലം എത്ര മധുരം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വേണ്ട വേണ്ട ഭൂപ്രദേശം അല്ല എന്‍റെ പാർപ്പിടം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6. </a:t>
            </a:r>
            <a:r>
              <a:rPr lang="en-US" sz="3400" b="1" dirty="0" err="1">
                <a:latin typeface="+mn-lt"/>
              </a:rPr>
              <a:t>Sthalam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haa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mahaavishesham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phalam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ethra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madhuram</a:t>
            </a:r>
            <a:endParaRPr lang="en-US" sz="3400" b="1" dirty="0">
              <a:latin typeface="+mn-lt"/>
            </a:endParaRPr>
          </a:p>
          <a:p>
            <a:r>
              <a:rPr lang="en-US" sz="3400" b="1" dirty="0">
                <a:latin typeface="+mn-lt"/>
              </a:rPr>
              <a:t>    Venda </a:t>
            </a:r>
            <a:r>
              <a:rPr lang="en-US" sz="3400" b="1" dirty="0" err="1">
                <a:latin typeface="+mn-lt"/>
              </a:rPr>
              <a:t>venda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bhoo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pradesham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alla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ente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paarpidam</a:t>
            </a:r>
            <a:endParaRPr lang="en-US" sz="3400" b="1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293901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നിത്യമായോർ വാസസ്ഥലം എനിക്കുണ്ടു സ്വർഗ്ഗത്തിൽ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ജീവവൃക്ഷത്തിന്‍റെ ഫലം ദൈവ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പറുദീസായിൽ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7. </a:t>
            </a:r>
            <a:r>
              <a:rPr lang="en-US" sz="3400" b="1" dirty="0" err="1">
                <a:latin typeface="+mn-lt"/>
              </a:rPr>
              <a:t>Nithyamaayorh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vaasa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sthalam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enikkundu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swarggathil</a:t>
            </a:r>
            <a:endParaRPr lang="en-US" sz="3400" b="1" dirty="0">
              <a:latin typeface="+mn-lt"/>
            </a:endParaRPr>
          </a:p>
          <a:p>
            <a:r>
              <a:rPr lang="en-US" sz="3400" b="1" dirty="0">
                <a:latin typeface="+mn-lt"/>
              </a:rPr>
              <a:t>    Jeeva </a:t>
            </a:r>
            <a:r>
              <a:rPr lang="en-US" sz="3400" b="1" dirty="0" err="1">
                <a:latin typeface="+mn-lt"/>
              </a:rPr>
              <a:t>vrikshaththinte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phalam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daiva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parhudeesaayil</a:t>
            </a:r>
            <a:endParaRPr lang="en-US" sz="3400" b="1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029370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1143000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8	എന്നെ എതിരേല്പാനായി ദൈവദൂതർ വരുന്നു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വേണ്ടുമ്പോലെ യാത്രയ്ക്കായി പുതുശക്തി തരുന്നു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A1F24-15DB-4289-8D5A-94B0C7F8E13E}"/>
              </a:ext>
            </a:extLst>
          </p:cNvPr>
          <p:cNvSpPr/>
          <p:nvPr/>
        </p:nvSpPr>
        <p:spPr>
          <a:xfrm>
            <a:off x="0" y="19812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ആകെ അല്പ നേരം മാത്രം എന്‍റെ യാത്ര തീരുവാൻ</a:t>
            </a:r>
            <a:br>
              <a:rPr lang="ml-IN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നിനക്കു സ്തോത്രം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നിന്നെ കാണും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49AE4-00DC-495E-970C-477744D50AEF}"/>
              </a:ext>
            </a:extLst>
          </p:cNvPr>
          <p:cNvSpPr/>
          <p:nvPr/>
        </p:nvSpPr>
        <p:spPr>
          <a:xfrm>
            <a:off x="0" y="394649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+mn-lt"/>
              </a:rPr>
              <a:t>8. </a:t>
            </a:r>
            <a:r>
              <a:rPr lang="en-US" sz="3400" b="1" dirty="0" err="1">
                <a:latin typeface="+mn-lt"/>
              </a:rPr>
              <a:t>Enne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ethirelpaanaayi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daivadootharh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varunnu</a:t>
            </a:r>
            <a:endParaRPr lang="en-US" sz="3400" b="1" dirty="0">
              <a:latin typeface="+mn-lt"/>
            </a:endParaRPr>
          </a:p>
          <a:p>
            <a:r>
              <a:rPr lang="en-US" sz="3400" b="1" dirty="0">
                <a:latin typeface="+mn-lt"/>
              </a:rPr>
              <a:t>    </a:t>
            </a:r>
            <a:r>
              <a:rPr lang="en-US" sz="3400" b="1" dirty="0" err="1">
                <a:latin typeface="+mn-lt"/>
              </a:rPr>
              <a:t>Vendumpole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yaathrayaakki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puthushakthi</a:t>
            </a:r>
            <a:r>
              <a:rPr lang="en-US" sz="3400" b="1" dirty="0">
                <a:latin typeface="+mn-lt"/>
              </a:rPr>
              <a:t> </a:t>
            </a:r>
            <a:r>
              <a:rPr lang="en-US" sz="3400" b="1" dirty="0" err="1">
                <a:latin typeface="+mn-lt"/>
              </a:rPr>
              <a:t>tharunnu</a:t>
            </a:r>
            <a:endParaRPr lang="en-US" sz="3400" b="1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1F0A-05A5-4C34-8C3E-E2E83ECB9846}"/>
              </a:ext>
            </a:extLst>
          </p:cNvPr>
          <p:cNvSpPr/>
          <p:nvPr/>
        </p:nvSpPr>
        <p:spPr>
          <a:xfrm>
            <a:off x="0" y="5085263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Aake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alpa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neram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maathram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ente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yaathra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theeruvaan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Yeshuve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sthothram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vegam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ninne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kaanhum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njan</a:t>
            </a:r>
            <a:r>
              <a:rPr lang="en-US" sz="3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61925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1408</TotalTime>
  <Words>312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325 സമയമാം രഥത്തിൽ</vt:lpstr>
      <vt:lpstr>1 സമയമാം രഥത്തിൽ ഞാൻ സ്വർഗ്ഗയാത്ര ചെയ്യുന്നു  എൻ സ്വദേശം കാണ്മതിനു ബദ്ധപ്പെ ട്ടോടീടുന്നു</vt:lpstr>
      <vt:lpstr>2 രാവിലെ ഞാൻ ഉണരുമ്പോൾ ഭാഗ്യമുള്ളോർ നിശ്ചയം  എന്‍റെ യാത്രയുടെ അന്തം ഇന്നലെക്കാൾ അടുപ്പം</vt:lpstr>
      <vt:lpstr>3 രാത്രിയിൽ ഞാൻ ദൈവത്തിന്‍റെ കൈകളിൽ ഉറങ്ങുന്നു  അപ്പോഴും എൻ രഥത്തിന്‍റെ ചക്രം മുന്നോട്ടോടുന്നു</vt:lpstr>
      <vt:lpstr>4 തേടുവാൻ ജഡത്തിൻ സുഖം ഇപ്പോൾ അല്ല സമയം  സ്വന്തനാട്ടിൽ ദൈവമുഖം കാൺകയത്രെ വാഞ്ഛിതം </vt:lpstr>
      <vt:lpstr>5 ഭാരങ്ങൾ കൂടുന്നതിനു ഒന്നും വേണ്ട യാത്രയിൽ  അല്പം അപ്പം വിശപ്പിന്നു സ്വല്പ വെള്ളം ദാഹിക്കിൽ</vt:lpstr>
      <vt:lpstr>6 സ്ഥലം ഹാ മഹാവിശേഷം ഫലം എത്ര മധുരം  വേണ്ട വേണ്ട ഭൂപ്രദേശം അല്ല എന്‍റെ പാർപ്പിടം </vt:lpstr>
      <vt:lpstr>7 നിത്യമായോർ വാസസ്ഥലം എനിക്കുണ്ടു സ്വർഗ്ഗത്തിൽ  ജീവവൃക്ഷത്തിന്‍റെ ഫലം ദൈവ പറുദീസായിൽ</vt:lpstr>
      <vt:lpstr>8 എന്നെ എതിരേല്പാനായി ദൈവദൂതർ വരുന്നു  വേണ്ടുമ്പോലെ യാത്രയ്ക്കായി പുതുശക്തി തരുന്നു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Samayamaam radhathil</dc:title>
  <dc:creator>Digital Input; GM JOHN; Acsah Mathews</dc:creator>
  <cp:lastModifiedBy>Acsah Mathews</cp:lastModifiedBy>
  <cp:revision>409</cp:revision>
  <dcterms:created xsi:type="dcterms:W3CDTF">2013-04-19T09:19:07Z</dcterms:created>
  <dcterms:modified xsi:type="dcterms:W3CDTF">2018-11-19T18:06:21Z</dcterms:modified>
</cp:coreProperties>
</file>