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0" r:id="rId3"/>
    <p:sldId id="284" r:id="rId4"/>
    <p:sldId id="292" r:id="rId5"/>
    <p:sldId id="285" r:id="rId6"/>
    <p:sldId id="293" r:id="rId7"/>
    <p:sldId id="287" r:id="rId8"/>
    <p:sldId id="294" r:id="rId9"/>
    <p:sldId id="286" r:id="rId10"/>
    <p:sldId id="295" r:id="rId11"/>
    <p:sldId id="288" r:id="rId12"/>
    <p:sldId id="296" r:id="rId13"/>
    <p:sldId id="289" r:id="rId14"/>
    <p:sldId id="297" r:id="rId15"/>
    <p:sldId id="290" r:id="rId16"/>
    <p:sldId id="298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0419F-131E-494C-B284-A8ECB136239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2B3FC-AE9E-42E8-9A62-2FBFEBB18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F96D0-F19F-4BC2-B1F9-0B2A33E7734A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246D4-8460-486C-B00D-FB9E573D1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729EC-030B-4CA1-BB13-553914DA34D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AE93C-A688-4D1E-943C-1CF2C4EDB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C4E6B-12DC-418B-BBB6-4C230BD92EA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B8A11-B165-40A6-ABB3-860C16CAB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FF237-FD42-4BE0-BE5C-2B78233D0E0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0FC08-6172-4829-A5AA-4B609F9ACA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849B2-D140-4CA8-9C66-C04405A6BCC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C2DEA-6E77-4396-8C5A-ED8521C070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09481-FD12-4914-946F-F74FB25F24A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696A-1728-43F5-9F20-874F78D48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0D96-78A6-44B6-89FD-01F0E360844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13149-49E5-45B8-9E15-EB8B224E55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5A4D4-A2F5-46CB-AF24-25BC2CCF1AE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F22DB-4F37-45C3-ABBB-CE556D2FC7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1B99B-01E3-4828-B239-4C16A1B6A7C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8BD75E-FFA5-425A-9C13-A1BD5E6FC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DE82E-F4B8-4B8A-B006-120722AC3D3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07F5F-CD57-42BA-8E9C-561F9B314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DCA191-A97C-41C2-A418-D12A4529CC6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A123928-5C25-4A1A-85CB-9FDBBA825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3F8B-3CB8-4D62-B6FE-27FDAEEEE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എൻ രക്ഷകനാമേശുവേ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A5527-6A33-4D01-A472-C1E465D79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rakshakanaameshuvey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7A15E-C4C2-4D13-8E36-F4EF61F70F22}"/>
              </a:ext>
            </a:extLst>
          </p:cNvPr>
          <p:cNvSpPr/>
          <p:nvPr/>
        </p:nvSpPr>
        <p:spPr>
          <a:xfrm>
            <a:off x="2743200" y="4844534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C460EE-2B24-4858-AE5F-C46FAF940440}"/>
              </a:ext>
            </a:extLst>
          </p:cNvPr>
          <p:cNvSpPr/>
          <p:nvPr/>
        </p:nvSpPr>
        <p:spPr>
          <a:xfrm>
            <a:off x="7924800" y="4752201"/>
            <a:ext cx="19214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 Koshy)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9493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പാപസമുദ്രത്തിലയ്യോ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പാരിലുഴന്നീടുന്നയ്യോ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പാലക! എൻ ചിത്തം ശുദ്ധമാക്കി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പാലിച്ചീടുക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					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Paapa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samudraththilayyo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luzhanneedunnayyo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Paalaka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shudhdhamaakki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Paalichcheeduka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448384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24890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കന്മ്ഷപരിഹാരാർത്ഥം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ചിന്തിയ തിരു രക്തത്തിൽ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കാരുണ്യത്താൽ മാം കഴുകി ദേവ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ശുദ്ധീകരിക്ക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Kanmasha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parihaaraartham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rakthaththaal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Kaarunhyaththaalmaam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kazhukidèva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shudhdheekarikka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24030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891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നിന്നാലെ സൗജന്യമായി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സമ്പാദിതമാം രക്ഷയിൽ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എന്നെയവകാശിയാക്കിക്കൊൾക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കൃപാസ്വരൂപാ!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Ninnaaley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soujanyamaayi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Sambaadithamaam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Enneyavakaashiyaakkikkolhka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Kripaa-swaroopaa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23496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170212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</a:rPr>
              <a:t>വേദപ്രമാണത്തിൽ നിന്നു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വേഗം ഞാനത്ഭുത കാര്യം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സാദരം കാണ്മാനെൻ കൺകൾ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നാഥാ!- തുറക്കണമെ!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Vèda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pramaanhaththil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Vègam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njaanathbhutha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kaanhmaanen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kanhkalh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Thurakkenhamey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68074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80371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വ്യാജ വഴിയിൽ നിന്നെന്നെ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വേഗം നീയകറ്റി നിന്‍റെ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വേദപ്രമാണത്തെ കൃപയോടെ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നൽകീടേണമേ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Vyaaja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ninnenney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Vègam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neeyakatti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Vèda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pramaanhaththey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kripayodey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nalkeedenhamey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650431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12347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മായയെ നോക്കാതെ വണ്ണം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കൺകൾ നീ തിരിച്ചു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മഹൽഗുരോ നിൻ വഴിയിലെന്നെ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നടത്തണമേ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Maayaye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nôkkaathey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kanhkalh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thirichchu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Mahalgurô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vazhiyilenney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9235927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18600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54927" y="875070"/>
            <a:ext cx="11327780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ഭൂലോക വാസം കഴിച്ചു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 ലോകത്തെ ഞാൻ പ്രാപിച്ചു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കൊള്ളുവാൻ വേണ്ടുന്നതെല്ലാമെന്നെ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കാണിക്കണമേ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854927" y="3694470"/>
            <a:ext cx="9144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Bhoolôka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kazhichchu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Swarlôkaththey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praapichchu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vèndunnathellaamenney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kaanhikkenhamey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7972C-B435-49F6-807D-084319BD7DDD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140889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65980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രക്ഷകനാമേശുവേ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ദയയോടു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ദൈവഭക്തിയിൽ വളർത്തി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നന്നാക്കീടുക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F4619-309F-4BDE-9240-E71DA877F1EF}"/>
              </a:ext>
            </a:extLst>
          </p:cNvPr>
          <p:cNvSpPr/>
          <p:nvPr/>
        </p:nvSpPr>
        <p:spPr>
          <a:xfrm>
            <a:off x="0" y="370004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rakshakanaameshuvey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dayayodu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valharththi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Nannaakkeeduka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87643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218</Words>
  <Application>Microsoft Office PowerPoint</Application>
  <PresentationFormat>Widescreen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Kartika</vt:lpstr>
      <vt:lpstr>Office Theme</vt:lpstr>
      <vt:lpstr>246 എൻ രക്ഷകനാമേശുവേ</vt:lpstr>
      <vt:lpstr>എൻ രക്ഷകനാമേശുവേ എന്നെ ദയയോടു കാത്തു എന്നെ ദൈവഭക്തിയിൽ വളർത്തി നന്നാക്കീടുക</vt:lpstr>
      <vt:lpstr>പാപസമുദ്രത്തിലയ്യോ പാരിലുഴന്നീടുന്നയ്യോ പാലക! എൻ ചിത്തം ശുദ്ധമാക്കി പാലിച്ചീടുക        - എൻ…</vt:lpstr>
      <vt:lpstr>എൻ രക്ഷകനാമേശുവേ എന്നെ ദയയോടു കാത്തു എന്നെ ദൈവഭക്തിയിൽ വളർത്തി നന്നാക്കീടുക</vt:lpstr>
      <vt:lpstr>കന്മ്ഷപരിഹാരാർത്ഥം ചിന്തിയ തിരു രക്തത്തിൽ കാരുണ്യത്താൽ മാം കഴുകി ദേവ ശുദ്ധീകരിക്ക</vt:lpstr>
      <vt:lpstr>എൻ രക്ഷകനാമേശുവേ എന്നെ ദയയോടു കാത്തു എന്നെ ദൈവഭക്തിയിൽ വളർത്തി നന്നാക്കീടുക</vt:lpstr>
      <vt:lpstr>നിന്നാലെ സൗജന്യമായി സമ്പാദിതമാം രക്ഷയിൽ എന്നെയവകാശിയാക്കിക്കൊൾക  കൃപാസ്വരൂപാ! </vt:lpstr>
      <vt:lpstr>എൻ രക്ഷകനാമേശുവേ എന്നെ ദയയോടു കാത്തു എന്നെ ദൈവഭക്തിയിൽ വളർത്തി നന്നാക്കീടുക</vt:lpstr>
      <vt:lpstr>വേദപ്രമാണത്തിൽ നിന്നു വേഗം ഞാനത്ഭുത കാര്യം സാദരം കാണ്മാനെൻ കൺകൾ  നാഥാ!- തുറക്കണമെ! </vt:lpstr>
      <vt:lpstr>എൻ രക്ഷകനാമേശുവേ എന്നെ ദയയോടു കാത്തു എന്നെ ദൈവഭക്തിയിൽ വളർത്തി നന്നാക്കീടുക</vt:lpstr>
      <vt:lpstr>വ്യാജ വഴിയിൽ നിന്നെന്നെ വേഗം നീയകറ്റി നിന്‍റെ വേദപ്രമാണത്തെ കൃപയോടെ നൽകീടേണമേ</vt:lpstr>
      <vt:lpstr>എൻ രക്ഷകനാമേശുവേ എന്നെ ദയയോടു കാത്തു എന്നെ ദൈവഭക്തിയിൽ വളർത്തി നന്നാക്കീടുക</vt:lpstr>
      <vt:lpstr>മായയെ നോക്കാതെ വണ്ണം  എന്‍റെ കൺകൾ നീ തിരിച്ചു മഹൽഗുരോ നിൻ വഴിയിലെന്നെ  നടത്തണമേ </vt:lpstr>
      <vt:lpstr>എൻ രക്ഷകനാമേശുവേ എന്നെ ദയയോടു കാത്തു എന്നെ ദൈവഭക്തിയിൽ വളർത്തി നന്നാക്കീടുക</vt:lpstr>
      <vt:lpstr>ഭൂലോക വാസം കഴിച്ചു സ്വർ ലോകത്തെ ഞാൻ പ്രാപിച്ചു കൊള്ളുവാൻ വേണ്ടുന്നതെല്ലാമെന്നെ  കാണിക്കണമേ</vt:lpstr>
      <vt:lpstr>എൻ രക്ഷകനാമേശുവേ എന്നെ ദയയോടു കാത്തു എന്നെ ദൈവഭക്തിയിൽ വളർത്തി നന്നാക്കീടുക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rakshakanaameshuve</dc:title>
  <dc:creator>Digital Input:; GM JOHN; Acsah Mathews</dc:creator>
  <cp:lastModifiedBy>Acsah Mathews</cp:lastModifiedBy>
  <cp:revision>451</cp:revision>
  <dcterms:created xsi:type="dcterms:W3CDTF">2013-04-19T09:19:07Z</dcterms:created>
  <dcterms:modified xsi:type="dcterms:W3CDTF">2018-11-13T19:47:37Z</dcterms:modified>
</cp:coreProperties>
</file>