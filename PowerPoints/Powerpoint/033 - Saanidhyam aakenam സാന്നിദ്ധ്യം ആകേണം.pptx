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152" autoAdjust="0"/>
    <p:restoredTop sz="94660"/>
  </p:normalViewPr>
  <p:slideViewPr>
    <p:cSldViewPr>
      <p:cViewPr varScale="1">
        <p:scale>
          <a:sx n="35" d="100"/>
          <a:sy n="35" d="100"/>
        </p:scale>
        <p:origin x="-102" y="-5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E185F-0AF6-49EE-8C4B-699F1CF6C56C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5BDA2-E25B-4B2C-B743-399584F8BB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2438F-A834-4B70-B871-B4A77F45805C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11047-997F-4B76-8F0C-3802D9429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BE3BD8-96DE-4143-A71E-E3A2A0946F37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5572F-663A-42E9-BA3A-E22819375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DB291-ED28-4A75-B26B-7EAF9CFA94A2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9EB4F-881B-4107-B763-8514852C77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A1366-D6E8-4EE2-9A4D-0C46B50C787F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5BACF-A488-4529-B2D1-84B3A3953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4C3107-8B53-40AD-9C8C-A0DA43F5C026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8A19D-FF7F-4153-83A7-5241FB69A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D99E2-E40C-4ABB-AF60-4D4D0DB447B2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4CC8B-F00F-4CFE-8DDF-CAE3CD2062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5FA09-52F4-4BCC-B6F6-238A434BA29D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3E2C2-601A-43D9-8333-745986584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592F6-1284-445E-AAE8-C24EA824AE8C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DE094-B191-480D-B188-CBA6DB405E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1930D1-B933-47DD-A842-C13AED13E7AA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9D527-739C-4A05-87B9-586F5EB916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432E2-B270-4095-8797-057877C8D37D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7C2C-F128-46B8-8B2D-5ECE0315AC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77C3B88-4A7C-4D71-985A-E2E8755CD735}" type="datetimeFigureOut">
              <a:rPr lang="en-US"/>
              <a:pPr>
                <a:defRPr/>
              </a:pPr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A92759-931A-4B86-A8A4-90D76D0E86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B37073-155E-4484-A1D5-FB6E05D9E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സാന്നിദ്ധ്യം ആകേണം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7AC8F67-FBB8-4440-8E7B-CA7DBE5C56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Saannidhyam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aakenham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i="1" dirty="0"/>
              <a:t>Revive Thy work Lord – Albert </a:t>
            </a:r>
            <a:r>
              <a:rPr lang="en-US" i="1" dirty="0" err="1"/>
              <a:t>Midlane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12366807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0478" y="571500"/>
            <a:ext cx="7696200" cy="2514600"/>
          </a:xfrm>
        </p:spPr>
        <p:txBody>
          <a:bodyPr anchor="t"/>
          <a:lstStyle/>
          <a:p>
            <a:pPr algn="l" defTabSz="39528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സാന്നിദ്ധ്യം ആകേണം-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കര്‍ത്താധി കര്‍ത്താവേ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ഈ യോഗം ഇന്നു കേള്‍ക്കണം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ശക്തി വാക്കിനെ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6914026-3787-4B3D-8195-3052A332174E}"/>
              </a:ext>
            </a:extLst>
          </p:cNvPr>
          <p:cNvSpPr/>
          <p:nvPr/>
        </p:nvSpPr>
        <p:spPr>
          <a:xfrm>
            <a:off x="209550" y="3940640"/>
            <a:ext cx="6096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Saannidhyam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aakenham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yogam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kelkenham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vaakkiney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F8DA2D3-F6CA-4212-9BC5-8EFEBFF2CEE3}"/>
              </a:ext>
            </a:extLst>
          </p:cNvPr>
          <p:cNvSpPr/>
          <p:nvPr/>
        </p:nvSpPr>
        <p:spPr>
          <a:xfrm>
            <a:off x="6500684" y="2176464"/>
            <a:ext cx="5676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 നല്‍കീടേണം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വന്ദിക്കും നേരമേ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ആശീര്‍വാദം നല്‍കീടേണം-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കാരുണ്യ വാരിധേ!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E4196A7-19EF-4EDE-8996-69BD7923E76C}"/>
              </a:ext>
            </a:extLst>
          </p:cNvPr>
          <p:cNvSpPr/>
          <p:nvPr/>
        </p:nvSpPr>
        <p:spPr>
          <a:xfrm>
            <a:off x="6945270" y="4750924"/>
            <a:ext cx="47877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Jeevan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Vandikkum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neramey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Aashirvaadam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Kaarunhya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vaaridhey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xmlns="" val="18226700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0478" y="571500"/>
            <a:ext cx="7696200" cy="2514600"/>
          </a:xfrm>
        </p:spPr>
        <p:txBody>
          <a:bodyPr anchor="t"/>
          <a:lstStyle/>
          <a:p>
            <a:pPr algn="l" defTabSz="395288"/>
            <a:r>
              <a:rPr lang="ml-IN" sz="3200" b="1" dirty="0">
                <a:latin typeface="Kartika" panose="02020503030404060203" pitchFamily="18" charset="0"/>
              </a:rPr>
              <a:t>2	സാന്നിദ്ധ്യം ആകേണം-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നിന്‍ നാമം വാഴട്ടെ!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നിന്‍ സ്നേഹം ഓരോ നെഞ്ചകം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ജ്വലിച്ചു വീശട്ടെ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6914026-3787-4B3D-8195-3052A332174E}"/>
              </a:ext>
            </a:extLst>
          </p:cNvPr>
          <p:cNvSpPr/>
          <p:nvPr/>
        </p:nvSpPr>
        <p:spPr>
          <a:xfrm>
            <a:off x="209550" y="3940640"/>
            <a:ext cx="6096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Saanidhyam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aakenham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vaazhattey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nenchakam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Jwalichchu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veeshattey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F8DA2D3-F6CA-4212-9BC5-8EFEBFF2CEE3}"/>
              </a:ext>
            </a:extLst>
          </p:cNvPr>
          <p:cNvSpPr/>
          <p:nvPr/>
        </p:nvSpPr>
        <p:spPr>
          <a:xfrm>
            <a:off x="6500684" y="2176464"/>
            <a:ext cx="5676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 നല്‍കീടേണം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വന്ദിക്കും നേരമേ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ആശീര്‍വാദം നല്‍കീടേണം-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കാരുണ്യ വാരിധേ!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E4196A7-19EF-4EDE-8996-69BD7923E76C}"/>
              </a:ext>
            </a:extLst>
          </p:cNvPr>
          <p:cNvSpPr/>
          <p:nvPr/>
        </p:nvSpPr>
        <p:spPr>
          <a:xfrm>
            <a:off x="6945270" y="4804875"/>
            <a:ext cx="47877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Jeevan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Vandikkum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neramey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Aashirvaadam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Kaarunhya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vaaridhey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!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FB11945F-9220-493D-8E92-B821F4CD4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xmlns="" val="1113436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0478" y="571500"/>
            <a:ext cx="7696200" cy="2514600"/>
          </a:xfrm>
        </p:spPr>
        <p:txBody>
          <a:bodyPr anchor="t"/>
          <a:lstStyle/>
          <a:p>
            <a:pPr algn="l" defTabSz="395288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</a:rPr>
              <a:t> സാന്നിദ്ധ്യം ആകേണം-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വാക്യം കേള്‍ക്കയില്‍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നിന്‍ ആശീര്‍വ്വാദം നല്‍കേണം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 വിശ്വാസത്തില്‍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6914026-3787-4B3D-8195-3052A332174E}"/>
              </a:ext>
            </a:extLst>
          </p:cNvPr>
          <p:cNvSpPr/>
          <p:nvPr/>
        </p:nvSpPr>
        <p:spPr>
          <a:xfrm>
            <a:off x="209550" y="3940640"/>
            <a:ext cx="6096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Saanidhyam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aakenham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vaakyam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kelhkayil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aashirvaadam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Jeeva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vishwaasaththil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F8DA2D3-F6CA-4212-9BC5-8EFEBFF2CEE3}"/>
              </a:ext>
            </a:extLst>
          </p:cNvPr>
          <p:cNvSpPr/>
          <p:nvPr/>
        </p:nvSpPr>
        <p:spPr>
          <a:xfrm>
            <a:off x="6500684" y="2176464"/>
            <a:ext cx="5676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 നല്‍കീടേണം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വന്ദിക്കും നേരമേ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ആശീര്‍വാദം നല്‍കീടേണം-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കാരുണ്യ വാരിധേ!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E4196A7-19EF-4EDE-8996-69BD7923E76C}"/>
              </a:ext>
            </a:extLst>
          </p:cNvPr>
          <p:cNvSpPr/>
          <p:nvPr/>
        </p:nvSpPr>
        <p:spPr>
          <a:xfrm>
            <a:off x="6945270" y="4804875"/>
            <a:ext cx="47877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Jeevan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Vandikkum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neramey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Aashirvaadam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Kaarunhya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vaaridhey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!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914FB2E4-4B02-4096-B681-B8ABE4513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xmlns="" val="31871613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0478" y="571500"/>
            <a:ext cx="7696200" cy="2514600"/>
          </a:xfrm>
        </p:spPr>
        <p:txBody>
          <a:bodyPr anchor="t"/>
          <a:lstStyle/>
          <a:p>
            <a:pPr algn="l" defTabSz="395288"/>
            <a:r>
              <a:rPr lang="ml-IN" sz="3200" b="1" dirty="0">
                <a:latin typeface="Kartika" panose="02020503030404060203" pitchFamily="18" charset="0"/>
              </a:rPr>
              <a:t>4	സാന്നിദ്ധ്യം ആകേണം-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നിന്‍ ആത്മശക്തിയും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മഹത്വം നിന്‍റേതാകണം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ഞങ്ങള്‍ക്കു രക്ഷയും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6914026-3787-4B3D-8195-3052A332174E}"/>
              </a:ext>
            </a:extLst>
          </p:cNvPr>
          <p:cNvSpPr/>
          <p:nvPr/>
        </p:nvSpPr>
        <p:spPr>
          <a:xfrm>
            <a:off x="209550" y="3940640"/>
            <a:ext cx="6096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Saanidhyam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aakenham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aathma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Ninteythaakanham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F8DA2D3-F6CA-4212-9BC5-8EFEBFF2CEE3}"/>
              </a:ext>
            </a:extLst>
          </p:cNvPr>
          <p:cNvSpPr/>
          <p:nvPr/>
        </p:nvSpPr>
        <p:spPr>
          <a:xfrm>
            <a:off x="6500684" y="2176464"/>
            <a:ext cx="5676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 നല്‍കീടേണം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വന്ദിക്കും നേരമേ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ആശീര്‍വാദം നല്‍കീടേണം-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കാരുണ്യ വാരിധേ!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E4196A7-19EF-4EDE-8996-69BD7923E76C}"/>
              </a:ext>
            </a:extLst>
          </p:cNvPr>
          <p:cNvSpPr/>
          <p:nvPr/>
        </p:nvSpPr>
        <p:spPr>
          <a:xfrm>
            <a:off x="6945270" y="4804875"/>
            <a:ext cx="47877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Jeevan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Vandikkum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neramey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Aashirvaadam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nalkidenham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Kaarunhya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vaaridhey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!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8908F9D6-6D96-4F6C-942D-BD164101E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xmlns="" val="6854747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123</Words>
  <Application>Microsoft Office PowerPoint</Application>
  <PresentationFormat>Custom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33 സാന്നിദ്ധ്യം ആകേണം</vt:lpstr>
      <vt:lpstr>1 സാന്നിദ്ധ്യം ആകേണം-  കര്‍ത്താധി കര്‍ത്താവേ   ഈ യോഗം ഇന്നു കേള്‍ക്കണം  നിന്‍ ശക്തി വാക്കിനെ    </vt:lpstr>
      <vt:lpstr>2 സാന്നിദ്ധ്യം ആകേണം-  നിന്‍ നാമം വാഴട്ടെ!  നിന്‍ സ്നേഹം ഓരോ നെഞ്ചകം  ജ്വലിച്ചു വീശട്ടെ     </vt:lpstr>
      <vt:lpstr>3  സാന്നിദ്ധ്യം ആകേണം-     നിന്‍ വാക്യം കേള്‍ക്കയില്‍   നിന്‍ ആശീര്‍വ്വാദം നല്‍കേണം  ജീവ വിശ്വാസത്തില്‍</vt:lpstr>
      <vt:lpstr>4 സാന്നിദ്ധ്യം ആകേണം-  നിന്‍ ആത്മശക്തിയും  മഹത്വം നിന്‍റേതാകണം  ഞങ്ങള്‍ക്കു രക്ഷയും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SAanidhyam aakenam</dc:title>
  <dc:creator>Digital Input:;GM JOHN</dc:creator>
  <cp:lastModifiedBy>Angela Abraham</cp:lastModifiedBy>
  <cp:revision>233</cp:revision>
  <dcterms:created xsi:type="dcterms:W3CDTF">2013-04-19T09:19:07Z</dcterms:created>
  <dcterms:modified xsi:type="dcterms:W3CDTF">2021-03-14T21:05:45Z</dcterms:modified>
</cp:coreProperties>
</file>