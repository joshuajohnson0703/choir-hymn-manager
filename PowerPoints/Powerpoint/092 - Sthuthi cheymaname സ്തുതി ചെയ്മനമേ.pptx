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67E85-0F95-4462-9F09-A62EBED4D83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594BC-BB3A-420D-9A5F-4B25A96D49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5E916-2879-4178-89D0-5F66D1D569E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37DB6-EB6D-4919-A177-1DEFAF4E14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75A21-9093-4B92-B09F-0C84D559330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FF527-5D97-49BE-A2F7-69A8D09A19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E1B4F-9C3C-4276-A968-14B38C27AA5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3018F-8AB0-4296-B4A6-F5E953CC10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4CB84-5DE3-45EC-8E88-CDE3B7A8669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7C7BC-58AB-4F31-8726-395385911D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BE33C-9F19-4C07-B5DE-D9E2F92D022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98801-B3C4-47D3-A328-C709814C1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99C8C-1E93-4DA3-81ED-1894114B514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BC71F-2DF9-4B11-BD26-62BAA19C3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5DE4D-DAC3-4B47-AE07-9948741902F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2CA18-8FD7-40A9-BB06-0842F8919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364ED-84E9-476F-8F75-939AA170C58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83129-638C-4372-A523-57D12B09A7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424BB-178E-4A3D-8E95-46CE0F2AF6B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CC8D6-FEAE-4B2E-B2F6-30811EDB7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C20F4-CE60-4D96-9988-C9445F43653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9ED43-E9B4-4CFA-814F-FBCE67F5A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056F17-888A-4FDB-A686-26BB56FA553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439BBD-A6A8-41C1-A0AD-801774A22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6050-51B6-4058-A877-2C6EC6068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സ്തുതി ചെയ്മനമേ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DF463-27EB-4041-83FE-9EFA12267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cheimanamey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33D43-8D91-4053-B36D-DC040C6D54DE}"/>
              </a:ext>
            </a:extLst>
          </p:cNvPr>
          <p:cNvSpPr/>
          <p:nvPr/>
        </p:nvSpPr>
        <p:spPr>
          <a:xfrm>
            <a:off x="8610600" y="4762500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110707471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11734800" cy="2133600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ചെയ് മനമേ നിത്യവും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ജീവനാഥനേശുവേ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ഇതുപോൽ സ്വജീവൻ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തന്നൊരാത്മ സ്നേഹിതൻ വേറാരിനി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 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സ്തുതി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336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C86CB-DAA4-4C75-A710-368846910A4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4045A-A3D3-470B-B111-07B538DD5C94}"/>
              </a:ext>
            </a:extLst>
          </p:cNvPr>
          <p:cNvSpPr/>
          <p:nvPr/>
        </p:nvSpPr>
        <p:spPr>
          <a:xfrm>
            <a:off x="0" y="3707066"/>
            <a:ext cx="1218613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nithyavum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naathaneshuvey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Ithupol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swajeevan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thannoraathma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vèraarini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990600"/>
            <a:ext cx="11430000" cy="2133600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മരണാധികാരിയായിരുന്ന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ഘോരനാം പിശാചിനെ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മരണത്തിനാലെ നീക്കി മൃത്യു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ഭീതി തീർത്ത നാഥനെ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336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C86CB-DAA4-4C75-A710-368846910A4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4045A-A3D3-470B-B111-07B538DD5C94}"/>
              </a:ext>
            </a:extLst>
          </p:cNvPr>
          <p:cNvSpPr/>
          <p:nvPr/>
        </p:nvSpPr>
        <p:spPr>
          <a:xfrm>
            <a:off x="0" y="3707066"/>
            <a:ext cx="115733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Maranhaadikaari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aayirunna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ghoranaam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pishaachiney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Maranhaththinaaley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bheethi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7F45F-90F1-41FF-A454-3E350BF0835F}"/>
              </a:ext>
            </a:extLst>
          </p:cNvPr>
          <p:cNvSpPr/>
          <p:nvPr/>
        </p:nvSpPr>
        <p:spPr>
          <a:xfrm>
            <a:off x="5862" y="3060735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 ചെയ് മനമേ നിത്യവും നിൻ ജീവനാഥനേശുവേ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50A90-B555-47A6-A624-FAFAFFF82C5B}"/>
              </a:ext>
            </a:extLst>
          </p:cNvPr>
          <p:cNvSpPr/>
          <p:nvPr/>
        </p:nvSpPr>
        <p:spPr>
          <a:xfrm>
            <a:off x="0" y="5813426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cheimanamey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nithyavum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naathaneshuvey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609109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990600"/>
            <a:ext cx="11430000" cy="2133600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ബഹുമാന്യനാമാചാര്യനായി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വാനിലവൻ വാഴ്കയാൽ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ബലഹീനതയിൽ കൈവിടാതെ ചേർത്തുകൊള്ളുമാകയാൽ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336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C86CB-DAA4-4C75-A710-368846910A4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4045A-A3D3-470B-B111-07B538DD5C94}"/>
              </a:ext>
            </a:extLst>
          </p:cNvPr>
          <p:cNvSpPr/>
          <p:nvPr/>
        </p:nvSpPr>
        <p:spPr>
          <a:xfrm>
            <a:off x="0" y="3707066"/>
            <a:ext cx="115733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Bahumaanyanaam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aachaaryanaayi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vaanilavan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vaazhkayaal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Belaheenathayil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kaividaathey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cherthukollhum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aakayaal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7F45F-90F1-41FF-A454-3E350BF0835F}"/>
              </a:ext>
            </a:extLst>
          </p:cNvPr>
          <p:cNvSpPr/>
          <p:nvPr/>
        </p:nvSpPr>
        <p:spPr>
          <a:xfrm>
            <a:off x="5862" y="3060735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 ചെയ് മനമേ നിത്യവും നിൻ ജീവനാഥനേശുവേ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50A90-B555-47A6-A624-FAFAFFF82C5B}"/>
              </a:ext>
            </a:extLst>
          </p:cNvPr>
          <p:cNvSpPr/>
          <p:nvPr/>
        </p:nvSpPr>
        <p:spPr>
          <a:xfrm>
            <a:off x="0" y="5813426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cheimanamey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nithyavum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naathaneshuvey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97698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990600"/>
            <a:ext cx="11430000" cy="2133600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ദിനവും മനമേ തൽസമയം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വൻ കൃപകൾ പ്രാപിപ്പാൻ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അതിധൈര്യമായ് കൃപാസനത്തി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ന്നന്തികത്തിൽ ചെന്നു നീ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336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C86CB-DAA4-4C75-A710-368846910A4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4045A-A3D3-470B-B111-07B538DD5C94}"/>
              </a:ext>
            </a:extLst>
          </p:cNvPr>
          <p:cNvSpPr/>
          <p:nvPr/>
        </p:nvSpPr>
        <p:spPr>
          <a:xfrm>
            <a:off x="0" y="3707066"/>
            <a:ext cx="115733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Dinavum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thalsamayam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vankripakalh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praapippaan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Athi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dhairyamaai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kripaasanaththin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anthikaththil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7F45F-90F1-41FF-A454-3E350BF0835F}"/>
              </a:ext>
            </a:extLst>
          </p:cNvPr>
          <p:cNvSpPr/>
          <p:nvPr/>
        </p:nvSpPr>
        <p:spPr>
          <a:xfrm>
            <a:off x="5862" y="3060735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 ചെയ് മനമേ നിത്യവും നിൻ ജീവനാഥനേശുവേ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50A90-B555-47A6-A624-FAFAFFF82C5B}"/>
              </a:ext>
            </a:extLst>
          </p:cNvPr>
          <p:cNvSpPr/>
          <p:nvPr/>
        </p:nvSpPr>
        <p:spPr>
          <a:xfrm>
            <a:off x="0" y="5813426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cheimanamey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nithyavum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naathaneshuvey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710247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990600"/>
            <a:ext cx="11430000" cy="2133600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ബഹുദൂതരുച്ച നാദമോടെ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വാഴ്ത്തിടുന്ന നാഥനെ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ബലവും ധനവും ജ്ഞാനമെല്ലാം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സ്വീകരിപ്പാൻ യോഗ്യനെ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3363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C86CB-DAA4-4C75-A710-368846910A4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4045A-A3D3-470B-B111-07B538DD5C94}"/>
              </a:ext>
            </a:extLst>
          </p:cNvPr>
          <p:cNvSpPr/>
          <p:nvPr/>
        </p:nvSpPr>
        <p:spPr>
          <a:xfrm>
            <a:off x="0" y="3707066"/>
            <a:ext cx="115733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Bahudootharuchcha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naadamodey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Belavum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dhanavum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gnaanamellaam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sweekarippaan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yogyaney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7F45F-90F1-41FF-A454-3E350BF0835F}"/>
              </a:ext>
            </a:extLst>
          </p:cNvPr>
          <p:cNvSpPr/>
          <p:nvPr/>
        </p:nvSpPr>
        <p:spPr>
          <a:xfrm>
            <a:off x="5862" y="3060735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 ചെയ് മനമേ നിത്യവും നിൻ ജീവനാഥനേശുവേ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50A90-B555-47A6-A624-FAFAFFF82C5B}"/>
              </a:ext>
            </a:extLst>
          </p:cNvPr>
          <p:cNvSpPr/>
          <p:nvPr/>
        </p:nvSpPr>
        <p:spPr>
          <a:xfrm>
            <a:off x="0" y="5813426"/>
            <a:ext cx="121861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Sthuthi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cheimanamey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nithyavum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naathaneshuvey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25423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132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92 സ്തുതി ചെയ്മനമേ</vt:lpstr>
      <vt:lpstr>സ്തുതി ചെയ് മനമേ നിത്യവും  നിൻ ജീവനാഥനേശുവേ  ഇതുപോൽ സ്വജീവൻ  തന്നൊരാത്മ സ്നേഹിതൻ വേറാരിനി    - സ്തുതി…</vt:lpstr>
      <vt:lpstr>മരണാധികാരിയായിരുന്ന  ഘോരനാം പിശാചിനെ  മരണത്തിനാലെ നീക്കി മൃത്യു  ഭീതി തീർത്ത നാഥനെ</vt:lpstr>
      <vt:lpstr>ബഹുമാന്യനാമാചാര്യനായി  വാനിലവൻ വാഴ്കയാൽ  ബലഹീനതയിൽ കൈവിടാതെ ചേർത്തുകൊള്ളുമാകയാൽ</vt:lpstr>
      <vt:lpstr>ദിനവും മനമേ തൽസമയം  വൻ കൃപകൾ പ്രാപിപ്പാൻ  അതിധൈര്യമായ് കൃപാസനത്തി- ന്നന്തികത്തിൽ ചെന്നു നീ</vt:lpstr>
      <vt:lpstr>ബഹുദൂതരുച്ച നാദമോടെ  വാഴ്ത്തിടുന്ന നാഥനെ ബലവും ധനവും ജ്ഞാനമെല്ലാം  സ്വീകരിപ്പാൻ യോഗ്യനെ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Sthuthi cheymaname</dc:title>
  <dc:creator>Digital Input:;GM JOHN</dc:creator>
  <cp:lastModifiedBy>Acsah Mathews</cp:lastModifiedBy>
  <cp:revision>310</cp:revision>
  <dcterms:created xsi:type="dcterms:W3CDTF">2013-04-19T09:19:07Z</dcterms:created>
  <dcterms:modified xsi:type="dcterms:W3CDTF">2018-11-01T17:28:38Z</dcterms:modified>
</cp:coreProperties>
</file>