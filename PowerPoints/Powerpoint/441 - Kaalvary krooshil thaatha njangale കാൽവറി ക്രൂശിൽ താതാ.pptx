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6F91-7DC9-49E5-A303-DAFD262ED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B98F7-C103-4AA5-AC1E-AA020D2DB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61218-5FA1-40CB-8F4A-F885CAE1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FEB20-50C1-417C-B99E-ECE0FDF8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147F-E880-4913-91E8-92572BF0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0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C24F-AD2A-467D-B3C1-1061C83F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28088-29FE-41AA-88E0-E179B56B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50494-34DA-48A0-84E6-F6AEA09F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43F37-75B8-4317-85F5-B647103D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E7163-D1CE-4B25-B328-AB95EEE0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2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247E-33D7-4987-BB75-F1AC0B3F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66BC-8F4F-4301-A1D9-48305A25D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D67F7-8A84-4EDF-B068-2474ABE2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05E5B-539D-4EE9-9567-D4339D77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7D6F4-8D1E-4E39-9D45-E9CA5AF4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CC22-6188-4937-9C94-7860FDA2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66F4-34F2-444D-A910-728C80E72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7A6F0-8E0A-49B9-AF7A-6B81B0A2E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3C7D5-7A4B-432D-B39F-05AE1354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BD32A-3A48-4CD7-A68D-7E618977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E86D2-63A4-44DD-AA54-669B8689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5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2B3B-FA65-419F-AFA3-CB9E63F5F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353E6-B5C1-48E2-BFF1-0F317BB7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BAFCD-447B-4669-9966-C3A9E03A7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C3F39-A84A-47BF-9173-289C8E26A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23C02-CCD5-453E-8D86-AFA406621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98C0E-2A71-4C40-AD7C-E956431E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D5C4F-70BB-4BF6-BF09-1CDB4792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E3DCA-FFEA-4EE3-921F-CF314863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7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F22F-CFA5-4318-A690-544A1FA3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F33F7-8701-4DA4-BDD1-BF1BD932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DC70C-295F-493A-A07D-07309B55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B4134-9631-432C-82A1-B4F71B90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8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16AC-49DE-4187-99F1-0A5E33CF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08A68-5E10-499E-945F-6A62FBC4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34D86-E429-46DC-BAAB-BFE19B9B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9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13F8-007E-4E87-85FD-6BAE34D8F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D790-A900-458F-94BA-5130309D6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98C57-C688-478B-8C17-4B4F0AEF0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D482-B60D-486C-81FC-BFCE3302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90EC0-D8EE-4479-A2BF-2CCEAA9B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7A94A-5F09-4868-8D6E-F7D8FC72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6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FD85-1E7E-4756-850B-30F687AD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65CB0-67C8-4D5F-B885-A23201920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022A-C8CC-46BA-B5C9-C6A03721C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60F99-7900-4863-B593-10703758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CB54E-500B-434F-A5B6-72780A50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BE43B-B0D2-4EA3-96C8-0A232375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0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5286C-B739-454B-9FB1-4AB00E8C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5013D-5C75-4504-970E-3E6287CA4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AC28B-2B9D-4973-8E3D-6B5D28FF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B158-EE91-4AB0-965C-606188D9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62131-25BB-4F35-9552-82B21499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0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A1B08-2058-42A9-AF30-04CB7AB03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D14AD-9046-486B-A247-FB541697D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D9F3A-2C34-4295-93E2-C0CEE254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52253-1EBB-4982-B30D-58525EBC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25164-004B-4689-A6BC-ECEADB82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4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F9F59-33B4-4D85-A8F8-254210EE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8B8F1-DD24-4959-8B13-FC64FDFC7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35B20-0123-454C-84CC-4DADB6428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464C2-FAD8-4BBA-A4AD-DA3EA590EC4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E573-95DA-44AA-B4C0-415B2883C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99AD-04CC-4C38-B969-D1D0AD11D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14956-C182-4172-860B-615CBF3C7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792E-251A-4C83-9A1F-76CF1839D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23" y="1122363"/>
            <a:ext cx="11793415" cy="2387600"/>
          </a:xfrm>
        </p:spPr>
        <p:txBody>
          <a:bodyPr>
            <a:normAutofit/>
          </a:bodyPr>
          <a:lstStyle/>
          <a:p>
            <a:r>
              <a:rPr lang="en-US" dirty="0"/>
              <a:t>441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കാൽവറി ക്രൂശിൽ താതാ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7353B-1481-4EB7-BCC4-E18234669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Kaalvary </a:t>
            </a:r>
            <a:r>
              <a:rPr lang="en-US" sz="4000" b="1" dirty="0" err="1">
                <a:solidFill>
                  <a:srgbClr val="002060"/>
                </a:solidFill>
              </a:rPr>
              <a:t>krooshil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thaathaa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And now O Father mindful of the love </a:t>
            </a:r>
            <a:r>
              <a:rPr lang="en-US" sz="3600" i="1" dirty="0">
                <a:solidFill>
                  <a:srgbClr val="002060"/>
                </a:solidFill>
              </a:rPr>
              <a:t>– W. H. Monk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59350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5EC16-9A88-421F-8693-A1638F2678E7}"/>
              </a:ext>
            </a:extLst>
          </p:cNvPr>
          <p:cNvSpPr txBox="1"/>
          <p:nvPr/>
        </p:nvSpPr>
        <p:spPr>
          <a:xfrm>
            <a:off x="11394831" y="0"/>
            <a:ext cx="79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E0CB-4A35-4F4A-9D7A-E970D2ECD89F}"/>
              </a:ext>
            </a:extLst>
          </p:cNvPr>
          <p:cNvSpPr/>
          <p:nvPr/>
        </p:nvSpPr>
        <p:spPr>
          <a:xfrm>
            <a:off x="0" y="864711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കാൽവറി ക്രൂശിൽ താതാ ഞങ്ങളെ</a:t>
            </a:r>
            <a:endParaRPr lang="ml-IN" sz="32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 വാങ്ങിയ സ്നേഹം ഓർത്തിടവേ</a:t>
            </a:r>
            <a:endParaRPr lang="ml-IN" sz="32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സ്വര്‍ഗ്ഗമദ്ധ്യസ്ഥൻ ഞങ്ങൾക്കുള്ളതാല്‍ </a:t>
            </a:r>
            <a:b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നിൻകൺകളിൽ പരിപൂർണ്ണേകമാം  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തന്‍ സത്യേക മര്‍ത്യ പുണ്യയാഗം</a:t>
            </a:r>
            <a:endParaRPr lang="ml-IN" sz="32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നിന്‍ മുന്‍ പ്രദർശിപ്പിക്കുന്നേ ഞങ്ങള്‍</a:t>
            </a:r>
            <a:endParaRPr lang="ml-IN" sz="32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9F879-7163-4BF8-852B-A1D6A250C412}"/>
              </a:ext>
            </a:extLst>
          </p:cNvPr>
          <p:cNvSpPr/>
          <p:nvPr/>
        </p:nvSpPr>
        <p:spPr>
          <a:xfrm>
            <a:off x="398585" y="3696875"/>
            <a:ext cx="109962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rgbClr val="002060"/>
                </a:solidFill>
              </a:rPr>
              <a:t>Kaalvary </a:t>
            </a:r>
            <a:r>
              <a:rPr lang="en-US" sz="3200" b="1" dirty="0" err="1">
                <a:solidFill>
                  <a:srgbClr val="002060"/>
                </a:solidFill>
              </a:rPr>
              <a:t>krooshil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thaathaa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Nee </a:t>
            </a:r>
            <a:r>
              <a:rPr lang="en-US" sz="3200" b="1" dirty="0" err="1">
                <a:solidFill>
                  <a:srgbClr val="002060"/>
                </a:solidFill>
              </a:rPr>
              <a:t>vaangiya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sneham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orththidave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Swarga </a:t>
            </a:r>
            <a:r>
              <a:rPr lang="en-US" sz="3200" b="1" dirty="0" err="1">
                <a:solidFill>
                  <a:srgbClr val="002060"/>
                </a:solidFill>
              </a:rPr>
              <a:t>madhyasthan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njangalhkkulhathaal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Nin </a:t>
            </a:r>
            <a:r>
              <a:rPr lang="en-US" sz="3200" b="1" dirty="0" err="1">
                <a:solidFill>
                  <a:srgbClr val="002060"/>
                </a:solidFill>
              </a:rPr>
              <a:t>kanhkalhil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paripoornnekamaam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Than </a:t>
            </a:r>
            <a:r>
              <a:rPr lang="en-US" sz="3200" b="1" dirty="0" err="1">
                <a:solidFill>
                  <a:srgbClr val="002060"/>
                </a:solidFill>
              </a:rPr>
              <a:t>sathyeka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marthya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punhya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yaagam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Nin </a:t>
            </a:r>
            <a:r>
              <a:rPr lang="en-US" sz="3200" b="1" dirty="0" err="1">
                <a:solidFill>
                  <a:srgbClr val="002060"/>
                </a:solidFill>
              </a:rPr>
              <a:t>mun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pradarshippikkunne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594CA-0587-4073-9440-72D98FEDA376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336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5EC16-9A88-421F-8693-A1638F2678E7}"/>
              </a:ext>
            </a:extLst>
          </p:cNvPr>
          <p:cNvSpPr txBox="1"/>
          <p:nvPr/>
        </p:nvSpPr>
        <p:spPr>
          <a:xfrm>
            <a:off x="11394831" y="0"/>
            <a:ext cx="79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E0CB-4A35-4F4A-9D7A-E970D2ECD89F}"/>
              </a:ext>
            </a:extLst>
          </p:cNvPr>
          <p:cNvSpPr/>
          <p:nvPr/>
        </p:nvSpPr>
        <p:spPr>
          <a:xfrm>
            <a:off x="0" y="864711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അഭിഷിക്തമുഖം താതാ കാണ്‍‌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തന്നിലൂടെ മാത്രം ഞങ്ങളെ കാണ്‍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പ്രാർത്ഥനാമാന്ദ്യം കൃപാ ദുർവ്യയം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വ്യർത്ഥവിശ്വാസം ഇവ ഓർക്കല്ലെ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ഞങ്ങടെ പാപഫലങ്ങൾ മദ്ധ്യേ 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കഷ്ടപ്പാടുകൾ വെച്ചീടുന്നു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9F879-7163-4BF8-852B-A1D6A250C412}"/>
              </a:ext>
            </a:extLst>
          </p:cNvPr>
          <p:cNvSpPr/>
          <p:nvPr/>
        </p:nvSpPr>
        <p:spPr>
          <a:xfrm>
            <a:off x="398585" y="3696875"/>
            <a:ext cx="109962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rgbClr val="002060"/>
                </a:solidFill>
              </a:rPr>
              <a:t>Than </a:t>
            </a:r>
            <a:r>
              <a:rPr lang="en-US" sz="3200" b="1" dirty="0" err="1">
                <a:solidFill>
                  <a:srgbClr val="002060"/>
                </a:solidFill>
              </a:rPr>
              <a:t>abhishiktha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mukham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thaathaa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kaanh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Thanniloode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mathram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kaanh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Praarthanaa-maannyam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kripaa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durvyayam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Vyardhavishwaasam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iva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orkkalle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Njangade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paapa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phalangalh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madhye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>
                <a:solidFill>
                  <a:srgbClr val="002060"/>
                </a:solidFill>
              </a:rPr>
              <a:t>Than </a:t>
            </a:r>
            <a:r>
              <a:rPr lang="en-US" sz="3200" b="1" dirty="0" err="1">
                <a:solidFill>
                  <a:srgbClr val="002060"/>
                </a:solidFill>
              </a:rPr>
              <a:t>kashtapadukalh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vecheedunnu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594CA-0587-4073-9440-72D98FEDA376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370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5EC16-9A88-421F-8693-A1638F2678E7}"/>
              </a:ext>
            </a:extLst>
          </p:cNvPr>
          <p:cNvSpPr txBox="1"/>
          <p:nvPr/>
        </p:nvSpPr>
        <p:spPr>
          <a:xfrm>
            <a:off x="11394831" y="0"/>
            <a:ext cx="79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E0CB-4A35-4F4A-9D7A-E970D2ECD89F}"/>
              </a:ext>
            </a:extLst>
          </p:cNvPr>
          <p:cNvSpPr/>
          <p:nvPr/>
        </p:nvSpPr>
        <p:spPr>
          <a:xfrm>
            <a:off x="0" y="864711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പ്രബലസാന്നിദ്ധ്യമിതാല്‍ ഞങ്ങൾ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പ്രിയരെ സമർപ്പിക്കുന്നു നിന്‍ മുന്‍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ചേര്‍ത്തിടവരെ നിൻ സ്നേഹമാര്‍വ്വില്‍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എത്രയും നല്ലവര്‍ക്കാത്മ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നന്മ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സ്വച്ഛം സൂക്ഷിക്ക ദോഷം തീണ്ടാതെ 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സുസ്ഥിരം നില്‍പ്പാന്‍ വരം നല്‍കുകെ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9F879-7163-4BF8-852B-A1D6A250C412}"/>
              </a:ext>
            </a:extLst>
          </p:cNvPr>
          <p:cNvSpPr/>
          <p:nvPr/>
        </p:nvSpPr>
        <p:spPr>
          <a:xfrm>
            <a:off x="398585" y="3696875"/>
            <a:ext cx="109962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Prabala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saannidhyamathaal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priyare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samarppikkunnu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mun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Cherththidavare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sneha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maarvil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Ethrayum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nallavarkkaathma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nanma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Swachcham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sookshikka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dosham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theendaathe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Susthiram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nilpaan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varam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nalkuke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594CA-0587-4073-9440-72D98FEDA376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858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5EC16-9A88-421F-8693-A1638F2678E7}"/>
              </a:ext>
            </a:extLst>
          </p:cNvPr>
          <p:cNvSpPr txBox="1"/>
          <p:nvPr/>
        </p:nvSpPr>
        <p:spPr>
          <a:xfrm>
            <a:off x="11394831" y="0"/>
            <a:ext cx="79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E0CB-4A35-4F4A-9D7A-E970D2ECD89F}"/>
              </a:ext>
            </a:extLst>
          </p:cNvPr>
          <p:cNvSpPr/>
          <p:nvPr/>
        </p:nvSpPr>
        <p:spPr>
          <a:xfrm>
            <a:off x="0" y="864711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കൂട്ടിടു ഞങ്ങളെ നിൻ പാദത്തിൽ 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വീണ്ടും സ്നേഹിക്കുന്ന ക്ഷമാനിധേ  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മാധുര്യമാമീ ഭീകരസദ്യ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ശുദ്ധിയിൽ പാലിക്കണം ഞങ്ങളെ 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നന്ദിപ്പിക്ക നിന്‍ സേവയിലിഹെ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നിന്നെപ്പിരിയാതെന്നും പാലിക്ക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9F879-7163-4BF8-852B-A1D6A250C412}"/>
              </a:ext>
            </a:extLst>
          </p:cNvPr>
          <p:cNvSpPr/>
          <p:nvPr/>
        </p:nvSpPr>
        <p:spPr>
          <a:xfrm>
            <a:off x="398585" y="3696875"/>
            <a:ext cx="109962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Koottidu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paadaththil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Veendum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snehikkunna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kshamaa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nishe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Maadhuryamamee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bheekarasadya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Shudhiyil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paalikkanham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njangalhe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Nannippikka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nin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sevayilihe</a:t>
            </a:r>
            <a:endParaRPr lang="en-US" sz="3200" b="1" dirty="0">
              <a:solidFill>
                <a:srgbClr val="002060"/>
              </a:solidFill>
            </a:endParaRPr>
          </a:p>
          <a:p>
            <a:pPr algn="r"/>
            <a:r>
              <a:rPr lang="en-US" sz="3200" b="1" dirty="0" err="1">
                <a:solidFill>
                  <a:srgbClr val="002060"/>
                </a:solidFill>
              </a:rPr>
              <a:t>Ninneppiriyaathennum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paalikka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594CA-0587-4073-9440-72D98FEDA376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1287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441 കാൽവറി ക്രൂശിൽ താതാ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Kaalvary Krooshil thaatha njangale</dc:title>
  <dc:creator>Acsah Mathews</dc:creator>
  <cp:lastModifiedBy>Acsah Mathews</cp:lastModifiedBy>
  <cp:revision>1</cp:revision>
  <dcterms:created xsi:type="dcterms:W3CDTF">2018-11-29T16:37:37Z</dcterms:created>
  <dcterms:modified xsi:type="dcterms:W3CDTF">2018-11-29T16:38:00Z</dcterms:modified>
</cp:coreProperties>
</file>