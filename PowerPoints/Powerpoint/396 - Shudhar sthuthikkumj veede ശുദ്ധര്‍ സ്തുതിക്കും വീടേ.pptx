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0" r:id="rId3"/>
    <p:sldId id="274" r:id="rId4"/>
    <p:sldId id="275" r:id="rId5"/>
    <p:sldId id="280" r:id="rId6"/>
    <p:sldId id="276" r:id="rId7"/>
    <p:sldId id="281" r:id="rId8"/>
    <p:sldId id="277" r:id="rId9"/>
    <p:sldId id="282" r:id="rId10"/>
    <p:sldId id="278" r:id="rId11"/>
    <p:sldId id="283" r:id="rId12"/>
    <p:sldId id="279" r:id="rId13"/>
    <p:sldId id="284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F799E-51EF-451D-BACD-ADF9B72E944C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D24F2-0644-4A92-89BD-96C76D93A3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A2D63-184B-441B-A238-47A3A703CAC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2495C-8C33-4170-9E12-27C765154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3C796-8045-443D-BC80-0A94CF4D737E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D571E-89CD-4FAC-B0B1-9F6D72B722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77696-34D0-4BF2-ADE6-C10C3E15F3D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83CBC-28DC-4B6F-96CB-120292768C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BC3F1-C367-442C-A8B9-8F0FA1D2493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E1977-E74A-4D2C-9020-7C3E8E89F3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264E9-442A-4EB9-BDE4-00F3242BFBB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1B264-932F-4ADA-9C2D-90BDE7548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DFC03-854C-4F29-8A7E-53E6ADA3F68D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B5182-9DE4-4F1C-8832-169D1A39B6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7AA2E-94C2-48BA-8E09-CD287224756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3E4D9-9E6D-4394-B935-397A2A69BF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10DE9-736F-44E8-871F-5D0D53E07C6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4A1A3-86F7-453E-8CDB-EBB938FCD4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764EB-CCE9-4A22-8F70-D26113051CB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52E77-9D14-402E-AAFE-C2B81A144F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1AA26-EAFC-44E9-98A1-5078313BEF5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571BF-273D-4FEF-BE41-BB9CF981E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D2BA3EB-4170-407B-A77C-348449165B5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9BDA3E1-3620-49C5-B0E3-DE2FC3D29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774C-DB01-413D-A147-FDF451B867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396</a:t>
            </a:r>
            <a:br>
              <a:rPr lang="en-US" dirty="0"/>
            </a:br>
            <a:r>
              <a:rPr lang="ml-IN" b="1" spc="-300">
                <a:latin typeface="Kartika" panose="02020503030404060203" pitchFamily="18" charset="0"/>
              </a:rPr>
              <a:t>ശുദ്ധര്‍ സ്തുതിക്കും വീടേ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D0A36-89E3-4421-A61A-4C7F15FBDB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Shuddhar </a:t>
            </a:r>
            <a:r>
              <a:rPr lang="en-US" sz="4000" b="1" dirty="0" err="1">
                <a:solidFill>
                  <a:srgbClr val="002060"/>
                </a:solidFill>
              </a:rPr>
              <a:t>sthuthikkum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veedey</a:t>
            </a:r>
            <a:endParaRPr lang="en-US" sz="4000" b="1" dirty="0">
              <a:solidFill>
                <a:srgbClr val="002060"/>
              </a:solidFill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614635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514600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41313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ശുദ്ധര്‍ സ്തുതിക്കും വീടേ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ദൈവ മക്കള്‍ക്കുള്ളാശ്രയമേ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പരിലസിക്കും സ്വര്‍ണ്ണത്തെരു വീഥിയില്‍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അതികുതുകാല്‍ എന്നു ഞാന്‍ ചേര്‍ന്നീടുമോ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457200" y="3861881"/>
            <a:ext cx="1177011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Shuddhar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veedey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makkalhkkullhaashrayamey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Parilasikkum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swarnnhaththeru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veethiyil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Athi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kuthukaal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3606"/>
            <a:ext cx="12192000" cy="25146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വാനവരിന്‍ സ്തുതി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നാദം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സദാ മുഴങ്ങും ശാലേമിൽ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പരസുതനെ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-17656" y="3419707"/>
            <a:ext cx="1222731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Vaanavarin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muzhangum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shaalemil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–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Parasuthaney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93317840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005998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മുത്തിനാല്‍ നിര്‍മ്മിതമായുള്ള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പന്ത്രണ്ടു ഗോപുരമേ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തവ മഹത്വം കണ്ടിട്ടങ്ങാനന്ദിപ്പാന്‍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മമ കണ്‍കള്‍ പാരം കൊതിച്ചിടുന്നേ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421888" y="3523327"/>
            <a:ext cx="11770112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Muththinaal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nirmmithamaayullha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panthrandu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gopuramey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kandittangaanandippaan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Mama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kanhkal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kothichchidunney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5743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3606"/>
            <a:ext cx="12192000" cy="25146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വാനവരിന്‍ സ്തുതി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നാദം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സദാ മുഴങ്ങും ശാലേമിൽ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പരസുതനെ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-17656" y="3419707"/>
            <a:ext cx="1222731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Vaanavarin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muzhangum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shaalemil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–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Parasuthaney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6128788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005998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അന്ധത </a:t>
            </a:r>
            <a:r>
              <a:rPr lang="ml-IN" sz="3400" b="1" dirty="0">
                <a:latin typeface="Kartika" panose="02020503030404060203" pitchFamily="18" charset="0"/>
              </a:rPr>
              <a:t>ഇല്ലാ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നാടേ ദൈവ തേജസ്സാൽ മിന്നും വീടേ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തവ വിളക്കാം ദൈവത്തിൻ കുഞ്ഞാടിനെ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അളവന്യെ പാടി സ്തുതിച്ചീടും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421888" y="3523327"/>
            <a:ext cx="11770112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Andhatha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thejassaal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veedey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Thavavilhakkaam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kunjaadiney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Alhavenyey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sthuthichcheedum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626665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3606"/>
            <a:ext cx="12192000" cy="25146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വാനവരിന്‍ സ്തുതി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നാദം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സദാ മുഴങ്ങും ശാലേമിൽ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പരസുതനെ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-17656" y="3419707"/>
            <a:ext cx="1222731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Vaanavarin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muzhangum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shaalemil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–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Parasuthaney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21539359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005998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കഷ്ടതയില്ലാ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നാടെ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ദൈവഭക്തരിന്‍ വിശ്രമമേ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പുകള്‍ പെരുകും പുത്തനെരുശലേമേ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തിരു മാര്‍വ്വില്‍ എന്നു ഞാന്‍ ചാരീടുമോ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421888" y="3523327"/>
            <a:ext cx="11770112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Kashtathayillaa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Daivabhaktharin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vishramamey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perukum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puththanerushalemey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chaareedumo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636649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3606"/>
            <a:ext cx="12192000" cy="25146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വാനവരിന്‍ സ്തുതി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നാദം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സദാ മുഴങ്ങും ശാലേമിൽ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പരസുതനെ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-17656" y="3419707"/>
            <a:ext cx="1222731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Vaanavarin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muzhangum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shaalemil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–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Parasuthaney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124531272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005998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ശുദ്ധവും ശുഭ്രവുമായുള്ള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ജീവജലനദിയിൻ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ഇരുകരയും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ജീവവൃക്ഷഫലങ്ങള്‍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പരിലസിക്കും ദൈവത്തിൻ ഉദ്യാനമേ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421888" y="3523327"/>
            <a:ext cx="11770112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Shudhdhavum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shubhravumayullha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nadiyin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vriksha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phalangal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Parilasikkum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udyaanamey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749102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3606"/>
            <a:ext cx="12192000" cy="25146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വാനവരിന്‍ സ്തുതി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നാദം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സദാ മുഴങ്ങും ശാലേമിൽ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പരസുതനെ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-17656" y="3419707"/>
            <a:ext cx="1222731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Vaanavarin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muzhangum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shaalemil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–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Parasuthaney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24268778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005998"/>
          </a:xfrm>
        </p:spPr>
        <p:txBody>
          <a:bodyPr anchor="t"/>
          <a:lstStyle/>
          <a:p>
            <a:pPr algn="l">
              <a:lnSpc>
                <a:spcPct val="114000"/>
              </a:lnSpc>
              <a:tabLst>
                <a:tab pos="341313" algn="l"/>
              </a:tabLst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6	കര്‍ത്തൃ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സിംഹാസനത്തിന്‍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ചുറ്റും വീണകള്‍ മീട്ടീടുന്ന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സുരവരരെ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ചേര്‍ന്നങ്ങു പാടീടുവാന്‍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പുരുമോദം പാരം വളരുന്നഹോ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421888" y="3523327"/>
            <a:ext cx="11770112" cy="2005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simhaasanaththin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chuttum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veenhakalh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meettidunna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Suravararey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chernnangu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paadiduvaan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Purumodam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valharunnaho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85689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3606"/>
            <a:ext cx="12192000" cy="2514600"/>
          </a:xfrm>
        </p:spPr>
        <p:txBody>
          <a:bodyPr anchor="t"/>
          <a:lstStyle/>
          <a:p>
            <a:pPr>
              <a:lnSpc>
                <a:spcPct val="114000"/>
              </a:lnSpc>
              <a:tabLst>
                <a:tab pos="341313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വാനവരിന്‍ സ്തുതി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നാദം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സദാ മുഴങ്ങും ശാലേമിൽ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പരസുതനെ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എന്നു ഞാന്‍ ചേര്‍ന്നീടുമോ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(3)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A98FB-012A-417C-B586-026D07EEF946}"/>
              </a:ext>
            </a:extLst>
          </p:cNvPr>
          <p:cNvSpPr/>
          <p:nvPr/>
        </p:nvSpPr>
        <p:spPr>
          <a:xfrm>
            <a:off x="-17656" y="3419707"/>
            <a:ext cx="1222731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Vaanavarin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naadam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sadaa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muzhangum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shaalemil</a:t>
            </a:r>
            <a:endParaRPr lang="en-US" sz="3400" b="1" dirty="0">
              <a:solidFill>
                <a:srgbClr val="0070C0"/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–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Parasuthaney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ennu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latin typeface="+mn-lt"/>
              </a:rPr>
              <a:t>chernneedumo</a:t>
            </a:r>
            <a:r>
              <a:rPr lang="en-US" sz="3400" b="1" dirty="0">
                <a:solidFill>
                  <a:srgbClr val="0070C0"/>
                </a:solidFill>
                <a:latin typeface="+mn-lt"/>
              </a:rPr>
              <a:t> (3)</a:t>
            </a:r>
          </a:p>
        </p:txBody>
      </p:sp>
    </p:spTree>
    <p:extLst>
      <p:ext uri="{BB962C8B-B14F-4D97-AF65-F5344CB8AC3E}">
        <p14:creationId xmlns:p14="http://schemas.microsoft.com/office/powerpoint/2010/main" val="36693925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216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Kartika</vt:lpstr>
      <vt:lpstr>Office Theme</vt:lpstr>
      <vt:lpstr>396 ശുദ്ധര്‍ സ്തുതിക്കും വീടേ</vt:lpstr>
      <vt:lpstr>1 ശുദ്ധര്‍ സ്തുതിക്കും വീടേ  ദൈവ മക്കള്‍ക്കുള്ളാശ്രയമേ  പരിലസിക്കും സ്വര്‍ണ്ണത്തെരു വീഥിയില്‍  അതികുതുകാല്‍ എന്നു ഞാന്‍ ചേര്‍ന്നീടുമോ</vt:lpstr>
      <vt:lpstr>വാനവരിന്‍ സ്തുതി നാദം  സദാ മുഴങ്ങും ശാലേമിൽ എന്നു ഞാന്‍ ചേര്‍ന്നീടുമോ  പരസുതനെ എന്നു ഞാന്‍ ചേര്‍ന്നീടുമോ (3)</vt:lpstr>
      <vt:lpstr>2 മുത്തിനാല്‍ നിര്‍മ്മിതമായുള്ള പന്ത്രണ്ടു ഗോപുരമേ  തവ മഹത്വം കണ്ടിട്ടങ്ങാനന്ദിപ്പാന്‍  മമ കണ്‍കള്‍ പാരം കൊതിച്ചിടുന്നേ </vt:lpstr>
      <vt:lpstr>വാനവരിന്‍ സ്തുതി നാദം  സദാ മുഴങ്ങും ശാലേമിൽ എന്നു ഞാന്‍ ചേര്‍ന്നീടുമോ  പരസുതനെ എന്നു ഞാന്‍ ചേര്‍ന്നീടുമോ (3)</vt:lpstr>
      <vt:lpstr>3 അന്ധത ഇല്ലാനാടേ ദൈവ തേജസ്സാൽ മിന്നും വീടേ   തവ വിളക്കാം ദൈവത്തിൻ കുഞ്ഞാടിനെ   അളവന്യെ പാടി സ്തുതിച്ചീടും ഞാൻ</vt:lpstr>
      <vt:lpstr>വാനവരിന്‍ സ്തുതി നാദം  സദാ മുഴങ്ങും ശാലേമിൽ എന്നു ഞാന്‍ ചേര്‍ന്നീടുമോ  പരസുതനെ എന്നു ഞാന്‍ ചേര്‍ന്നീടുമോ (3)</vt:lpstr>
      <vt:lpstr>4 കഷ്ടതയില്ലാ നാടെ ദൈവഭക്തരിന്‍ വിശ്രമമേ  പുകള്‍ പെരുകും പുത്തനെരുശലേമേ  തിരു മാര്‍വ്വില്‍ എന്നു ഞാന്‍ ചാരീടുമോ </vt:lpstr>
      <vt:lpstr>വാനവരിന്‍ സ്തുതി നാദം  സദാ മുഴങ്ങും ശാലേമിൽ എന്നു ഞാന്‍ ചേര്‍ന്നീടുമോ  പരസുതനെ എന്നു ഞാന്‍ ചേര്‍ന്നീടുമോ (3)</vt:lpstr>
      <vt:lpstr>5 ശുദ്ധവും ശുഭ്രവുമായുള്ള  ജീവജലനദിയിൻ  ഇരുകരയും ജീവവൃക്ഷഫലങ്ങള്‍  പരിലസിക്കും ദൈവത്തിൻ ഉദ്യാനമേ </vt:lpstr>
      <vt:lpstr>വാനവരിന്‍ സ്തുതി നാദം  സദാ മുഴങ്ങും ശാലേമിൽ എന്നു ഞാന്‍ ചേര്‍ന്നീടുമോ  പരസുതനെ എന്നു ഞാന്‍ ചേര്‍ന്നീടുമോ (3)</vt:lpstr>
      <vt:lpstr>6 കര്‍ത്തൃ സിംഹാസനത്തിന്‍ ചുറ്റും വീണകള്‍ മീട്ടീടുന്ന  സുരവരരെ ചേര്‍ന്നങ്ങു പാടീടുവാന്‍  പുരുമോദം പാരം വളരുന്നഹോ </vt:lpstr>
      <vt:lpstr>വാനവരിന്‍ സ്തുതി നാദം  സദാ മുഴങ്ങും ശാലേമിൽ എന്നു ഞാന്‍ ചേര്‍ന്നീടുമോ  പരസുതനെ എന്നു ഞാന്‍ ചേര്‍ന്നീടുമോ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Shudhar sthuthikkum veede</dc:title>
  <dc:creator>Digital Input; GM JOHN; Acsah Mathews</dc:creator>
  <cp:lastModifiedBy>Acsah Mathews</cp:lastModifiedBy>
  <cp:revision>229</cp:revision>
  <dcterms:created xsi:type="dcterms:W3CDTF">2013-04-19T09:19:07Z</dcterms:created>
  <dcterms:modified xsi:type="dcterms:W3CDTF">2018-11-26T16:40:16Z</dcterms:modified>
</cp:coreProperties>
</file>