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105" d="100"/>
          <a:sy n="105" d="100"/>
        </p:scale>
        <p:origin x="510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6938D6-631A-48F6-B491-32745B25A9FD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F2CA3-D26B-48AC-9569-8C4C343C43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27DC5-6535-4A99-9160-28A00E238A83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8A801-D6D8-4873-8307-7193C77059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2E8F4-7819-475C-91AE-0D1398E4AECC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5B310C-0A08-4C30-9FE9-D7165E5868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0FD3B-A945-4D00-ADDC-98EF711EADA6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453AF-9013-48D1-97FE-D2107AC3B2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9D427-5829-4F27-A5E3-EC54ADE1C409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54773-E360-4D6A-822E-9EBFECC4AC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1BA5F4-493C-47E5-9458-EEE43B0140C4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D3ABE-24A4-4806-AB06-7D7ED5A8D7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E24B8C-3ED0-4B3B-8A09-A597CCC56959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151EF-5AE3-4771-B373-A0069C8BE9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D3A9D-77D6-4B57-99D6-4B485ED0F61F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8419C-B087-4431-8F8D-6D839B0753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27DBE-D6B4-47C6-BA67-890A88DFD136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77608-2932-48E5-9217-BB9B123A6F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CB8BB-21D7-474F-A164-C3B66B24DD52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2D643-E00A-4AFF-B9DB-CADA1CFDD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6A38A1-057C-489F-8F5D-DDFBE4A02F20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DB796-50CB-44E7-B998-3598F0C26E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2770ED5-76B1-43BD-9F6D-7102D05479C2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0557003-9105-4A90-8C08-4B19B27077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85EE-0EE5-417C-8498-8345F100D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ഹാ! </a:t>
            </a:r>
            <a:r>
              <a:rPr lang="ml-IN" b="1">
                <a:latin typeface="Kartika" panose="02020503030404060203" pitchFamily="18" charset="0"/>
              </a:rPr>
              <a:t>കൂടി നാമെല്ലാരും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45967-7DB1-4316-BEBD-67D4EE530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Haa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koodi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naamellaarum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7521326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78006"/>
            <a:ext cx="12192000" cy="1426994"/>
          </a:xfrm>
        </p:spPr>
        <p:txBody>
          <a:bodyPr anchor="t"/>
          <a:lstStyle/>
          <a:p>
            <a:pPr defTabSz="463550">
              <a:defRPr/>
            </a:pPr>
            <a:r>
              <a:rPr lang="ml-IN" sz="20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2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ഹാ! കൂടി നാമെല്ലാരും ചേർന്നു പുകൾ  കൊണ്ടാടണം-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വാതിലാകും യേശുനാഥനെ വാഴ്ത്തിപ്പാടണം</a:t>
            </a:r>
            <a:endParaRPr lang="en-US" sz="2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38FDDE-C729-44CD-8B0F-5733B263CADD}"/>
              </a:ext>
            </a:extLst>
          </p:cNvPr>
          <p:cNvSpPr/>
          <p:nvPr/>
        </p:nvSpPr>
        <p:spPr>
          <a:xfrm>
            <a:off x="0" y="1921042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2000" b="1" i="1" dirty="0">
                <a:latin typeface="Kartika" panose="02020503030404060203" pitchFamily="18" charset="0"/>
                <a:cs typeface="Kartika" panose="02020503030404060203" pitchFamily="18" charset="0"/>
              </a:rPr>
              <a:t>ചരണങ്ങൾ</a:t>
            </a:r>
            <a:b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വേദനപ്പെടും ഏഴകൾക്കഴലു തീരുവാൻ- വന്നു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മേദിനിയതിൽ മാനുഷ്യാവതാരമാർന്നിതാ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ഹാ! 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..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CDFA5-6C57-47F2-91AB-93292E6F0602}"/>
              </a:ext>
            </a:extLst>
          </p:cNvPr>
          <p:cNvSpPr/>
          <p:nvPr/>
        </p:nvSpPr>
        <p:spPr>
          <a:xfrm>
            <a:off x="0" y="3613519"/>
            <a:ext cx="1219200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naamellaarum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chèrnnu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kondaadenham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swargga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Vaathilaakum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vaazhththippaadenham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2400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Charanangal</a:t>
            </a:r>
            <a:endParaRPr lang="en-US" sz="2400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Vèdanappedum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èzhakalhkkazhalu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theeruvaan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Mèthiniyathil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maanushyaavathaaram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aarnnithaa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8FDDE-C729-44CD-8B0F-5733B263CADD}"/>
              </a:ext>
            </a:extLst>
          </p:cNvPr>
          <p:cNvSpPr/>
          <p:nvPr/>
        </p:nvSpPr>
        <p:spPr>
          <a:xfrm>
            <a:off x="-4011" y="804427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മാനവർ വാഴ്ത്തിപ്പാടുന്ന കർത്തനായ താൻ- ദുഷ്ട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മാനവൻ ഈടേറുവാൻ ഒരടിമയായിതാ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CDFA5-6C57-47F2-91AB-93292E6F0602}"/>
              </a:ext>
            </a:extLst>
          </p:cNvPr>
          <p:cNvSpPr/>
          <p:nvPr/>
        </p:nvSpPr>
        <p:spPr>
          <a:xfrm>
            <a:off x="4012" y="3613519"/>
            <a:ext cx="121879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Maanavar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Karththanaaya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dushta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eedèruvaan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oradimayaayithaa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C9621C9-F7A3-4AB3-BDD1-25A02C0D3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040</a:t>
            </a:r>
          </a:p>
        </p:txBody>
      </p:sp>
    </p:spTree>
    <p:extLst>
      <p:ext uri="{BB962C8B-B14F-4D97-AF65-F5344CB8AC3E}">
        <p14:creationId xmlns:p14="http://schemas.microsoft.com/office/powerpoint/2010/main" val="231061234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8FDDE-C729-44CD-8B0F-5733B263CADD}"/>
              </a:ext>
            </a:extLst>
          </p:cNvPr>
          <p:cNvSpPr/>
          <p:nvPr/>
        </p:nvSpPr>
        <p:spPr>
          <a:xfrm>
            <a:off x="-4011" y="804427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ആദരവറ്റു ഭൂമിയിൽ വെറിയരാം നരർ- മര-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ണാധികളൊഴിവതിന്നു താണു ദേവനും-</a:t>
            </a:r>
            <a:endParaRPr lang="en-US" sz="3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CDFA5-6C57-47F2-91AB-93292E6F0602}"/>
              </a:ext>
            </a:extLst>
          </p:cNvPr>
          <p:cNvSpPr/>
          <p:nvPr/>
        </p:nvSpPr>
        <p:spPr>
          <a:xfrm>
            <a:off x="4012" y="3613519"/>
            <a:ext cx="121879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Aadaravattu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bhoomiyil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veriyaraam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nhaadhikalh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ozhivathinnu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Dèvanum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C9621C9-F7A3-4AB3-BDD1-25A02C0D3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040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8DCA5F-B5BB-A82F-43BD-CF62AF35FB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097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8FDDE-C729-44CD-8B0F-5733B263CADD}"/>
              </a:ext>
            </a:extLst>
          </p:cNvPr>
          <p:cNvSpPr/>
          <p:nvPr/>
        </p:nvSpPr>
        <p:spPr>
          <a:xfrm>
            <a:off x="-4011" y="804427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സേനകളിൻ അധിപതി അവനെന്നാകിലും- നര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ജീവനെ മീളാനവൻ തന്നുയിരിനെ വിട്ടാൻ</a:t>
            </a:r>
            <a:endParaRPr lang="en-US" sz="3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CDFA5-6C57-47F2-91AB-93292E6F0602}"/>
              </a:ext>
            </a:extLst>
          </p:cNvPr>
          <p:cNvSpPr/>
          <p:nvPr/>
        </p:nvSpPr>
        <p:spPr>
          <a:xfrm>
            <a:off x="4012" y="3613519"/>
            <a:ext cx="121879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Sènakalhin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adhipathi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Avanennaakilum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meelhaanavan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thannuyiriney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vittaal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C9621C9-F7A3-4AB3-BDD1-25A02C0D3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040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DA950C-D59B-2DA8-359F-AA8426EC11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6052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8FDDE-C729-44CD-8B0F-5733B263CADD}"/>
              </a:ext>
            </a:extLst>
          </p:cNvPr>
          <p:cNvSpPr/>
          <p:nvPr/>
        </p:nvSpPr>
        <p:spPr>
          <a:xfrm>
            <a:off x="-4011" y="804427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cs typeface="Kartika" pitchFamily="18" charset="0"/>
              </a:rPr>
              <a:t>5	</a:t>
            </a:r>
            <a:r>
              <a:rPr lang="ml-IN" sz="3200" b="1" dirty="0"/>
              <a:t>ദാരുണ മരണാധിയെ മരിച്ചമർത്തിനാൻ- ഭൂ</a:t>
            </a:r>
            <a:br>
              <a:rPr lang="ml-IN" sz="3200" b="1" dirty="0"/>
            </a:br>
            <a:r>
              <a:rPr lang="en-US" sz="3200" b="1" spc="-300" dirty="0">
                <a:cs typeface="Kartika" pitchFamily="18" charset="0"/>
              </a:rPr>
              <a:t>	</a:t>
            </a:r>
            <a:r>
              <a:rPr lang="ml-IN" sz="3200" b="1" spc="-300" dirty="0"/>
              <a:t>മണ്ഡലത്തിൽ നിന്നുയിർത്തു വിണ്ണിലെത്തിനാൻ</a:t>
            </a:r>
            <a:endParaRPr lang="en-US" sz="3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CDFA5-6C57-47F2-91AB-93292E6F0602}"/>
              </a:ext>
            </a:extLst>
          </p:cNvPr>
          <p:cNvSpPr/>
          <p:nvPr/>
        </p:nvSpPr>
        <p:spPr>
          <a:xfrm>
            <a:off x="4012" y="3613519"/>
            <a:ext cx="121879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Daarunha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maranhaadhiye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marichchamarththinaan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mandalaththil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ninnuyirththu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vinnhileththinaan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C9621C9-F7A3-4AB3-BDD1-25A02C0D3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040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5ECCA68-EBD5-8076-E3E4-5843A9313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4672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8FDDE-C729-44CD-8B0F-5733B263CADD}"/>
              </a:ext>
            </a:extLst>
          </p:cNvPr>
          <p:cNvSpPr/>
          <p:nvPr/>
        </p:nvSpPr>
        <p:spPr>
          <a:xfrm>
            <a:off x="-4011" y="804427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spc="-150" dirty="0">
                <a:cs typeface="Kartika" pitchFamily="18" charset="0"/>
              </a:rPr>
              <a:t>6	</a:t>
            </a:r>
            <a:r>
              <a:rPr lang="ml-IN" sz="3200" b="1" spc="-150" dirty="0"/>
              <a:t>പാപികൾക്കു പിതാവിനോടിരന്നു മോചനം- നിജ</a:t>
            </a:r>
            <a:br>
              <a:rPr lang="ml-IN" sz="3200" b="1" dirty="0"/>
            </a:br>
            <a:r>
              <a:rPr lang="en-US" sz="3200" b="1" spc="-150" dirty="0">
                <a:cs typeface="Kartika" pitchFamily="18" charset="0"/>
              </a:rPr>
              <a:t>	</a:t>
            </a:r>
            <a:r>
              <a:rPr lang="ml-IN" sz="3200" b="1" spc="-150" dirty="0"/>
              <a:t>പാദസേവക ജനങ്ങളെ രക്ഷചെയ്യുന്നോൻ</a:t>
            </a:r>
            <a:endParaRPr lang="en-US" sz="3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CDFA5-6C57-47F2-91AB-93292E6F0602}"/>
              </a:ext>
            </a:extLst>
          </p:cNvPr>
          <p:cNvSpPr/>
          <p:nvPr/>
        </p:nvSpPr>
        <p:spPr>
          <a:xfrm>
            <a:off x="4012" y="3613519"/>
            <a:ext cx="121879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Paapikalhkku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Pithaavinodirannu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mochanam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nija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Paadasevaka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jananghalhey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rakshacheyyunnon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C9621C9-F7A3-4AB3-BDD1-25A02C0D3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725710-7132-482C-82EB-8F362F565547}"/>
              </a:ext>
            </a:extLst>
          </p:cNvPr>
          <p:cNvSpPr/>
          <p:nvPr/>
        </p:nvSpPr>
        <p:spPr>
          <a:xfrm>
            <a:off x="9906000" y="2820597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(മോശവത്സലം)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70A386-92C4-4E02-944D-E9AE3DA273A4}"/>
              </a:ext>
            </a:extLst>
          </p:cNvPr>
          <p:cNvSpPr/>
          <p:nvPr/>
        </p:nvSpPr>
        <p:spPr>
          <a:xfrm>
            <a:off x="9941266" y="6053573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</a:rPr>
              <a:t>Moshavatsalam</a:t>
            </a: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4190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209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40 ഹാ! കൂടി നാമെല്ലാരും</vt:lpstr>
      <vt:lpstr>പല്ലവി ഹാ! കൂടി നാമെല്ലാരും ചേർന്നു പുകൾ  കൊണ്ടാടണം- സ്വർഗ്ഗ വാതിലാകും യേശുനാഥനെ വാഴ്ത്തിപ്പാടണം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Haa koodi naamellaarum</dc:title>
  <dc:creator>Digital Input:;GM JOHN</dc:creator>
  <cp:lastModifiedBy>Manu Abraham</cp:lastModifiedBy>
  <cp:revision>245</cp:revision>
  <dcterms:created xsi:type="dcterms:W3CDTF">2013-04-19T09:19:07Z</dcterms:created>
  <dcterms:modified xsi:type="dcterms:W3CDTF">2022-08-20T13:18:26Z</dcterms:modified>
</cp:coreProperties>
</file>