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40" d="100"/>
          <a:sy n="40" d="100"/>
        </p:scale>
        <p:origin x="7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77DF-FA20-4F41-8CD9-6BFDA3659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199DB-E1D2-4408-BBC9-AE5D3A6C2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9A337-EF0F-40B2-A6D9-08757EE73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15D7A-B041-4D4A-BFD5-AE8E857B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73910-729E-4B9C-9E19-9E2B9560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4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345F-477F-42AE-8494-35D448AC2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7A160-8850-4E45-9852-00B7DE1EE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A814F-D6E5-418F-A462-0BD4FBE4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8DC4-283F-4750-8201-E213B2ED2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7FD2C-06A4-4A5A-BCBE-A7C73930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0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42A1-A0B0-42D1-8781-124FB0723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BB6FA-959C-4F27-A885-F485C3B5F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FD343-66BB-4F18-A44C-0BF74EA8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990AE-4467-48C3-9D6D-C448AF9A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B25C7-2343-4A2E-8598-3BA74E1F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1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F2C0-5FD3-45B1-8672-197FBABC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A952-D462-4E09-A430-E5667AED0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C086F-4076-4890-B031-16D27E730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8AA3E-8018-4B5F-9E69-E96E3E84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0257D-D939-433E-B0C0-5C6770EB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15C05-E6A9-48B9-9E33-1E7895CF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74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8F5E-3745-4818-AF37-4CF58728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A8E2C-12FA-4606-AF2F-4FF59C775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B237F-0791-4509-A90B-03C834A40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37367-2A09-4E46-A37F-7CE0DC650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986024-1156-479C-AD45-2DD472D4C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6C9518-9D0C-495A-8AA1-3B4C3A5C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F7B30-BA89-4CAC-858C-F5D8F795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1EDF49-3B2B-4BBC-B3B7-03C983E5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79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A8F65-6C75-4E15-B7EF-C96A4711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D0E04-37F5-4FF6-94B9-8B923141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F5513-41CB-4D95-8E29-ACD2072C3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AB1F3-6741-409A-B02B-AEE305B4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2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70ED6-A498-4660-A832-14A37B5C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35D70-1F72-4B0F-B242-01C2104E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27D4F-97BC-4F60-A568-FA8BDC2B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2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BDE8-04E5-418D-80D0-6B4E144F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54AC9-FDFC-4CFB-B09C-6DD5B6749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2C32C-2B5F-4A00-A43D-6595F2012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E393C-BC53-4064-A204-A56C34B5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C893D-DBCA-4C73-B650-C416C76A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69A6C-0144-4D16-A7D0-3DC8B157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70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0B94-80D2-453A-8E3D-CB6E90B7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927DFD-82A0-40D8-B031-B3A61EEEA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6BE82-F7C8-4EF6-BC44-4A8B9DB1A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97D4-6596-468C-8EA9-8E5F2A7C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6135F-5598-4DA1-AE19-8AE32E59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A3A8A-5FCC-48B6-B6E4-5CA2043B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6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060F-F352-4A3D-B183-E2C3BE81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52303-99E6-4E0D-957D-BFFF50A5F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45677-1848-450C-96FB-DCABEC0C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AF9AB-B59E-4C24-BAB4-0C72782B7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D1854-5D64-4C09-90FB-B50F8D96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9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B98DD-A922-45A6-AED9-C6AD6B7E7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0EE8B-BF79-4577-B3D8-A1823D2D5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C41F6-EF91-494F-9CCD-101CB545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5594-88DC-4A76-86D6-E22D7A0D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C9264-C130-491C-8548-FB9D0960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3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EBED6D-D64F-4792-A250-8EBDCA0E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9A00-0EE5-4ABE-9A9C-DB06DBF80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02BD2-160E-4D5F-99D3-4D78D17C7D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4F7B9-E13C-45A8-BCE8-3BCD7D3EB2CD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5745F-B4F7-4606-9C40-44CE0957A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36532-10AE-4CE5-AE3A-877149B8E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12169-7AE4-4206-A1BD-4971D5DC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5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496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പ്രിയന്‍റെ സ്വരം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4"/>
            <a:ext cx="12191999" cy="1496883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En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priyante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swaram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tx2">
                    <a:lumMod val="75000"/>
                  </a:schemeClr>
                </a:solidFill>
              </a:rPr>
              <a:t>Tune: Breathe on me, breath of God</a:t>
            </a:r>
            <a:endParaRPr lang="en-US" sz="3400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54248"/>
            <a:ext cx="12192000" cy="2828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1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പ്രിയന്‍റെ സ്വരം എനിക്കതു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തിരുവചനം മൂലം എന്നും കേൾക്കുന്നു ഞാൻ</a:t>
            </a:r>
          </a:p>
          <a:p>
            <a:pPr>
              <a:lnSpc>
                <a:spcPct val="114000"/>
              </a:lnSpc>
            </a:pPr>
            <a:endParaRPr lang="en-US" sz="20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2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പ്രിയന്‍റെ സ്വരം അൻപോടെ നൽകുന്നു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പാപത്തിനു മോചനം ഞാൻ പിഴച്ചീടുമ്പോൾ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83228"/>
            <a:ext cx="12192000" cy="293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1.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priyante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imbam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enikkathu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    Than </a:t>
            </a:r>
            <a:r>
              <a:rPr lang="en-US" sz="3600" b="1" dirty="0" err="1">
                <a:solidFill>
                  <a:srgbClr val="002060"/>
                </a:solidFill>
              </a:rPr>
              <a:t>thiruvachanam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moolam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kelhkkunnu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2.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priyante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anpode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nalkunnu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   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paapaththinu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mochanam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pizhacheedumbolh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496</a:t>
            </a:r>
          </a:p>
        </p:txBody>
      </p:sp>
    </p:spTree>
    <p:extLst>
      <p:ext uri="{BB962C8B-B14F-4D97-AF65-F5344CB8AC3E}">
        <p14:creationId xmlns:p14="http://schemas.microsoft.com/office/powerpoint/2010/main" val="208107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54248"/>
            <a:ext cx="12192000" cy="2828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3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പ്രിയന്‍റെ സ്വരം ഞാൻ ദുഃഖിക്കും നേരം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സദയം തരുമെനിക്കു മാധുര്യാശ്വാസത്തെ</a:t>
            </a:r>
          </a:p>
          <a:p>
            <a:pPr>
              <a:lnSpc>
                <a:spcPct val="114000"/>
              </a:lnSpc>
            </a:pPr>
            <a:endParaRPr lang="en-US" sz="20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4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പ്രിയന്‍റെ സ്വരം ഏകിടുന്നു സുഖം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രോഗത്താൽ വലയുന്നോരു ദേഹത്തിന്നെപ്പോഴും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83228"/>
            <a:ext cx="12192000" cy="293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3.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priyante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dukhikkum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neram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    </a:t>
            </a:r>
            <a:r>
              <a:rPr lang="en-US" sz="3600" b="1" dirty="0" err="1">
                <a:solidFill>
                  <a:srgbClr val="002060"/>
                </a:solidFill>
              </a:rPr>
              <a:t>Sadayam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tharunnenikku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maadhuryaa-shwaasaththe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4.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priyante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aekidunnu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sukham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    </a:t>
            </a:r>
            <a:r>
              <a:rPr lang="en-US" sz="3600" b="1" dirty="0" err="1">
                <a:solidFill>
                  <a:srgbClr val="002060"/>
                </a:solidFill>
              </a:rPr>
              <a:t>Rogaththaal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valayunnoru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dehaththin-eppozhum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4C7B2-A366-4CD9-B4B8-07009003D0A2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496</a:t>
            </a:r>
          </a:p>
        </p:txBody>
      </p:sp>
    </p:spTree>
    <p:extLst>
      <p:ext uri="{BB962C8B-B14F-4D97-AF65-F5344CB8AC3E}">
        <p14:creationId xmlns:p14="http://schemas.microsoft.com/office/powerpoint/2010/main" val="407551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54248"/>
            <a:ext cx="12192000" cy="2828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5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പ്രിയന്‍റെ സ്വരം എന്‍റെ പ്രയാസങ്ങൾ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ആവശ്യങ്ങൾ ക്ഷീണതയും സർവ്വം തകര്‍ത്തീടുന്നു</a:t>
            </a:r>
          </a:p>
          <a:p>
            <a:pPr>
              <a:lnSpc>
                <a:spcPct val="114000"/>
              </a:lnSpc>
            </a:pPr>
            <a:endParaRPr lang="en-US" sz="20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6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പ്രിയന്‍റെ സ്വരം എന്നും നടത്തുന്നു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ഈ ലോകയാത്രയിൽ തന്‍ ആത്മാവിനാലെ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83228"/>
            <a:ext cx="12192000" cy="293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5.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priyante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prayaasangalh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    </a:t>
            </a:r>
            <a:r>
              <a:rPr lang="en-US" sz="3600" b="1" dirty="0" err="1">
                <a:solidFill>
                  <a:srgbClr val="002060"/>
                </a:solidFill>
              </a:rPr>
              <a:t>Aavashyangalh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ksheenhathayum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sarvvam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theerththidunnu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6.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priyante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nadaththunnu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    </a:t>
            </a: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lokayaathrayil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thannathmaavinaale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ABDEB-A075-4BB2-90CA-35BCF97C4371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496</a:t>
            </a:r>
          </a:p>
        </p:txBody>
      </p:sp>
    </p:spTree>
    <p:extLst>
      <p:ext uri="{BB962C8B-B14F-4D97-AF65-F5344CB8AC3E}">
        <p14:creationId xmlns:p14="http://schemas.microsoft.com/office/powerpoint/2010/main" val="2101491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995576"/>
            <a:ext cx="12192000" cy="1596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7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എൻ പ്രിയന്‍റെ സ്വരം എന്‍ ഉള്ളിലാനന്ദം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മന്നിൽ ഞാൻ ജീവിക്കുമ്പോഴും എന്നും എന്നേക്കുമെ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187634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</a:rPr>
              <a:t>7.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priyante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ullhilaanandam</a:t>
            </a:r>
            <a:endParaRPr lang="en-US" sz="36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</a:rPr>
              <a:t>    </a:t>
            </a:r>
            <a:r>
              <a:rPr lang="en-US" sz="3600" b="1" dirty="0" err="1">
                <a:solidFill>
                  <a:srgbClr val="002060"/>
                </a:solidFill>
              </a:rPr>
              <a:t>Mannil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jeevikkumbozhum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ennekkume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54A2F-09F8-451F-BC5E-607108849607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496</a:t>
            </a:r>
          </a:p>
        </p:txBody>
      </p:sp>
    </p:spTree>
    <p:extLst>
      <p:ext uri="{BB962C8B-B14F-4D97-AF65-F5344CB8AC3E}">
        <p14:creationId xmlns:p14="http://schemas.microsoft.com/office/powerpoint/2010/main" val="145424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496 എൻ പ്രിയന്‍റെ സ്വരം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priyante swaram</dc:title>
  <dc:creator>Acsah Mathews</dc:creator>
  <cp:lastModifiedBy>Acsah Mathews</cp:lastModifiedBy>
  <cp:revision>1</cp:revision>
  <dcterms:created xsi:type="dcterms:W3CDTF">2018-12-03T16:20:54Z</dcterms:created>
  <dcterms:modified xsi:type="dcterms:W3CDTF">2018-12-03T16:22:39Z</dcterms:modified>
</cp:coreProperties>
</file>