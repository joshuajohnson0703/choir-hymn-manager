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71" r:id="rId3"/>
    <p:sldId id="276" r:id="rId4"/>
    <p:sldId id="277" r:id="rId5"/>
    <p:sldId id="278" r:id="rId6"/>
    <p:sldId id="279" r:id="rId7"/>
    <p:sldId id="280" r:id="rId8"/>
    <p:sldId id="281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20208-C8C6-48E6-BB50-897E6013954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91CD4D-A376-4040-B978-7D109EF420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1523DE-EE2E-4B72-A404-F5EDF6CE991C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549016-2448-4061-909B-FEC00459B0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8251FD-C72D-430F-A69F-D082376AF3B2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900E2-3752-4944-AEFC-FFE4F0123C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64A01E-CA8A-426F-883F-34796EDDB0DA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7F1287-3FC6-44B8-B901-2330742F9E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3466AD-CFAD-48FE-9D4B-1361693310E8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FB6755-0C2B-4264-BEA9-FCD82CEA02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6E20D9-596E-4F13-ACE8-3FD86BD36F81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11B3CC-3C71-45E1-BBD2-8FD7A914CB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2F4FB0-372D-461E-9C67-805E13DC2C18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F316A3-19E2-4DBE-8872-04E1D6A9E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6FE01C-C16F-4F4F-B03E-F19C94FA6A1C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D1F9BA-7350-4B6C-BD43-69111F6E06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13F3F7-5650-4515-B775-402BF97D56C7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C0D056-B6FD-4071-9744-91EABF8137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D71B7-576E-4D04-B084-ABDBEA97EAEC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B76F8A-7746-40FC-A2A4-3D69BCAD3E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A7A6B5-D91F-4D7B-9F4B-81725D92B040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A0874C-8240-4669-ABFB-D0C986CEFD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08F7237-4BEF-4025-9D00-8E44F2029BEA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2561766-0C39-4E14-8313-8A2927C534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F0F4A-681A-419D-93D7-44AD7389DF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412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ആശ്വാസമേ എനിക്കേറെ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04942-FC28-4DB1-8419-4D7808836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Aashwaasame </a:t>
            </a:r>
            <a:r>
              <a:rPr lang="en-US" sz="4000" b="1" dirty="0" err="1">
                <a:solidFill>
                  <a:srgbClr val="002060"/>
                </a:solidFill>
              </a:rPr>
              <a:t>enikkerhe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F4C659-E91E-4E85-A558-7361AD1DBB03}"/>
              </a:ext>
            </a:extLst>
          </p:cNvPr>
          <p:cNvSpPr/>
          <p:nvPr/>
        </p:nvSpPr>
        <p:spPr>
          <a:xfrm>
            <a:off x="92433" y="4962494"/>
            <a:ext cx="60035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chemeClr val="accent2"/>
                </a:solidFill>
                <a:latin typeface="Calibri" panose="020F0502020204030204" pitchFamily="34" charset="0"/>
              </a:rPr>
              <a:t>(മൂത്താംപാക്കല്‍ കൊച്ചുകുഞ്ഞ് </a:t>
            </a:r>
            <a:r>
              <a:rPr lang="ml-IN" sz="2000" dirty="0">
                <a:solidFill>
                  <a:schemeClr val="accent2"/>
                </a:solidFill>
                <a:latin typeface="Arial" panose="020B0604020202020204" pitchFamily="34" charset="0"/>
              </a:rPr>
              <a:t>ഉപദേശി</a:t>
            </a:r>
            <a:r>
              <a:rPr lang="ml-IN" sz="2000" dirty="0">
                <a:solidFill>
                  <a:schemeClr val="accent2"/>
                </a:solidFill>
                <a:latin typeface="Calibri" panose="020F0502020204030204" pitchFamily="34" charset="0"/>
              </a:rPr>
              <a:t>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22603B-6895-4BDD-A728-F8603C4EF19E}"/>
              </a:ext>
            </a:extLst>
          </p:cNvPr>
          <p:cNvSpPr/>
          <p:nvPr/>
        </p:nvSpPr>
        <p:spPr>
          <a:xfrm>
            <a:off x="7102833" y="4964353"/>
            <a:ext cx="46602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(</a:t>
            </a:r>
            <a:r>
              <a:rPr lang="en-US" sz="2000" dirty="0" err="1">
                <a:solidFill>
                  <a:schemeClr val="accent2"/>
                </a:solidFill>
                <a:latin typeface="Arial" panose="020B0604020202020204" pitchFamily="34" charset="0"/>
              </a:rPr>
              <a:t>Muthampakkal</a:t>
            </a:r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accent2"/>
                </a:solidFill>
                <a:latin typeface="Arial" panose="020B0604020202020204" pitchFamily="34" charset="0"/>
              </a:rPr>
              <a:t>Kochukunju</a:t>
            </a:r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accent2"/>
                </a:solidFill>
                <a:latin typeface="Arial" panose="020B0604020202020204" pitchFamily="34" charset="0"/>
              </a:rPr>
              <a:t>Upadeshi</a:t>
            </a:r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793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405355"/>
            <a:ext cx="12192000" cy="2577789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ആശ്വാസമേ എനിക്കേറെ തിങ്ങിടുന്നു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വിശ്വാസക്കണ്ണാല്‍ ഞാന്‍ നോക്കിടുമ്പോൾ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സ്നേഹമേറിടുമെൻ രക്ഷകന്‍ സന്നിധൌ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ആനന്ദക്കൂട്ടരെ കാണുന്നല്ലോ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 flipH="1"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91416D-6063-4733-8FD8-30C32AB697C0}"/>
              </a:ext>
            </a:extLst>
          </p:cNvPr>
          <p:cNvSpPr/>
          <p:nvPr/>
        </p:nvSpPr>
        <p:spPr>
          <a:xfrm>
            <a:off x="-9293" y="3983144"/>
            <a:ext cx="11277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Aashwaasame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enikkerhe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thingeedunnu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Vishwaasakkanhaal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nokkeedumbolh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Snehamerheedumen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rakshakan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sannidhou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Aanandakkoottare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kaanhunnallo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F4A61-15EB-45E8-9B57-3F1F862E850B}"/>
              </a:ext>
            </a:extLst>
          </p:cNvPr>
          <p:cNvSpPr txBox="1"/>
          <p:nvPr/>
        </p:nvSpPr>
        <p:spPr>
          <a:xfrm>
            <a:off x="0" y="738501"/>
            <a:ext cx="1220129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405355"/>
            <a:ext cx="12192000" cy="2577789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ആമോദത്താല്‍ തിങ്ങി ആശ്ചര്യമോടവര്‍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ചുറ്റും നിന്നു സ്തുതി ചെയ്തിടുന്നു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തങ്കത്തിരുമുഖം കാണ്മാന്‍ കൊതിച്ചവര്‍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ഉല്ലാസമോടിതാ നോക്കിടുന്നു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 flipH="1"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91416D-6063-4733-8FD8-30C32AB697C0}"/>
              </a:ext>
            </a:extLst>
          </p:cNvPr>
          <p:cNvSpPr/>
          <p:nvPr/>
        </p:nvSpPr>
        <p:spPr>
          <a:xfrm>
            <a:off x="-9293" y="3983144"/>
            <a:ext cx="11277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Aamodaththaal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thingi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aashcharya-modavar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Chuttum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cheytheedunnu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Thankathirumukham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kaanhmaan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kothichavar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Ullaasamodithaa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nokkeedunnu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F4A61-15EB-45E8-9B57-3F1F862E850B}"/>
              </a:ext>
            </a:extLst>
          </p:cNvPr>
          <p:cNvSpPr txBox="1"/>
          <p:nvPr/>
        </p:nvSpPr>
        <p:spPr>
          <a:xfrm>
            <a:off x="0" y="738501"/>
            <a:ext cx="1220129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62992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405355"/>
            <a:ext cx="12192000" cy="2577789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തന്‍ കൈകളാൽ കണ്ണുനീരെല്ലാം താതന്‍ താന്‍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എന്നേക്കുമായി തുടച്ചിതല്ലോ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പൊന്‍ വീണകള്‍ ധരിച്ചാമോദ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പൂര്‍ണരായ്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കര്‍ത്താവിനെ സ്തുതി ചെയ്യുന്നവര്‍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 flipH="1"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91416D-6063-4733-8FD8-30C32AB697C0}"/>
              </a:ext>
            </a:extLst>
          </p:cNvPr>
          <p:cNvSpPr/>
          <p:nvPr/>
        </p:nvSpPr>
        <p:spPr>
          <a:xfrm>
            <a:off x="-9293" y="3983144"/>
            <a:ext cx="11277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kaikalhaal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kannhuneerellaam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Ennekkumaayi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thudachithallo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Ponveenhakalh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dharichaamoda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poornharaai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Karththavine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cheyyunnavar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F4A61-15EB-45E8-9B57-3F1F862E850B}"/>
              </a:ext>
            </a:extLst>
          </p:cNvPr>
          <p:cNvSpPr txBox="1"/>
          <p:nvPr/>
        </p:nvSpPr>
        <p:spPr>
          <a:xfrm>
            <a:off x="0" y="738501"/>
            <a:ext cx="1220129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26474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405355"/>
            <a:ext cx="12192000" cy="2577789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കുഞ്ഞാടിൻറ്റെ രക്തം തന്നിൽ തങ്ങൾ അങ്കി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നന്നായ് വെളുപ്പിച്ച കൂട്ടരിവർ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പൂർണ്ണവിശുദ്ധരായ്ത്തീർന്നവർ യേശുവിൻ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തങ്കരുധിരത്തിൻ ശക്തിയാലെ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 flipH="1"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91416D-6063-4733-8FD8-30C32AB697C0}"/>
              </a:ext>
            </a:extLst>
          </p:cNvPr>
          <p:cNvSpPr/>
          <p:nvPr/>
        </p:nvSpPr>
        <p:spPr>
          <a:xfrm>
            <a:off x="-9293" y="3983144"/>
            <a:ext cx="11277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Kunjaadinte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angi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Nannaai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velhuppicha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koottarivarh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Poornha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vishudharaaiththeernnavar-eshuvin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rudhiraththin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shakthiyaale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F4A61-15EB-45E8-9B57-3F1F862E850B}"/>
              </a:ext>
            </a:extLst>
          </p:cNvPr>
          <p:cNvSpPr txBox="1"/>
          <p:nvPr/>
        </p:nvSpPr>
        <p:spPr>
          <a:xfrm>
            <a:off x="0" y="738501"/>
            <a:ext cx="1220129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30800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405355"/>
            <a:ext cx="12192000" cy="2577789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തങ്കക്കിരീടങ്ങള്‍ തങ്ങള്‍ ശിരസ്സിന്മേൽ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വെണ്‍ നിലയങ്കി ധരിച്ചോരിവര്‍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കയ്യില്‍ കുരുത്തോലയേന്തീട്ടവര്‍ സ്തുതി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പാടീട്ടാനന്ദമോടാര്‍ത്തിടുന്നു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 flipH="1"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91416D-6063-4733-8FD8-30C32AB697C0}"/>
              </a:ext>
            </a:extLst>
          </p:cNvPr>
          <p:cNvSpPr/>
          <p:nvPr/>
        </p:nvSpPr>
        <p:spPr>
          <a:xfrm>
            <a:off x="-9293" y="3983144"/>
            <a:ext cx="11277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Thankakkireedangalh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shirassinmel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Venhnilayangi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dharichorivarh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Kaiyyil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kuruththola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aettittavar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sthuthi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Paadeettaanandamor-aartheedunnu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F4A61-15EB-45E8-9B57-3F1F862E850B}"/>
              </a:ext>
            </a:extLst>
          </p:cNvPr>
          <p:cNvSpPr txBox="1"/>
          <p:nvPr/>
        </p:nvSpPr>
        <p:spPr>
          <a:xfrm>
            <a:off x="0" y="738501"/>
            <a:ext cx="1220129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14575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405355"/>
            <a:ext cx="12192000" cy="2577789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ചേര്‍ന്നിടുമേ വേഗം ഞാനും ആ കൂട്ടത്തിൽ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ശുദ്ധരോടൊന്നിച്ചങ്ങാനന്ദിപ്പാന്‍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ലോകം വേണ്ടാ എനിക്കൊന്നും വേണ്ടാ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നാഥന്‍റെ സന്നിധൌ ചേര്‍ന്നാല്‍ മതി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 flipH="1"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91416D-6063-4733-8FD8-30C32AB697C0}"/>
              </a:ext>
            </a:extLst>
          </p:cNvPr>
          <p:cNvSpPr/>
          <p:nvPr/>
        </p:nvSpPr>
        <p:spPr>
          <a:xfrm>
            <a:off x="-9293" y="3983144"/>
            <a:ext cx="11277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Chernneedume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vegam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aa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koottathil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Shudhdharodonnichangaanandippaan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vendaa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enikkonnum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venda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Naadhante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sannidhou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chernnal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mathi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F4A61-15EB-45E8-9B57-3F1F862E850B}"/>
              </a:ext>
            </a:extLst>
          </p:cNvPr>
          <p:cNvSpPr txBox="1"/>
          <p:nvPr/>
        </p:nvSpPr>
        <p:spPr>
          <a:xfrm>
            <a:off x="0" y="738501"/>
            <a:ext cx="1220129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805196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405355"/>
            <a:ext cx="12192000" cy="2577789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കർത്താവേ! വിശ്വാസപ്പോരതിൽ തോൽക്കാതെന്നെ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അവസാനത്തോളം നീ നിറുത്തണമേ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ആകാശമേഘത്തിൽ കാഹളനാദത്തിൽ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അടിയാനും നിൻ മുന്നിൽ കാണേണമെ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 flipH="1"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91416D-6063-4733-8FD8-30C32AB697C0}"/>
              </a:ext>
            </a:extLst>
          </p:cNvPr>
          <p:cNvSpPr/>
          <p:nvPr/>
        </p:nvSpPr>
        <p:spPr>
          <a:xfrm>
            <a:off x="-9293" y="3983144"/>
            <a:ext cx="112776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Karthaave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Vishwaasapporil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tholkkathenne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Avasaanaththolham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nirthenhame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Aakashameghaththil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kaahalha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naadaththil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Adiyanum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mumbil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kaanhenhame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F4A61-15EB-45E8-9B57-3F1F862E850B}"/>
              </a:ext>
            </a:extLst>
          </p:cNvPr>
          <p:cNvSpPr txBox="1"/>
          <p:nvPr/>
        </p:nvSpPr>
        <p:spPr>
          <a:xfrm>
            <a:off x="0" y="738501"/>
            <a:ext cx="1220129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98613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</TotalTime>
  <Words>143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412 ആശ്വാസമേ എനിക്കേറെ</vt:lpstr>
      <vt:lpstr>ആശ്വാസമേ എനിക്കേറെ തിങ്ങിടുന്നു വിശ്വാസക്കണ്ണാല്‍ ഞാന്‍ നോക്കിടുമ്പോൾ സ്നേഹമേറിടുമെൻ രക്ഷകന്‍ സന്നിധൌ ആനന്ദക്കൂട്ടരെ കാണുന്നല്ലോ</vt:lpstr>
      <vt:lpstr>ആമോദത്താല്‍ തിങ്ങി ആശ്ചര്യമോടവര്‍ ചുറ്റും നിന്നു സ്തുതി ചെയ്തിടുന്നു തങ്കത്തിരുമുഖം കാണ്മാന്‍ കൊതിച്ചവര്‍ ഉല്ലാസമോടിതാ നോക്കിടുന്നു</vt:lpstr>
      <vt:lpstr>തന്‍ കൈകളാൽ കണ്ണുനീരെല്ലാം താതന്‍ താന്‍ എന്നേക്കുമായി തുടച്ചിതല്ലോ പൊന്‍ വീണകള്‍ ധരിച്ചാമോദ പൂര്‍ണരായ് കര്‍ത്താവിനെ സ്തുതി ചെയ്യുന്നവര്‍</vt:lpstr>
      <vt:lpstr>കുഞ്ഞാടിൻറ്റെ രക്തം തന്നിൽ തങ്ങൾ അങ്കി  നന്നായ് വെളുപ്പിച്ച കൂട്ടരിവർ  പൂർണ്ണവിശുദ്ധരായ്ത്തീർന്നവർ യേശുവിൻ  തങ്കരുധിരത്തിൻ ശക്തിയാലെ</vt:lpstr>
      <vt:lpstr>തങ്കക്കിരീടങ്ങള്‍ തങ്ങള്‍ ശിരസ്സിന്മേൽ വെണ്‍ നിലയങ്കി ധരിച്ചോരിവര്‍ കയ്യില്‍ കുരുത്തോലയേന്തീട്ടവര്‍ സ്തുതി പാടീട്ടാനന്ദമോടാര്‍ത്തിടുന്നു</vt:lpstr>
      <vt:lpstr>ചേര്‍ന്നിടുമേ വേഗം ഞാനും ആ കൂട്ടത്തിൽ ശുദ്ധരോടൊന്നിച്ചങ്ങാനന്ദിപ്പാന്‍ ലോകം വേണ്ടാ എനിക്കൊന്നും വേണ്ടാ എന്‍റെ നാഥന്‍റെ സന്നിധൌ ചേര്‍ന്നാല്‍ മതി</vt:lpstr>
      <vt:lpstr>കർത്താവേ! വിശ്വാസപ്പോരതിൽ തോൽക്കാതെന്നെ  അവസാനത്തോളം നീ നിറുത്തണമേ  ആകാശമേഘത്തിൽ കാഹളനാദത്തിൽ  അടിയാനും നിൻ മുന്നിൽ കാണേണമെ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Aashwaasame enikkere</dc:title>
  <dc:creator>Digital Input; GM JOHN; Acsah Mathews</dc:creator>
  <cp:lastModifiedBy>Acsah Mathews</cp:lastModifiedBy>
  <cp:revision>225</cp:revision>
  <dcterms:created xsi:type="dcterms:W3CDTF">2013-04-19T09:19:07Z</dcterms:created>
  <dcterms:modified xsi:type="dcterms:W3CDTF">2018-11-26T19:36:08Z</dcterms:modified>
</cp:coreProperties>
</file>