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9" r:id="rId2"/>
    <p:sldId id="270" r:id="rId3"/>
    <p:sldId id="274" r:id="rId4"/>
    <p:sldId id="275" r:id="rId5"/>
    <p:sldId id="276" r:id="rId6"/>
    <p:sldId id="277" r:id="rId7"/>
    <p:sldId id="278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2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9862EB-26C4-43BD-810E-14CCCA98AA1B}" type="datetimeFigureOut">
              <a:rPr lang="en-US" smtClean="0"/>
              <a:t>11/7/2018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C0BAF-4F05-45DD-9640-60C9F1805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014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C0BAF-4F05-45DD-9640-60C9F180535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510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403523-F8E9-42FC-AAB1-BAF3432598E4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6625CC-E738-43DE-913B-D80F8A2492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275B42-0B73-4A35-92A6-24778D6FEB01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E71675-9952-45DB-BF22-291C12ADBF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C78EE5-69EF-469F-AC6C-215C8BD2837B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031EBB-D9B1-41EE-829B-FDF349F494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23B496-1C77-4A17-9B1D-A5307627CFED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824E3D-A446-4CE0-A123-0E050E6D46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CCC7BC-A970-4683-87A8-FC57C1D32DD5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56EA3-292F-446E-A430-444066959B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05B194-4B82-41A9-B0D5-F1413DF4FDCB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0AB59F-31C3-4F54-B1C7-6AB9325CC6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24F95E-78FF-45C6-B435-F369BAD9E72B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569A0-B13E-4EA4-8B7E-77AA5DC9B0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B6C7E4-0181-46D5-AF89-8ED4150BD463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95B149-0E7C-4DC4-B5C1-9E27F2CF7A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3DA807-A407-4F16-A5DA-6A0C12C7DC74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75D11D-CCD5-41D0-8EBA-F098482663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151C36-AA43-4151-A559-9C97F2DA2086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73DA1-2982-4C65-B2E2-5067F39229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D51B28-E579-4AF3-ABF5-D0FAA1ED8C9E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06F37-9786-494B-8E51-B475971957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DC1D4DD-452B-42D2-A246-1AB5261118D2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5EA380F-1539-4BF4-AA37-ACF0AB4F6C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9801C-4124-40C0-A8BD-2A9E067526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190</a:t>
            </a:r>
            <a:br>
              <a:rPr lang="en-US" dirty="0"/>
            </a:b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വിശുദ്ധാത്മാവേ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 വരിക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889A36-F0F7-4804-A4AE-78422BD720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/>
                </a:solidFill>
              </a:rPr>
              <a:t>Vishudhaathmaave</a:t>
            </a:r>
            <a:r>
              <a:rPr lang="en-US" sz="4000" b="1" dirty="0">
                <a:solidFill>
                  <a:schemeClr val="tx2"/>
                </a:solidFill>
              </a:rPr>
              <a:t>! </a:t>
            </a:r>
            <a:r>
              <a:rPr lang="en-US" sz="4000" b="1" dirty="0" err="1">
                <a:solidFill>
                  <a:schemeClr val="tx2"/>
                </a:solidFill>
              </a:rPr>
              <a:t>Varika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45ACA2-096D-40DE-BF71-9B99BC250B82}"/>
              </a:ext>
            </a:extLst>
          </p:cNvPr>
          <p:cNvSpPr/>
          <p:nvPr/>
        </p:nvSpPr>
        <p:spPr>
          <a:xfrm>
            <a:off x="2057400" y="4977883"/>
            <a:ext cx="24288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(റവ. റ്റി. കോശി)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840D0F-0140-4876-8366-DBAFC6E99A14}"/>
              </a:ext>
            </a:extLst>
          </p:cNvPr>
          <p:cNvSpPr/>
          <p:nvPr/>
        </p:nvSpPr>
        <p:spPr>
          <a:xfrm>
            <a:off x="8153400" y="4977883"/>
            <a:ext cx="20736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(Rev. T. Koshy) </a:t>
            </a:r>
          </a:p>
        </p:txBody>
      </p:sp>
    </p:spTree>
    <p:extLst>
      <p:ext uri="{BB962C8B-B14F-4D97-AF65-F5344CB8AC3E}">
        <p14:creationId xmlns:p14="http://schemas.microsoft.com/office/powerpoint/2010/main" val="4316023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4011" y="1818585"/>
            <a:ext cx="12192000" cy="2133600"/>
          </a:xfrm>
        </p:spPr>
        <p:txBody>
          <a:bodyPr anchor="t"/>
          <a:lstStyle/>
          <a:p>
            <a:pPr algn="l">
              <a:tabLst>
                <a:tab pos="403225" algn="l"/>
              </a:tabLst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ഹിതം എത്ര അറി-ഞ്ഞാലും പാപമേ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നിത്യം ചെയ്തീടുന്നു ഞാൻ -എന്മേൽ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നീ കടാക്ഷിക്കേണം അല്ലെങ്കിൽ പാപി ഞാൻ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 ചാവി-ന്നിരയാം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വിശു...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C82076-D19B-45FF-A2C3-A700D68697DB}"/>
              </a:ext>
            </a:extLst>
          </p:cNvPr>
          <p:cNvSpPr/>
          <p:nvPr/>
        </p:nvSpPr>
        <p:spPr>
          <a:xfrm>
            <a:off x="0" y="338554"/>
            <a:ext cx="1219200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24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വിശുദ്ധാത്മാവേ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വരിക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ദോഷിയാം എൻ നെഞ്ചിൽ വസിക്ക!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942E48-0CCE-4D52-9239-DE4F0650DE83}"/>
              </a:ext>
            </a:extLst>
          </p:cNvPr>
          <p:cNvSpPr/>
          <p:nvPr/>
        </p:nvSpPr>
        <p:spPr>
          <a:xfrm>
            <a:off x="-4012" y="4093458"/>
            <a:ext cx="12196011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Vishudhaathmaave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Varika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doshiyaam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nejil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vasikka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6C9E77-5980-4D53-B158-769D68668CE2}"/>
              </a:ext>
            </a:extLst>
          </p:cNvPr>
          <p:cNvSpPr/>
          <p:nvPr/>
        </p:nvSpPr>
        <p:spPr>
          <a:xfrm>
            <a:off x="533400" y="4644189"/>
            <a:ext cx="11654589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hitham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ethra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arinjaalum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paapame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Nithyam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cheythidunnu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enmel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Nee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kadaakshikenham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allenkil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paapi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Nithya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chaavinnirayaam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					 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vishu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616408"/>
            <a:ext cx="11642556" cy="2133600"/>
          </a:xfrm>
        </p:spPr>
        <p:txBody>
          <a:bodyPr anchor="t"/>
          <a:lstStyle/>
          <a:p>
            <a:pPr algn="l">
              <a:tabLst>
                <a:tab pos="403225" algn="l"/>
              </a:tabLst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പാപിയാമെൻ 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മൂലം പാടുപെട്ടെൻ യേശു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പാരിൽ മരിച്ചതിനെ -പല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പ്രാവശ്യം പാപി മ-റന്നു മാ പാപങ്ങൾ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പക്ഷമായ് ചെയ്തു പോയേൻ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C82076-D19B-45FF-A2C3-A700D68697DB}"/>
              </a:ext>
            </a:extLst>
          </p:cNvPr>
          <p:cNvSpPr/>
          <p:nvPr/>
        </p:nvSpPr>
        <p:spPr>
          <a:xfrm>
            <a:off x="0" y="2765286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വിശുദ്ധാത്മാവേ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വരിക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ദോഷിയാംഎൻ നെഞ്ചിൽ വസിക്ക!</a:t>
            </a:r>
            <a:endParaRPr lang="en-US" sz="3200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942E48-0CCE-4D52-9239-DE4F0650DE83}"/>
              </a:ext>
            </a:extLst>
          </p:cNvPr>
          <p:cNvSpPr/>
          <p:nvPr/>
        </p:nvSpPr>
        <p:spPr>
          <a:xfrm>
            <a:off x="266699" y="5579754"/>
            <a:ext cx="12196011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Vishudhaathmaave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Varika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doshiyaam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nejil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vasikka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6C9E77-5980-4D53-B158-769D68668CE2}"/>
              </a:ext>
            </a:extLst>
          </p:cNvPr>
          <p:cNvSpPr/>
          <p:nvPr/>
        </p:nvSpPr>
        <p:spPr>
          <a:xfrm>
            <a:off x="537411" y="3416968"/>
            <a:ext cx="11654589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Paapiyaamen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moolam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paadupetten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yeshu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Paaril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marichathine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pala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Praavashyam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paapimarhannu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paapangalh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Pakshamai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cheythu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poyen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1501179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616408"/>
            <a:ext cx="11642556" cy="2133600"/>
          </a:xfrm>
        </p:spPr>
        <p:txBody>
          <a:bodyPr anchor="t"/>
          <a:lstStyle/>
          <a:p>
            <a:pPr algn="l">
              <a:tabLst>
                <a:tab pos="403225" algn="l"/>
              </a:tabLst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ജീവനുണ്ടെന്നൊരു നാമമെ ഉള്ളെന്നിൽ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ജീവനില്ലേ പരനേ- ഭവാൻ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കൈവിട്ടാൽ പാപി ഞാൻ ചാവാനിടയാമേ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കോപിച്ചുപോക - രുതേ-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C82076-D19B-45FF-A2C3-A700D68697DB}"/>
              </a:ext>
            </a:extLst>
          </p:cNvPr>
          <p:cNvSpPr/>
          <p:nvPr/>
        </p:nvSpPr>
        <p:spPr>
          <a:xfrm>
            <a:off x="0" y="2765286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വിശുദ്ധാത്മാവേ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വരിക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ദോഷിയാംഎൻ നെഞ്ചിൽ വസിക്ക!</a:t>
            </a:r>
            <a:endParaRPr lang="en-US" sz="3200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942E48-0CCE-4D52-9239-DE4F0650DE83}"/>
              </a:ext>
            </a:extLst>
          </p:cNvPr>
          <p:cNvSpPr/>
          <p:nvPr/>
        </p:nvSpPr>
        <p:spPr>
          <a:xfrm>
            <a:off x="266699" y="5579754"/>
            <a:ext cx="12196011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Vishudhaathmaave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Varika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doshiyaam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nejil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vasikka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6C9E77-5980-4D53-B158-769D68668CE2}"/>
              </a:ext>
            </a:extLst>
          </p:cNvPr>
          <p:cNvSpPr/>
          <p:nvPr/>
        </p:nvSpPr>
        <p:spPr>
          <a:xfrm>
            <a:off x="537411" y="3416968"/>
            <a:ext cx="11654589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Jeevanundennoru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naamame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ullhennil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Jeevanille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parane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bhavaan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Kaivittaal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paapi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chaavanidayaame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Kopichupo-karuthe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6620616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616408"/>
            <a:ext cx="11642556" cy="2133600"/>
          </a:xfrm>
        </p:spPr>
        <p:txBody>
          <a:bodyPr anchor="t"/>
          <a:lstStyle/>
          <a:p>
            <a:pPr algn="l">
              <a:tabLst>
                <a:tab pos="403225" algn="l"/>
              </a:tabLst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നിന്നോടപേക്ഷിച്ചു വ-ന്ദനം ചെയ്‌വാനും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സത്യം കേൾപ്പതിനും- മാന്ദ്യം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എന്നിൽ പലപ്പോഴും- വന്നു പോയേ, ക്ഷമ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തന്നു നീ വന്നീടുക-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C82076-D19B-45FF-A2C3-A700D68697DB}"/>
              </a:ext>
            </a:extLst>
          </p:cNvPr>
          <p:cNvSpPr/>
          <p:nvPr/>
        </p:nvSpPr>
        <p:spPr>
          <a:xfrm>
            <a:off x="0" y="2765286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വിശുദ്ധാത്മാവേ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വരിക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ദോഷിയാംഎൻ നെഞ്ചിൽ വസിക്ക!</a:t>
            </a:r>
            <a:endParaRPr lang="en-US" sz="3200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942E48-0CCE-4D52-9239-DE4F0650DE83}"/>
              </a:ext>
            </a:extLst>
          </p:cNvPr>
          <p:cNvSpPr/>
          <p:nvPr/>
        </p:nvSpPr>
        <p:spPr>
          <a:xfrm>
            <a:off x="266699" y="5579754"/>
            <a:ext cx="12196011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Vishudhaathmaave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Varika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doshiyaam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nejil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vasikka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6C9E77-5980-4D53-B158-769D68668CE2}"/>
              </a:ext>
            </a:extLst>
          </p:cNvPr>
          <p:cNvSpPr/>
          <p:nvPr/>
        </p:nvSpPr>
        <p:spPr>
          <a:xfrm>
            <a:off x="537411" y="3416968"/>
            <a:ext cx="11654589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Ninnodapakshichu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vandanam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cheyvaanum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sathyam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kelhpathinum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maannyam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Ennil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palappozhum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vannupoye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kshama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vanneeduka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7605100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616408"/>
            <a:ext cx="11642556" cy="2133600"/>
          </a:xfrm>
        </p:spPr>
        <p:txBody>
          <a:bodyPr anchor="t"/>
          <a:lstStyle/>
          <a:p>
            <a:pPr algn="l">
              <a:tabLst>
                <a:tab pos="403225" algn="l"/>
              </a:tabLst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ഈ ലോക മായയിൽ കാലം കഴിച്ചു ഞാൻ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മേൽ ലോകത്തെ മറന്നേൻ- ഇനീ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ആലോക കാര്യങ്ങൾ ചിന്തിപ്പതിനു നീ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ആഗ്രഹം തന്നീടുക-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C82076-D19B-45FF-A2C3-A700D68697DB}"/>
              </a:ext>
            </a:extLst>
          </p:cNvPr>
          <p:cNvSpPr/>
          <p:nvPr/>
        </p:nvSpPr>
        <p:spPr>
          <a:xfrm>
            <a:off x="0" y="2765286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വിശുദ്ധാത്മാവേ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വരിക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ദോഷിയാംഎൻ നെഞ്ചിൽ വസിക്ക!</a:t>
            </a:r>
            <a:endParaRPr lang="en-US" sz="3200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942E48-0CCE-4D52-9239-DE4F0650DE83}"/>
              </a:ext>
            </a:extLst>
          </p:cNvPr>
          <p:cNvSpPr/>
          <p:nvPr/>
        </p:nvSpPr>
        <p:spPr>
          <a:xfrm>
            <a:off x="266699" y="5579754"/>
            <a:ext cx="12196011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Vishudhaathmaave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Varika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doshiyaam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nejil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vasikka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6C9E77-5980-4D53-B158-769D68668CE2}"/>
              </a:ext>
            </a:extLst>
          </p:cNvPr>
          <p:cNvSpPr/>
          <p:nvPr/>
        </p:nvSpPr>
        <p:spPr>
          <a:xfrm>
            <a:off x="537411" y="3416968"/>
            <a:ext cx="11654589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Ee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loka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maayayil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kaalam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kazhichu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njaan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Mel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lokathe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marhannen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ini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Aaloka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kaaryangalh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chinthippathinu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nee</a:t>
            </a: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Aagraham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thanneeduka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7877680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616408"/>
            <a:ext cx="11642556" cy="2133600"/>
          </a:xfrm>
        </p:spPr>
        <p:txBody>
          <a:bodyPr anchor="t"/>
          <a:lstStyle/>
          <a:p>
            <a:pPr algn="l">
              <a:tabLst>
                <a:tab pos="403225" algn="l"/>
              </a:tabLst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കല്ലു പോലുള്ള എൻ വല്ലാത്ത നെഞ്ചിനെ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നല്ല വണ്ണ മുരുക്കി - ഉള്ള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വല്ലാത്ത ചിന്തകൾ നീക്കി എന്നുള്ളിൽ നീ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പള്ളികൊണ്ടീടണമേ-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C82076-D19B-45FF-A2C3-A700D68697DB}"/>
              </a:ext>
            </a:extLst>
          </p:cNvPr>
          <p:cNvSpPr/>
          <p:nvPr/>
        </p:nvSpPr>
        <p:spPr>
          <a:xfrm>
            <a:off x="0" y="2765286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വിശുദ്ധാത്മാവേ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വരിക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ദോഷിയാംഎൻ നെഞ്ചിൽ വസിക്ക!</a:t>
            </a:r>
            <a:endParaRPr lang="en-US" sz="3200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942E48-0CCE-4D52-9239-DE4F0650DE83}"/>
              </a:ext>
            </a:extLst>
          </p:cNvPr>
          <p:cNvSpPr/>
          <p:nvPr/>
        </p:nvSpPr>
        <p:spPr>
          <a:xfrm>
            <a:off x="266699" y="5579754"/>
            <a:ext cx="12196011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Vishudhaathmaave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Varika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doshiyaam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nejil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5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vasikka</a:t>
            </a:r>
            <a:r>
              <a:rPr lang="en-US" sz="35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6C9E77-5980-4D53-B158-769D68668CE2}"/>
              </a:ext>
            </a:extLst>
          </p:cNvPr>
          <p:cNvSpPr/>
          <p:nvPr/>
        </p:nvSpPr>
        <p:spPr>
          <a:xfrm>
            <a:off x="537411" y="3416968"/>
            <a:ext cx="11654589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Kallu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polullha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vallatha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nenjine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Nallavanhamurukki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ullha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Vallaatha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chinthakalh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neekki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ennullhil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nee</a:t>
            </a: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Pallhikondeedanhame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6906241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207</Words>
  <Application>Microsoft Office PowerPoint</Application>
  <PresentationFormat>Widescreen</PresentationFormat>
  <Paragraphs>53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190 വിശുദ്ധാത്മാവേ! വരിക</vt:lpstr>
      <vt:lpstr>1 നിൻ ഹിതം എത്ര അറി-ഞ്ഞാലും പാപമേ  നിത്യം ചെയ്തീടുന്നു ഞാൻ -എന്മേൽ  നീ കടാക്ഷിക്കേണം അല്ലെങ്കിൽ പാപി ഞാൻ  നിത്യ ചാവി-ന്നിരയാം    - വിശു...</vt:lpstr>
      <vt:lpstr>2 പാപിയാമെൻ - മൂലം പാടുപെട്ടെൻ യേശു  പാരിൽ മരിച്ചതിനെ -പല  പ്രാവശ്യം പാപി മ-റന്നു മാ പാപങ്ങൾ  പക്ഷമായ് ചെയ്തു പോയേൻ</vt:lpstr>
      <vt:lpstr>3 ജീവനുണ്ടെന്നൊരു നാമമെ ഉള്ളെന്നിൽ  ജീവനില്ലേ പരനേ- ഭവാൻ  കൈവിട്ടാൽ പാപി ഞാൻ ചാവാനിടയാമേ  കോപിച്ചുപോക - രുതേ-</vt:lpstr>
      <vt:lpstr>4 നിന്നോടപേക്ഷിച്ചു വ-ന്ദനം ചെയ്‌വാനും  നിൻ സത്യം കേൾപ്പതിനും- മാന്ദ്യം  എന്നിൽ പലപ്പോഴും- വന്നു പോയേ, ക്ഷമ  തന്നു നീ വന്നീടുക-</vt:lpstr>
      <vt:lpstr>5 ഈ ലോക മായയിൽ കാലം കഴിച്ചു ഞാൻ  മേൽ ലോകത്തെ മറന്നേൻ- ഇനീ   ആലോക കാര്യങ്ങൾ ചിന്തിപ്പതിനു നീ  ആഗ്രഹം തന്നീടുക-</vt:lpstr>
      <vt:lpstr>6 കല്ലു പോലുള്ള എൻ വല്ലാത്ത നെഞ്ചിനെ  നല്ല വണ്ണ മുരുക്കി - ഉള്ള  വല്ലാത്ത ചിന്തകൾ നീക്കി എന്നുള്ളിൽ നീ  പള്ളികൊണ്ടീടണമേ-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Vishudhaathmaave varika</dc:title>
  <dc:creator>Digital Input:; GM JOHN; Acsah Mathews</dc:creator>
  <cp:lastModifiedBy>Acsah Mathews</cp:lastModifiedBy>
  <cp:revision>226</cp:revision>
  <dcterms:created xsi:type="dcterms:W3CDTF">2013-04-19T09:19:07Z</dcterms:created>
  <dcterms:modified xsi:type="dcterms:W3CDTF">2018-11-07T17:58:29Z</dcterms:modified>
</cp:coreProperties>
</file>