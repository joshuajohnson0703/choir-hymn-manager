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0" r:id="rId3"/>
    <p:sldId id="273" r:id="rId4"/>
    <p:sldId id="274" r:id="rId5"/>
    <p:sldId id="275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2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53B930-B7BF-4A50-9514-A1A0B0502F7C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CC1069-0245-42BF-808D-AB2E11826F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8B5C11-CBD6-4A38-8F47-9CA89F75E184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0EB65D-CF58-4E37-912E-97936294CB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58CD86-92C4-4BAF-85FF-976F2106D323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A4C6CE-B863-4FC0-B525-78467EF3EB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09B5F1-AFA3-4ACE-A43B-7A2FA87E3C42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CD4B2F-8969-48AA-B163-DA0088C3E2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332021-6CCB-45C5-8D2C-45ED18650112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3C3C7-D3E5-4407-AAF8-F4B63A97CC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E5302-9A7C-4829-A632-E8BDDE1B41E8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9F42F6-2520-4EC7-B1BD-4C5303F2DB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769C20-9CA5-4139-A480-5D2FC5093C4F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C0E78F-C9CF-4F43-B96C-8286A37687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B7BCCA-AC94-49A5-9995-251A0F040269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52DC9-A96A-4989-9149-F651C5C6A8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4FCD64-C41C-4301-8CF1-7A4C675C0C7B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99D2F0-60BB-416B-AFB7-1BEAA0ECD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916A8-CAF3-429D-A927-F3EBB5B1FD40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66344A-7E92-41D9-9DC3-774D3EDB41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8EF0F0-B0F3-429F-B0B6-3095DA9DA4C6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805365-E558-4DD1-AE67-46BBECF775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560E599-6870-49B4-83B0-C62FE534E493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1C5E0EF-3BD7-4459-897F-058FEF66C4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1770F-FA24-43AB-897C-82E10DD1EF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30426"/>
            <a:ext cx="12192000" cy="1470025"/>
          </a:xfrm>
        </p:spPr>
        <p:txBody>
          <a:bodyPr/>
          <a:lstStyle/>
          <a:p>
            <a:r>
              <a:rPr lang="en-US" dirty="0"/>
              <a:t>199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നല്ല ദേവനേ ഞങ്ങള്‍ എല്ലാവരേയും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C1A7E-A655-4620-9B00-A0B4BEC18B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21920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</a:rPr>
              <a:t>Nalladevane</a:t>
            </a:r>
            <a:r>
              <a:rPr lang="en-US" sz="4000" b="1" dirty="0">
                <a:solidFill>
                  <a:schemeClr val="tx2"/>
                </a:solidFill>
              </a:rPr>
              <a:t>! </a:t>
            </a:r>
            <a:r>
              <a:rPr lang="en-US" sz="4000" b="1" dirty="0" err="1">
                <a:solidFill>
                  <a:schemeClr val="tx2"/>
                </a:solidFill>
              </a:rPr>
              <a:t>Njangalh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ellavareyum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4A043B-4D9A-4A2D-AB7D-410DB3B04789}"/>
              </a:ext>
            </a:extLst>
          </p:cNvPr>
          <p:cNvSpPr/>
          <p:nvPr/>
        </p:nvSpPr>
        <p:spPr>
          <a:xfrm>
            <a:off x="1670515" y="5144928"/>
            <a:ext cx="442548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(മുല്ലശേരിൽ ജോണ്‍ ഈശോ)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19955C-B57D-4455-A929-774D8105D02E}"/>
              </a:ext>
            </a:extLst>
          </p:cNvPr>
          <p:cNvSpPr/>
          <p:nvPr/>
        </p:nvSpPr>
        <p:spPr>
          <a:xfrm>
            <a:off x="7543800" y="5144928"/>
            <a:ext cx="339612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</a:t>
            </a:r>
            <a:r>
              <a:rPr lang="en-US" sz="2000" dirty="0" err="1">
                <a:solidFill>
                  <a:schemeClr val="accent2"/>
                </a:solidFill>
              </a:rPr>
              <a:t>Mullasseril</a:t>
            </a:r>
            <a:r>
              <a:rPr lang="en-US" sz="2000" dirty="0">
                <a:solidFill>
                  <a:schemeClr val="accent2"/>
                </a:solidFill>
              </a:rPr>
              <a:t> John </a:t>
            </a:r>
            <a:r>
              <a:rPr lang="en-US" sz="2000" dirty="0" err="1">
                <a:solidFill>
                  <a:schemeClr val="accent2"/>
                </a:solidFill>
              </a:rPr>
              <a:t>Easow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58832789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48154"/>
            <a:ext cx="12192000" cy="2819400"/>
          </a:xfrm>
        </p:spPr>
        <p:txBody>
          <a:bodyPr anchor="t"/>
          <a:lstStyle/>
          <a:p>
            <a:pPr algn="l" defTabSz="339725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.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നല്ല ദേവനേ ഞങ്ങള്‍ എല്ലാവരേയും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 	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നല്ലതാക്കി നിന്‍ ഇഷ്ടത്തെ ചൊല്ലീടേണമേ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.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പച്ചമേച്ചിലില്‍ ഞങ്ങള്‍ മേഞ്ഞീടുവാനായ്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  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മെച്ചമാം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ആഹാരത്തെ നീ നല്‍കീടേണമേ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+mn-lt"/>
              </a:rPr>
              <a:t>199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8F42E5-01F0-40B5-A539-FECB17BD0767}"/>
              </a:ext>
            </a:extLst>
          </p:cNvPr>
          <p:cNvSpPr/>
          <p:nvPr/>
        </p:nvSpPr>
        <p:spPr>
          <a:xfrm>
            <a:off x="0" y="3776989"/>
            <a:ext cx="12192000" cy="28041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1.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Nalladevane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Njangalh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ellavareyum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Nallathaakki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ishtathe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cholleedenhame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10000"/>
              </a:lnSpc>
            </a:pPr>
            <a:endParaRPr lang="en-US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2.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Pachamechilil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njangalh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maenjiduvaanaai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Mechamaam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aaharathe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nalkeedenhame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48154"/>
            <a:ext cx="12192000" cy="2819400"/>
          </a:xfrm>
        </p:spPr>
        <p:txBody>
          <a:bodyPr anchor="t"/>
          <a:lstStyle/>
          <a:p>
            <a:pPr algn="l" defTabSz="339725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3.	അന്ധകാരമാം ഈ ലോകയാത്രയിൽ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  	ബന്ധുവായിരുന്നു വഴി കാട്ടീടേണമേ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4. ഇമ്പമേറിയ നിന്‍ അന്‍പുള്ള സ്വരം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	മുമ്പെ നടന്നു സദാ കേള്‍പ്പിക്കേണമേ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+mn-lt"/>
              </a:rPr>
              <a:t>199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8F42E5-01F0-40B5-A539-FECB17BD0767}"/>
              </a:ext>
            </a:extLst>
          </p:cNvPr>
          <p:cNvSpPr/>
          <p:nvPr/>
        </p:nvSpPr>
        <p:spPr>
          <a:xfrm>
            <a:off x="0" y="3776989"/>
            <a:ext cx="12192000" cy="2736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3.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Andhakaaramaam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lokayaathrayil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Bandhuvaayirunnu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vazhi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kaatteedenhame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endParaRPr lang="en-US" sz="1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4.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Imbamerhiya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anpullha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swaram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Mumbe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nadannu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sadaa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kelhpikkenhame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1419991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48154"/>
            <a:ext cx="12192000" cy="2819400"/>
          </a:xfrm>
        </p:spPr>
        <p:txBody>
          <a:bodyPr anchor="t"/>
          <a:lstStyle/>
          <a:p>
            <a:pPr algn="l" defTabSz="339725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5. വേദവാക്യങ്ങള്‍ ഞങ്ങള്‍ക്കാദായമാവാൻ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  	വേദനാഥനേ നിന്‍റെ ജ്ഞാനം നല്‍കുകേ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6. സന്തോഷം സദാ ഞങ്ങള്‍ ചിന്തയില്‍ വാഴാൻ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  	സന്തോഷത്തെ ഞങ്ങള്‍ക്കിന്നു ദാനം ചെയ്യുകേ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+mn-lt"/>
              </a:rPr>
              <a:t>199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8F42E5-01F0-40B5-A539-FECB17BD0767}"/>
              </a:ext>
            </a:extLst>
          </p:cNvPr>
          <p:cNvSpPr/>
          <p:nvPr/>
        </p:nvSpPr>
        <p:spPr>
          <a:xfrm>
            <a:off x="0" y="3776989"/>
            <a:ext cx="12192000" cy="2736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5.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Vedavaakyangalh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njangalhkkaadayamaavaan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Vedanaadhane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Ninte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gnaanam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nalkuke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endParaRPr lang="en-US" sz="1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6.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Santhosham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sadaa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njangalh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chinthayil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vaazhaan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Santhoshathe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njangalkkinnu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cheyyuke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6068873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480489"/>
            <a:ext cx="12192000" cy="2132857"/>
          </a:xfrm>
        </p:spPr>
        <p:txBody>
          <a:bodyPr anchor="t"/>
          <a:lstStyle/>
          <a:p>
            <a:pPr algn="l" defTabSz="339725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7. താതനാത്മന്നും പ്രീയ നിത്യപുത്രന്നും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  	സാദരം സ്തുതി സ്തോത്രം എന്നും ചൊല്ലുന്നേന്‍ </a:t>
            </a:r>
            <a:br>
              <a:rPr lang="en-US" sz="3400" b="1" dirty="0">
                <a:latin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</a:rPr>
              <a:t>														</a:t>
            </a:r>
            <a:r>
              <a:rPr lang="ml-IN" sz="3400" b="1" dirty="0">
                <a:latin typeface="Kartika" panose="02020503030404060203" pitchFamily="18" charset="0"/>
              </a:rPr>
              <a:t>- ആമേൻ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+mn-lt"/>
              </a:rPr>
              <a:t>199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8F42E5-01F0-40B5-A539-FECB17BD0767}"/>
              </a:ext>
            </a:extLst>
          </p:cNvPr>
          <p:cNvSpPr/>
          <p:nvPr/>
        </p:nvSpPr>
        <p:spPr>
          <a:xfrm>
            <a:off x="0" y="3776989"/>
            <a:ext cx="12192000" cy="18900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7.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Thaathanaathmanum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priya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nithyaputhranym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 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Saadaram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sthuthi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sthothram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chollunnen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    					– amen</a:t>
            </a:r>
          </a:p>
        </p:txBody>
      </p:sp>
    </p:spTree>
    <p:extLst>
      <p:ext uri="{BB962C8B-B14F-4D97-AF65-F5344CB8AC3E}">
        <p14:creationId xmlns:p14="http://schemas.microsoft.com/office/powerpoint/2010/main" val="402265999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107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199 നല്ല ദേവനേ ഞങ്ങള്‍ എല്ലാവരേയും</vt:lpstr>
      <vt:lpstr>1. നല്ല ദേവനേ ഞങ്ങള്‍ എല്ലാവരേയും       നല്ലതാക്കി നിന്‍ ഇഷ്ടത്തെ ചൊല്ലീടേണമേ  2. പച്ചമേച്ചിലില്‍ ഞങ്ങള്‍ മേഞ്ഞീടുവാനായ്     മെച്ചമാം ആഹാരത്തെ നീ നല്‍കീടേണമേ</vt:lpstr>
      <vt:lpstr>3. അന്ധകാരമാം ഈ ലോകയാത്രയിൽ     ബന്ധുവായിരുന്നു വഴി കാട്ടീടേണമേ  4. ഇമ്പമേറിയ നിന്‍ അന്‍പുള്ള സ്വരം   മുമ്പെ നടന്നു സദാ കേള്‍പ്പിക്കേണമേ</vt:lpstr>
      <vt:lpstr>5. വേദവാക്യങ്ങള്‍ ഞങ്ങള്‍ക്കാദായമാവാൻ     വേദനാഥനേ നിന്‍റെ ജ്ഞാനം നല്‍കുകേ  6. സന്തോഷം സദാ ഞങ്ങള്‍ ചിന്തയില്‍ വാഴാൻ     സന്തോഷത്തെ ഞങ്ങള്‍ക്കിന്നു ദാനം ചെയ്യുകേ</vt:lpstr>
      <vt:lpstr>7. താതനാത്മന്നും പ്രീയ നിത്യപുത്രന്നും    സാദരം സ്തുതി സ്തോത്രം എന്നും ചൊല്ലുന്നേന്‍                - ആമേൻ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Nalladevane njangal ellavareyum</dc:title>
  <dc:creator>Digital Input:;GM JOHN</dc:creator>
  <cp:lastModifiedBy>Acsah Mathews</cp:lastModifiedBy>
  <cp:revision>144</cp:revision>
  <dcterms:created xsi:type="dcterms:W3CDTF">2013-04-19T09:19:07Z</dcterms:created>
  <dcterms:modified xsi:type="dcterms:W3CDTF">2018-11-07T19:31:58Z</dcterms:modified>
</cp:coreProperties>
</file>