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9" r:id="rId3"/>
    <p:sldId id="260" r:id="rId4"/>
    <p:sldId id="261" r:id="rId5"/>
    <p:sldId id="262" r:id="rId6"/>
    <p:sldId id="263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43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19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D39AD1-EB1B-4460-9891-FDA25CFECA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7BD32A1-022E-436A-B897-FB18F64A31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FB6181-06C5-4B50-A080-0B35E17A56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FFE56F-9371-4929-8B14-BF42F8A27BB2}" type="datetimeFigureOut">
              <a:rPr lang="en-US" smtClean="0"/>
              <a:t>8/20/2022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62A79B-C602-47C4-89E8-4EDD672EBE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017EA2-6C0C-4052-95B7-006D2B379F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77D9C-4FBB-449C-8A4A-2AE7892195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72496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E8B677-A12E-4E97-8C4C-BAD5AA7F6B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636807-4931-4936-866F-1174B1CF41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1EFAB9-A25F-4465-A926-38067A1F4E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FFE56F-9371-4929-8B14-BF42F8A27BB2}" type="datetimeFigureOut">
              <a:rPr lang="en-US" smtClean="0"/>
              <a:t>8/20/2022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D6A490-056E-49DA-B340-8A730F0EEE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C01138-5D68-4187-8146-5121E00017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77D9C-4FBB-449C-8A4A-2AE7892195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10411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C141D1-F22F-4750-BACA-7EDCB7382E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D39487-64AF-4EDB-A5C1-104A8DAE01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175ED5-D7F5-49CB-9703-7AA54EEC5D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FFE56F-9371-4929-8B14-BF42F8A27BB2}" type="datetimeFigureOut">
              <a:rPr lang="en-US" smtClean="0"/>
              <a:t>8/20/2022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830867-2B10-4356-A2D3-34147AB07D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D21363-FE21-419C-B93F-3721821941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77D9C-4FBB-449C-8A4A-2AE7892195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70333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437E3F-3FB1-4EA8-A576-C7E48CCB81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9665A7-7C57-4ED3-8C53-921D3E8F3B9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F6E616-DBBC-44AD-9C83-9DCBF68EB5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080832-7AE0-48A1-B2D7-4E5F6D42DC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FFE56F-9371-4929-8B14-BF42F8A27BB2}" type="datetimeFigureOut">
              <a:rPr lang="en-US" smtClean="0"/>
              <a:t>8/20/2022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EA92EC-2023-4590-878D-616B5E2F9B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325C62-0046-4505-B714-347A28F2F9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77D9C-4FBB-449C-8A4A-2AE7892195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57081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8F2F5C-2AF2-4FDD-A1EC-79E341C09B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E6B41C-A2C7-404C-A1D1-73D126BBF4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6A452E-2FC9-420C-B00F-00238FD984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E9DD805-50F6-4F3B-A400-67D469C8CD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5916BEF-CF51-485C-A62E-E5E48EDDCF0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EB37EF3-DA0A-4301-987C-BFC36F6044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FFE56F-9371-4929-8B14-BF42F8A27BB2}" type="datetimeFigureOut">
              <a:rPr lang="en-US" smtClean="0"/>
              <a:t>8/20/2022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A5411E-BF56-4BE7-8DE1-97C91289D5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88AB754-5A70-409C-AFB3-925A9561D7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77D9C-4FBB-449C-8A4A-2AE7892195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58678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00E14E-0188-44CF-B7EB-1E364D29B6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933EADA-07EF-4A7D-98C6-74AFB84B8A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FFE56F-9371-4929-8B14-BF42F8A27BB2}" type="datetimeFigureOut">
              <a:rPr lang="en-US" smtClean="0"/>
              <a:t>8/20/2022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638DC08-9296-4EEF-A50F-3C9A2AD615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ED1369-B67A-42BF-B6AD-99400212C4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77D9C-4FBB-449C-8A4A-2AE7892195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84285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7A9EFD2-7F99-4E89-A4EA-C2571B30C4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FFE56F-9371-4929-8B14-BF42F8A27BB2}" type="datetimeFigureOut">
              <a:rPr lang="en-US" smtClean="0"/>
              <a:t>8/20/2022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41AAB06-11ED-44D9-ACCE-BF2955085E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F2086A-213E-4E65-8F94-3B9287F006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77D9C-4FBB-449C-8A4A-2AE7892195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37304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D0DE97-5DA5-4961-9337-E1A7F23181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DE06B9-A288-4B10-95F2-D1440F2CAA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E555E0-C135-4A7B-AC1F-75EA1119FB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181DB9-9382-4817-BCFC-FA49F62EC6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FFE56F-9371-4929-8B14-BF42F8A27BB2}" type="datetimeFigureOut">
              <a:rPr lang="en-US" smtClean="0"/>
              <a:t>8/20/2022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CFB30A-6546-4A38-8441-9FAF9476A0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34A921-AD1E-424F-A796-189D76881E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77D9C-4FBB-449C-8A4A-2AE7892195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04597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AAC561-71F9-4D02-A7FB-1E4CEE1DF6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941ADD8-0570-47AE-BB66-50E003E7D3F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35E71C-89AA-47E8-9345-B43A8702CF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408122-1E98-4599-9B8C-BAEF55ACE0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FFE56F-9371-4929-8B14-BF42F8A27BB2}" type="datetimeFigureOut">
              <a:rPr lang="en-US" smtClean="0"/>
              <a:t>8/20/2022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F6E74A-8D37-4516-B8B9-332AF2E7E1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6C97DD-CCB7-44A0-A6C7-45549C054D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77D9C-4FBB-449C-8A4A-2AE7892195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11023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3FED8C-6269-4246-8E88-9FB4FC78E7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6680459-5495-4B7C-99B7-B9FAD53B83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534152-C102-4C67-A264-9F1A5431BF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FFE56F-9371-4929-8B14-BF42F8A27BB2}" type="datetimeFigureOut">
              <a:rPr lang="en-US" smtClean="0"/>
              <a:t>8/20/2022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146CEC-160A-4858-A3E2-537B06C00E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27E233-63BA-4EC4-BB00-AD8E2BFA6C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77D9C-4FBB-449C-8A4A-2AE7892195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38612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85AC08B-1E8D-4E39-849E-CE64C1C0494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0787FCC-48C6-4031-8812-C17CC00A0D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B67835-295B-426A-9584-3BB0F468B8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FFE56F-9371-4929-8B14-BF42F8A27BB2}" type="datetimeFigureOut">
              <a:rPr lang="en-US" smtClean="0"/>
              <a:t>8/20/2022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657B71-7190-466A-9854-3E06AC594B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8956B6-D804-4E26-A596-371EF90F5F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77D9C-4FBB-449C-8A4A-2AE7892195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45628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3CFA2FC-6472-493E-95F8-794A4D2460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732085-E730-48B4-8711-38B1F12A96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F85E93-15E2-416F-9BE2-782B3E84056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FFE56F-9371-4929-8B14-BF42F8A27BB2}" type="datetimeFigureOut">
              <a:rPr lang="en-US" smtClean="0"/>
              <a:t>8/20/2022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063527-3D20-40B3-9332-FD497EDCA7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D81CFC-2577-4767-BB4E-5A18C16155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C77D9C-4FBB-449C-8A4A-2AE7892195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2278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FCCBF0-6A2B-4450-917B-9FBF39CE72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599" y="1122363"/>
            <a:ext cx="10708987" cy="2387600"/>
          </a:xfrm>
        </p:spPr>
        <p:txBody>
          <a:bodyPr>
            <a:normAutofit fontScale="90000"/>
          </a:bodyPr>
          <a:lstStyle/>
          <a:p>
            <a:r>
              <a:rPr lang="en-US"/>
              <a:t>454</a:t>
            </a:r>
            <a:br>
              <a:rPr lang="en-US" dirty="0"/>
            </a:br>
            <a:r>
              <a:rPr lang="ml-IN" b="1" dirty="0">
                <a:solidFill>
                  <a:srgbClr val="000000"/>
                </a:solidFill>
                <a:latin typeface="Kartika" panose="02020503030404060203" pitchFamily="18" charset="0"/>
              </a:rPr>
              <a:t>അര്‍പ്പിക്കുന്നേ എന്‍ രക്ഷകാ 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727262-4C03-4AA4-80B9-844BDC49FE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3509963"/>
            <a:ext cx="12192000" cy="2225674"/>
          </a:xfrm>
        </p:spPr>
        <p:txBody>
          <a:bodyPr>
            <a:normAutofit/>
          </a:bodyPr>
          <a:lstStyle/>
          <a:p>
            <a:r>
              <a:rPr lang="en-US" sz="4000" b="1" dirty="0" err="1">
                <a:solidFill>
                  <a:srgbClr val="002060"/>
                </a:solidFill>
              </a:rPr>
              <a:t>Arhpikkunne</a:t>
            </a:r>
            <a:r>
              <a:rPr lang="en-US" sz="4000" b="1" dirty="0">
                <a:solidFill>
                  <a:srgbClr val="002060"/>
                </a:solidFill>
              </a:rPr>
              <a:t> </a:t>
            </a:r>
            <a:r>
              <a:rPr lang="en-US" sz="4000" b="1" dirty="0" err="1">
                <a:solidFill>
                  <a:srgbClr val="002060"/>
                </a:solidFill>
              </a:rPr>
              <a:t>en</a:t>
            </a:r>
            <a:r>
              <a:rPr lang="en-US" sz="4000" b="1" dirty="0">
                <a:solidFill>
                  <a:srgbClr val="002060"/>
                </a:solidFill>
              </a:rPr>
              <a:t> </a:t>
            </a:r>
            <a:r>
              <a:rPr lang="en-US" sz="4000" b="1" dirty="0" err="1">
                <a:solidFill>
                  <a:srgbClr val="002060"/>
                </a:solidFill>
              </a:rPr>
              <a:t>rakshaka</a:t>
            </a:r>
            <a:r>
              <a:rPr lang="en-US" sz="4000" b="1" dirty="0">
                <a:solidFill>
                  <a:srgbClr val="002060"/>
                </a:solidFill>
              </a:rPr>
              <a:t> </a:t>
            </a:r>
          </a:p>
          <a:p>
            <a:r>
              <a:rPr lang="en-US" sz="3800" i="1" dirty="0">
                <a:solidFill>
                  <a:srgbClr val="002060"/>
                </a:solidFill>
              </a:rPr>
              <a:t>All to Jesus I surrender </a:t>
            </a:r>
            <a:r>
              <a:rPr lang="en-US" sz="3600" i="1" dirty="0">
                <a:solidFill>
                  <a:srgbClr val="002060"/>
                </a:solidFill>
              </a:rPr>
              <a:t>– </a:t>
            </a:r>
          </a:p>
          <a:p>
            <a:r>
              <a:rPr lang="en-US" sz="3400" i="1" dirty="0">
                <a:solidFill>
                  <a:srgbClr val="002060"/>
                </a:solidFill>
              </a:rPr>
              <a:t>Judson W. Van de Venter, </a:t>
            </a:r>
            <a:r>
              <a:rPr lang="en-US" sz="3400" i="1" dirty="0" err="1">
                <a:solidFill>
                  <a:srgbClr val="002060"/>
                </a:solidFill>
              </a:rPr>
              <a:t>Winfielf</a:t>
            </a:r>
            <a:r>
              <a:rPr lang="en-US" sz="3400" i="1" dirty="0">
                <a:solidFill>
                  <a:srgbClr val="002060"/>
                </a:solidFill>
              </a:rPr>
              <a:t> Scott Weeden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C68A94E-2F50-4B92-B146-3C171D3306D6}"/>
              </a:ext>
            </a:extLst>
          </p:cNvPr>
          <p:cNvSpPr/>
          <p:nvPr/>
        </p:nvSpPr>
        <p:spPr>
          <a:xfrm>
            <a:off x="4334011" y="5504804"/>
            <a:ext cx="352397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</a:rPr>
              <a:t>(Translation: </a:t>
            </a:r>
            <a:r>
              <a:rPr lang="en-US" sz="2400" b="1" dirty="0" err="1">
                <a:solidFill>
                  <a:srgbClr val="C00000"/>
                </a:solidFill>
              </a:rPr>
              <a:t>Dasan</a:t>
            </a:r>
            <a:r>
              <a:rPr lang="en-US" sz="2400" b="1" dirty="0">
                <a:solidFill>
                  <a:srgbClr val="C00000"/>
                </a:solidFill>
              </a:rPr>
              <a:t> Philip)</a:t>
            </a:r>
          </a:p>
        </p:txBody>
      </p:sp>
    </p:spTree>
    <p:extLst>
      <p:ext uri="{BB962C8B-B14F-4D97-AF65-F5344CB8AC3E}">
        <p14:creationId xmlns:p14="http://schemas.microsoft.com/office/powerpoint/2010/main" val="4192461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508DDC0-BF05-475B-B5F7-9CA313CFF78F}"/>
              </a:ext>
            </a:extLst>
          </p:cNvPr>
          <p:cNvSpPr txBox="1"/>
          <p:nvPr/>
        </p:nvSpPr>
        <p:spPr>
          <a:xfrm>
            <a:off x="-23448" y="230676"/>
            <a:ext cx="121920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464A88B-185B-4975-94DB-854BB3362520}"/>
              </a:ext>
            </a:extLst>
          </p:cNvPr>
          <p:cNvSpPr/>
          <p:nvPr/>
        </p:nvSpPr>
        <p:spPr>
          <a:xfrm>
            <a:off x="0" y="999359"/>
            <a:ext cx="12145104" cy="12434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അര്‍പ്പിക്കുന്നേ എന്‍ രക്ഷകാ നിന്നില്‍ മാത്രം ശരണം </a:t>
            </a:r>
          </a:p>
          <a:p>
            <a:pPr>
              <a:lnSpc>
                <a:spcPct val="110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ദിനം തോറും സ്നേഹിച്ചിടാന്‍ നിത്യംആശ്രയം വച്ചു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7FEA7D5-43F0-48CD-9DFB-22CB4E693022}"/>
              </a:ext>
            </a:extLst>
          </p:cNvPr>
          <p:cNvSpPr/>
          <p:nvPr/>
        </p:nvSpPr>
        <p:spPr>
          <a:xfrm>
            <a:off x="23448" y="3845316"/>
            <a:ext cx="11863755" cy="12146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en-US" sz="3400" b="1" i="0" u="none" strike="noStrike" baseline="0" dirty="0" err="1">
                <a:solidFill>
                  <a:srgbClr val="002060"/>
                </a:solidFill>
              </a:rPr>
              <a:t>Arhpikkunne</a:t>
            </a:r>
            <a:r>
              <a:rPr lang="en-US" sz="3400" b="1" i="0" u="none" strike="noStrike" baseline="0" dirty="0">
                <a:solidFill>
                  <a:srgbClr val="002060"/>
                </a:solidFill>
              </a:rPr>
              <a:t> </a:t>
            </a:r>
            <a:r>
              <a:rPr lang="en-US" sz="3400" b="1" i="0" u="none" strike="noStrike" baseline="0" dirty="0" err="1">
                <a:solidFill>
                  <a:srgbClr val="002060"/>
                </a:solidFill>
              </a:rPr>
              <a:t>en</a:t>
            </a:r>
            <a:r>
              <a:rPr lang="en-US" sz="3400" b="1" i="0" u="none" strike="noStrike" baseline="0" dirty="0">
                <a:solidFill>
                  <a:srgbClr val="002060"/>
                </a:solidFill>
              </a:rPr>
              <a:t> </a:t>
            </a:r>
            <a:r>
              <a:rPr lang="en-US" sz="3400" b="1" i="0" u="none" strike="noStrike" baseline="0" dirty="0" err="1">
                <a:solidFill>
                  <a:srgbClr val="002060"/>
                </a:solidFill>
              </a:rPr>
              <a:t>rakshaka</a:t>
            </a:r>
            <a:r>
              <a:rPr lang="en-US" sz="3400" b="1" i="0" u="none" strike="noStrike" baseline="0" dirty="0">
                <a:solidFill>
                  <a:srgbClr val="002060"/>
                </a:solidFill>
              </a:rPr>
              <a:t> </a:t>
            </a:r>
            <a:r>
              <a:rPr lang="en-US" sz="3400" b="1" i="0" u="none" strike="noStrike" baseline="0" dirty="0" err="1">
                <a:solidFill>
                  <a:srgbClr val="002060"/>
                </a:solidFill>
              </a:rPr>
              <a:t>ninnil</a:t>
            </a:r>
            <a:r>
              <a:rPr lang="en-US" sz="3400" b="1" i="0" u="none" strike="noStrike" baseline="0" dirty="0">
                <a:solidFill>
                  <a:srgbClr val="002060"/>
                </a:solidFill>
              </a:rPr>
              <a:t> </a:t>
            </a:r>
            <a:r>
              <a:rPr lang="en-US" sz="3400" b="1" i="0" u="none" strike="noStrike" baseline="0" dirty="0" err="1">
                <a:solidFill>
                  <a:srgbClr val="002060"/>
                </a:solidFill>
              </a:rPr>
              <a:t>maathram</a:t>
            </a:r>
            <a:r>
              <a:rPr lang="en-US" sz="3400" b="1" i="0" u="none" strike="noStrike" baseline="0" dirty="0">
                <a:solidFill>
                  <a:srgbClr val="002060"/>
                </a:solidFill>
              </a:rPr>
              <a:t> </a:t>
            </a:r>
            <a:r>
              <a:rPr lang="en-US" sz="3400" b="1" i="0" u="none" strike="noStrike" baseline="0" dirty="0" err="1">
                <a:solidFill>
                  <a:srgbClr val="002060"/>
                </a:solidFill>
              </a:rPr>
              <a:t>sharanham</a:t>
            </a:r>
            <a:endParaRPr lang="en-US" sz="3400" b="1" i="0" u="none" strike="noStrike" baseline="0" dirty="0">
              <a:solidFill>
                <a:srgbClr val="002060"/>
              </a:solidFill>
            </a:endParaRPr>
          </a:p>
          <a:p>
            <a:pPr>
              <a:lnSpc>
                <a:spcPct val="110000"/>
              </a:lnSpc>
            </a:pPr>
            <a:r>
              <a:rPr lang="en-US" sz="3400" b="1" i="0" u="none" strike="noStrike" baseline="0" dirty="0" err="1">
                <a:solidFill>
                  <a:srgbClr val="002060"/>
                </a:solidFill>
              </a:rPr>
              <a:t>Dinam</a:t>
            </a:r>
            <a:r>
              <a:rPr lang="en-US" sz="3400" b="1" i="0" u="none" strike="noStrike" baseline="0" dirty="0">
                <a:solidFill>
                  <a:srgbClr val="002060"/>
                </a:solidFill>
              </a:rPr>
              <a:t> </a:t>
            </a:r>
            <a:r>
              <a:rPr lang="en-US" sz="3400" b="1" i="0" u="none" strike="noStrike" baseline="0" dirty="0" err="1">
                <a:solidFill>
                  <a:srgbClr val="002060"/>
                </a:solidFill>
              </a:rPr>
              <a:t>thorhum</a:t>
            </a:r>
            <a:r>
              <a:rPr lang="en-US" sz="3400" b="1" i="0" u="none" strike="noStrike" baseline="0" dirty="0">
                <a:solidFill>
                  <a:srgbClr val="002060"/>
                </a:solidFill>
              </a:rPr>
              <a:t> </a:t>
            </a:r>
            <a:r>
              <a:rPr lang="en-US" sz="3400" b="1" i="0" u="none" strike="noStrike" baseline="0" dirty="0" err="1">
                <a:solidFill>
                  <a:srgbClr val="002060"/>
                </a:solidFill>
              </a:rPr>
              <a:t>snehichidaan</a:t>
            </a:r>
            <a:r>
              <a:rPr lang="en-US" sz="3400" b="1" i="0" u="none" strike="noStrike" baseline="0" dirty="0">
                <a:solidFill>
                  <a:srgbClr val="002060"/>
                </a:solidFill>
              </a:rPr>
              <a:t> </a:t>
            </a:r>
            <a:r>
              <a:rPr lang="en-US" sz="3400" b="1" i="0" u="none" strike="noStrike" baseline="0" dirty="0" err="1">
                <a:solidFill>
                  <a:srgbClr val="002060"/>
                </a:solidFill>
              </a:rPr>
              <a:t>nithyam</a:t>
            </a:r>
            <a:r>
              <a:rPr lang="en-US" sz="3400" b="1" i="0" u="none" strike="noStrike" baseline="0" dirty="0">
                <a:solidFill>
                  <a:srgbClr val="002060"/>
                </a:solidFill>
              </a:rPr>
              <a:t> </a:t>
            </a:r>
            <a:r>
              <a:rPr lang="en-US" sz="3400" b="1" i="0" u="none" strike="noStrike" baseline="0" dirty="0" err="1">
                <a:solidFill>
                  <a:srgbClr val="002060"/>
                </a:solidFill>
              </a:rPr>
              <a:t>aashrayam</a:t>
            </a:r>
            <a:r>
              <a:rPr lang="en-US" sz="3400" b="1" i="0" u="none" strike="noStrike" baseline="0" dirty="0">
                <a:solidFill>
                  <a:srgbClr val="002060"/>
                </a:solidFill>
              </a:rPr>
              <a:t> </a:t>
            </a:r>
            <a:r>
              <a:rPr lang="en-US" sz="3400" b="1" i="0" u="none" strike="noStrike" baseline="0" dirty="0" err="1">
                <a:solidFill>
                  <a:srgbClr val="002060"/>
                </a:solidFill>
              </a:rPr>
              <a:t>vechu</a:t>
            </a:r>
            <a:endParaRPr lang="en-US" sz="3400" b="1" dirty="0">
              <a:solidFill>
                <a:srgbClr val="00206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464B412-1EE4-45FA-B53D-87B9638824D7}"/>
              </a:ext>
            </a:extLst>
          </p:cNvPr>
          <p:cNvSpPr txBox="1"/>
          <p:nvPr/>
        </p:nvSpPr>
        <p:spPr>
          <a:xfrm>
            <a:off x="10972799" y="30621"/>
            <a:ext cx="11957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454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3EBE4BD-ACA2-4034-9409-2CDB67530834}"/>
              </a:ext>
            </a:extLst>
          </p:cNvPr>
          <p:cNvSpPr/>
          <p:nvPr/>
        </p:nvSpPr>
        <p:spPr>
          <a:xfrm>
            <a:off x="1" y="2384886"/>
            <a:ext cx="12168552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ml-IN" sz="34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സമര്‍പ്പിക്കുന്നേ സമര്‍പ്പിക്കുന്നേ </a:t>
            </a:r>
            <a:endParaRPr lang="en-US" sz="3400" b="1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</a:endParaRPr>
          </a:p>
          <a:p>
            <a:pPr algn="r"/>
            <a:r>
              <a:rPr lang="ml-IN" sz="34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രക്ഷിതാവാം നാഥാ നിന്നില്‍ ഞാന്‍</a:t>
            </a:r>
            <a:r>
              <a:rPr lang="en-US" sz="34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 </a:t>
            </a:r>
            <a:r>
              <a:rPr lang="ml-IN" sz="34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സമസ്തവും</a:t>
            </a:r>
            <a:endParaRPr lang="en-US" sz="3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411D42E-247A-436E-8798-B0334AF98AF0}"/>
              </a:ext>
            </a:extLst>
          </p:cNvPr>
          <p:cNvSpPr/>
          <p:nvPr/>
        </p:nvSpPr>
        <p:spPr>
          <a:xfrm>
            <a:off x="23448" y="5123658"/>
            <a:ext cx="11863755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400" b="1" i="0" u="none" strike="noStrike" baseline="0" dirty="0" err="1">
                <a:solidFill>
                  <a:schemeClr val="accent1">
                    <a:lumMod val="75000"/>
                  </a:schemeClr>
                </a:solidFill>
              </a:rPr>
              <a:t>Samarppikunne</a:t>
            </a:r>
            <a:r>
              <a:rPr lang="en-US" sz="3400" b="1" i="0" u="none" strike="noStrike" baseline="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i="0" u="none" strike="noStrike" baseline="0" dirty="0" err="1">
                <a:solidFill>
                  <a:schemeClr val="accent1">
                    <a:lumMod val="75000"/>
                  </a:schemeClr>
                </a:solidFill>
              </a:rPr>
              <a:t>samarppikkunne</a:t>
            </a:r>
            <a:endParaRPr lang="en-US" sz="3400" b="1" i="0" u="none" strike="noStrike" baseline="0" dirty="0">
              <a:solidFill>
                <a:schemeClr val="accent1">
                  <a:lumMod val="75000"/>
                </a:schemeClr>
              </a:solidFill>
            </a:endParaRPr>
          </a:p>
          <a:p>
            <a:pPr algn="r"/>
            <a:r>
              <a:rPr lang="en-US" sz="3400" b="1" i="0" u="none" strike="noStrike" baseline="0" dirty="0" err="1">
                <a:solidFill>
                  <a:schemeClr val="accent1">
                    <a:lumMod val="75000"/>
                  </a:schemeClr>
                </a:solidFill>
              </a:rPr>
              <a:t>Rakshithaavam</a:t>
            </a:r>
            <a:r>
              <a:rPr lang="en-US" sz="3400" b="1" i="0" u="none" strike="noStrike" baseline="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i="0" u="none" strike="noStrike" baseline="0" dirty="0" err="1">
                <a:solidFill>
                  <a:schemeClr val="accent1">
                    <a:lumMod val="75000"/>
                  </a:schemeClr>
                </a:solidFill>
              </a:rPr>
              <a:t>naadha</a:t>
            </a:r>
            <a:r>
              <a:rPr lang="en-US" sz="3400" b="1" i="0" u="none" strike="noStrike" baseline="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i="0" u="none" strike="noStrike" baseline="0" dirty="0" err="1">
                <a:solidFill>
                  <a:schemeClr val="accent1">
                    <a:lumMod val="75000"/>
                  </a:schemeClr>
                </a:solidFill>
              </a:rPr>
              <a:t>ninnil</a:t>
            </a:r>
            <a:r>
              <a:rPr lang="en-US" sz="3400" b="1" i="0" u="none" strike="noStrike" baseline="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i="0" u="none" strike="noStrike" baseline="0" dirty="0" err="1">
                <a:solidFill>
                  <a:schemeClr val="accent1">
                    <a:lumMod val="75000"/>
                  </a:schemeClr>
                </a:solidFill>
              </a:rPr>
              <a:t>njan</a:t>
            </a:r>
            <a:r>
              <a:rPr lang="en-US" sz="3400" b="1" i="0" u="none" strike="noStrike" baseline="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i="0" u="none" strike="noStrike" baseline="0" dirty="0" err="1">
                <a:solidFill>
                  <a:schemeClr val="accent1">
                    <a:lumMod val="75000"/>
                  </a:schemeClr>
                </a:solidFill>
              </a:rPr>
              <a:t>sammasthavum</a:t>
            </a:r>
            <a:endParaRPr lang="en-US" sz="3400" b="1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091750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508DDC0-BF05-475B-B5F7-9CA313CFF78F}"/>
              </a:ext>
            </a:extLst>
          </p:cNvPr>
          <p:cNvSpPr txBox="1"/>
          <p:nvPr/>
        </p:nvSpPr>
        <p:spPr>
          <a:xfrm>
            <a:off x="-23448" y="230676"/>
            <a:ext cx="121920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464A88B-185B-4975-94DB-854BB3362520}"/>
              </a:ext>
            </a:extLst>
          </p:cNvPr>
          <p:cNvSpPr/>
          <p:nvPr/>
        </p:nvSpPr>
        <p:spPr>
          <a:xfrm>
            <a:off x="0" y="999359"/>
            <a:ext cx="12145104" cy="12434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അര്‍പ്പിക്കുന്നേ എന്‍ രക്ഷകാ സ്വീകരിക്കൂ എന്നെ നീ</a:t>
            </a:r>
          </a:p>
          <a:p>
            <a:pPr>
              <a:lnSpc>
                <a:spcPct val="110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ലോകസുഖം കൈവെടിഞ്ഞു വണങ്ങുന്നു നിന്‍ പാദെ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7FEA7D5-43F0-48CD-9DFB-22CB4E693022}"/>
              </a:ext>
            </a:extLst>
          </p:cNvPr>
          <p:cNvSpPr/>
          <p:nvPr/>
        </p:nvSpPr>
        <p:spPr>
          <a:xfrm>
            <a:off x="23448" y="3845316"/>
            <a:ext cx="11863755" cy="12146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en-US" sz="3400" b="1" i="0" u="none" strike="noStrike" baseline="0" dirty="0" err="1">
                <a:solidFill>
                  <a:srgbClr val="002060"/>
                </a:solidFill>
              </a:rPr>
              <a:t>Arpikkunne</a:t>
            </a:r>
            <a:r>
              <a:rPr lang="en-US" sz="3400" b="1" i="0" u="none" strike="noStrike" baseline="0" dirty="0">
                <a:solidFill>
                  <a:srgbClr val="002060"/>
                </a:solidFill>
              </a:rPr>
              <a:t> </a:t>
            </a:r>
            <a:r>
              <a:rPr lang="en-US" sz="3400" b="1" i="0" u="none" strike="noStrike" baseline="0" dirty="0" err="1">
                <a:solidFill>
                  <a:srgbClr val="002060"/>
                </a:solidFill>
              </a:rPr>
              <a:t>en</a:t>
            </a:r>
            <a:r>
              <a:rPr lang="en-US" sz="3400" b="1" i="0" u="none" strike="noStrike" baseline="0" dirty="0">
                <a:solidFill>
                  <a:srgbClr val="002060"/>
                </a:solidFill>
              </a:rPr>
              <a:t> </a:t>
            </a:r>
            <a:r>
              <a:rPr lang="en-US" sz="3400" b="1" i="0" u="none" strike="noStrike" baseline="0" dirty="0" err="1">
                <a:solidFill>
                  <a:srgbClr val="002060"/>
                </a:solidFill>
              </a:rPr>
              <a:t>rakshaka</a:t>
            </a:r>
            <a:r>
              <a:rPr lang="en-US" sz="3400" b="1" i="0" u="none" strike="noStrike" baseline="0" dirty="0">
                <a:solidFill>
                  <a:srgbClr val="002060"/>
                </a:solidFill>
              </a:rPr>
              <a:t> </a:t>
            </a:r>
            <a:r>
              <a:rPr lang="en-US" sz="3400" b="1" i="0" u="none" strike="noStrike" baseline="0" dirty="0" err="1">
                <a:solidFill>
                  <a:srgbClr val="002060"/>
                </a:solidFill>
              </a:rPr>
              <a:t>sweekarikoo</a:t>
            </a:r>
            <a:r>
              <a:rPr lang="en-US" sz="3400" b="1" i="0" u="none" strike="noStrike" baseline="0" dirty="0">
                <a:solidFill>
                  <a:srgbClr val="002060"/>
                </a:solidFill>
              </a:rPr>
              <a:t> </a:t>
            </a:r>
            <a:r>
              <a:rPr lang="en-US" sz="3400" b="1" i="0" u="none" strike="noStrike" baseline="0" dirty="0" err="1">
                <a:solidFill>
                  <a:srgbClr val="002060"/>
                </a:solidFill>
              </a:rPr>
              <a:t>enne</a:t>
            </a:r>
            <a:r>
              <a:rPr lang="en-US" sz="3400" b="1" i="0" u="none" strike="noStrike" baseline="0" dirty="0">
                <a:solidFill>
                  <a:srgbClr val="002060"/>
                </a:solidFill>
              </a:rPr>
              <a:t> nee</a:t>
            </a:r>
          </a:p>
          <a:p>
            <a:pPr>
              <a:lnSpc>
                <a:spcPct val="110000"/>
              </a:lnSpc>
            </a:pPr>
            <a:r>
              <a:rPr lang="en-US" sz="3400" b="1" i="0" u="none" strike="noStrike" baseline="0" dirty="0" err="1">
                <a:solidFill>
                  <a:srgbClr val="002060"/>
                </a:solidFill>
              </a:rPr>
              <a:t>Loka-sukham</a:t>
            </a:r>
            <a:r>
              <a:rPr lang="en-US" sz="3400" b="1" i="0" u="none" strike="noStrike" baseline="0" dirty="0">
                <a:solidFill>
                  <a:srgbClr val="002060"/>
                </a:solidFill>
              </a:rPr>
              <a:t> </a:t>
            </a:r>
            <a:r>
              <a:rPr lang="en-US" sz="3400" b="1" i="0" u="none" strike="noStrike" baseline="0" dirty="0" err="1">
                <a:solidFill>
                  <a:srgbClr val="002060"/>
                </a:solidFill>
              </a:rPr>
              <a:t>kaivedinju</a:t>
            </a:r>
            <a:r>
              <a:rPr lang="en-US" sz="3400" b="1" i="0" u="none" strike="noStrike" baseline="0" dirty="0">
                <a:solidFill>
                  <a:srgbClr val="002060"/>
                </a:solidFill>
              </a:rPr>
              <a:t> </a:t>
            </a:r>
            <a:r>
              <a:rPr lang="en-US" sz="3400" b="1" i="0" u="none" strike="noStrike" baseline="0" dirty="0" err="1">
                <a:solidFill>
                  <a:srgbClr val="002060"/>
                </a:solidFill>
              </a:rPr>
              <a:t>vanhangunnu</a:t>
            </a:r>
            <a:r>
              <a:rPr lang="en-US" sz="3400" b="1" i="0" u="none" strike="noStrike" baseline="0" dirty="0">
                <a:solidFill>
                  <a:srgbClr val="002060"/>
                </a:solidFill>
              </a:rPr>
              <a:t> </a:t>
            </a:r>
            <a:r>
              <a:rPr lang="en-US" sz="3400" b="1" i="0" u="none" strike="noStrike" baseline="0" dirty="0" err="1">
                <a:solidFill>
                  <a:srgbClr val="002060"/>
                </a:solidFill>
              </a:rPr>
              <a:t>nin</a:t>
            </a:r>
            <a:r>
              <a:rPr lang="en-US" sz="3400" b="1" i="0" u="none" strike="noStrike" baseline="0" dirty="0">
                <a:solidFill>
                  <a:srgbClr val="002060"/>
                </a:solidFill>
              </a:rPr>
              <a:t> </a:t>
            </a:r>
            <a:r>
              <a:rPr lang="en-US" sz="3400" b="1" i="0" u="none" strike="noStrike" baseline="0" dirty="0" err="1">
                <a:solidFill>
                  <a:srgbClr val="002060"/>
                </a:solidFill>
              </a:rPr>
              <a:t>paathe</a:t>
            </a:r>
            <a:endParaRPr lang="en-US" sz="3400" b="1" dirty="0">
              <a:solidFill>
                <a:srgbClr val="002060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3EBE4BD-ACA2-4034-9409-2CDB67530834}"/>
              </a:ext>
            </a:extLst>
          </p:cNvPr>
          <p:cNvSpPr/>
          <p:nvPr/>
        </p:nvSpPr>
        <p:spPr>
          <a:xfrm>
            <a:off x="1" y="2384886"/>
            <a:ext cx="12168552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ml-IN" sz="34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സമര്‍പ്പിക്കുന്നേ സമര്‍പ്പിക്കുന്നേ </a:t>
            </a:r>
            <a:endParaRPr lang="en-US" sz="3400" b="1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</a:endParaRPr>
          </a:p>
          <a:p>
            <a:pPr algn="r"/>
            <a:r>
              <a:rPr lang="ml-IN" sz="34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രക്ഷിതാവാം നാഥാ നിന്നില്‍ ഞാന്‍</a:t>
            </a:r>
            <a:r>
              <a:rPr lang="en-US" sz="34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 </a:t>
            </a:r>
            <a:r>
              <a:rPr lang="ml-IN" sz="34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സമസ്തവും</a:t>
            </a:r>
            <a:endParaRPr lang="en-US" sz="3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C7CCE58-D870-4736-8781-2EA3C9265130}"/>
              </a:ext>
            </a:extLst>
          </p:cNvPr>
          <p:cNvSpPr/>
          <p:nvPr/>
        </p:nvSpPr>
        <p:spPr>
          <a:xfrm>
            <a:off x="23448" y="5123658"/>
            <a:ext cx="11863755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400" b="1" i="0" u="none" strike="noStrike" baseline="0" dirty="0" err="1">
                <a:solidFill>
                  <a:schemeClr val="accent1">
                    <a:lumMod val="75000"/>
                  </a:schemeClr>
                </a:solidFill>
              </a:rPr>
              <a:t>Samarppikunne</a:t>
            </a:r>
            <a:r>
              <a:rPr lang="en-US" sz="3400" b="1" i="0" u="none" strike="noStrike" baseline="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i="0" u="none" strike="noStrike" baseline="0" dirty="0" err="1">
                <a:solidFill>
                  <a:schemeClr val="accent1">
                    <a:lumMod val="75000"/>
                  </a:schemeClr>
                </a:solidFill>
              </a:rPr>
              <a:t>samarppikkunne</a:t>
            </a:r>
            <a:endParaRPr lang="en-US" sz="3400" b="1" i="0" u="none" strike="noStrike" baseline="0" dirty="0">
              <a:solidFill>
                <a:schemeClr val="accent1">
                  <a:lumMod val="75000"/>
                </a:schemeClr>
              </a:solidFill>
            </a:endParaRPr>
          </a:p>
          <a:p>
            <a:pPr algn="r"/>
            <a:r>
              <a:rPr lang="en-US" sz="3400" b="1" i="0" u="none" strike="noStrike" baseline="0" dirty="0" err="1">
                <a:solidFill>
                  <a:schemeClr val="accent1">
                    <a:lumMod val="75000"/>
                  </a:schemeClr>
                </a:solidFill>
              </a:rPr>
              <a:t>Rakshithaavam</a:t>
            </a:r>
            <a:r>
              <a:rPr lang="en-US" sz="3400" b="1" i="0" u="none" strike="noStrike" baseline="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i="0" u="none" strike="noStrike" baseline="0" dirty="0" err="1">
                <a:solidFill>
                  <a:schemeClr val="accent1">
                    <a:lumMod val="75000"/>
                  </a:schemeClr>
                </a:solidFill>
              </a:rPr>
              <a:t>naadha</a:t>
            </a:r>
            <a:r>
              <a:rPr lang="en-US" sz="3400" b="1" i="0" u="none" strike="noStrike" baseline="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i="0" u="none" strike="noStrike" baseline="0" dirty="0" err="1">
                <a:solidFill>
                  <a:schemeClr val="accent1">
                    <a:lumMod val="75000"/>
                  </a:schemeClr>
                </a:solidFill>
              </a:rPr>
              <a:t>ninnil</a:t>
            </a:r>
            <a:r>
              <a:rPr lang="en-US" sz="3400" b="1" i="0" u="none" strike="noStrike" baseline="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i="0" u="none" strike="noStrike" baseline="0" dirty="0" err="1">
                <a:solidFill>
                  <a:schemeClr val="accent1">
                    <a:lumMod val="75000"/>
                  </a:schemeClr>
                </a:solidFill>
              </a:rPr>
              <a:t>njan</a:t>
            </a:r>
            <a:r>
              <a:rPr lang="en-US" sz="3400" b="1" i="0" u="none" strike="noStrike" baseline="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i="0" u="none" strike="noStrike" baseline="0" dirty="0" err="1">
                <a:solidFill>
                  <a:schemeClr val="accent1">
                    <a:lumMod val="75000"/>
                  </a:schemeClr>
                </a:solidFill>
              </a:rPr>
              <a:t>sammasthavum</a:t>
            </a:r>
            <a:endParaRPr lang="en-US" sz="34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8447D0E-6484-4A77-87A6-CF39838AA88C}"/>
              </a:ext>
            </a:extLst>
          </p:cNvPr>
          <p:cNvSpPr txBox="1"/>
          <p:nvPr/>
        </p:nvSpPr>
        <p:spPr>
          <a:xfrm>
            <a:off x="10972799" y="30621"/>
            <a:ext cx="11957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454</a:t>
            </a:r>
          </a:p>
        </p:txBody>
      </p:sp>
    </p:spTree>
    <p:extLst>
      <p:ext uri="{BB962C8B-B14F-4D97-AF65-F5344CB8AC3E}">
        <p14:creationId xmlns:p14="http://schemas.microsoft.com/office/powerpoint/2010/main" val="21835551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508DDC0-BF05-475B-B5F7-9CA313CFF78F}"/>
              </a:ext>
            </a:extLst>
          </p:cNvPr>
          <p:cNvSpPr txBox="1"/>
          <p:nvPr/>
        </p:nvSpPr>
        <p:spPr>
          <a:xfrm>
            <a:off x="-23448" y="230676"/>
            <a:ext cx="121920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464A88B-185B-4975-94DB-854BB3362520}"/>
              </a:ext>
            </a:extLst>
          </p:cNvPr>
          <p:cNvSpPr/>
          <p:nvPr/>
        </p:nvSpPr>
        <p:spPr>
          <a:xfrm>
            <a:off x="0" y="999359"/>
            <a:ext cx="12145104" cy="12434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അര്‍പ്പിക്കുന്നേ എന്‍ രക്ഷകാ നിന്‍റേതു</a:t>
            </a:r>
            <a:r>
              <a:rPr lang="en-US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 </a:t>
            </a: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മാത്രംആവാന്‍  </a:t>
            </a:r>
          </a:p>
          <a:p>
            <a:pPr>
              <a:lnSpc>
                <a:spcPct val="110000"/>
              </a:lnSpc>
            </a:pPr>
            <a:r>
              <a:rPr lang="ml-IN" sz="3400" b="1" spc="-300" dirty="0">
                <a:solidFill>
                  <a:srgbClr val="000000"/>
                </a:solidFill>
                <a:latin typeface="Kartika" panose="02020503030404060203" pitchFamily="18" charset="0"/>
              </a:rPr>
              <a:t>ശുദ്ധാവിയാലെ നിറയ്ക്കാ നീ എന്നും എന്‍ വല്ലഭനായി </a:t>
            </a:r>
            <a:endParaRPr lang="en-US" sz="3400" b="1" spc="-300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7FEA7D5-43F0-48CD-9DFB-22CB4E693022}"/>
              </a:ext>
            </a:extLst>
          </p:cNvPr>
          <p:cNvSpPr/>
          <p:nvPr/>
        </p:nvSpPr>
        <p:spPr>
          <a:xfrm>
            <a:off x="23448" y="3845316"/>
            <a:ext cx="11863755" cy="12146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en-US" sz="3400" b="1" i="0" u="none" strike="noStrike" baseline="0" dirty="0" err="1">
                <a:solidFill>
                  <a:srgbClr val="002060"/>
                </a:solidFill>
              </a:rPr>
              <a:t>Arpikunne</a:t>
            </a:r>
            <a:r>
              <a:rPr lang="en-US" sz="3400" b="1" i="0" u="none" strike="noStrike" baseline="0" dirty="0">
                <a:solidFill>
                  <a:srgbClr val="002060"/>
                </a:solidFill>
              </a:rPr>
              <a:t> </a:t>
            </a:r>
            <a:r>
              <a:rPr lang="en-US" sz="3400" b="1" i="0" u="none" strike="noStrike" baseline="0" dirty="0" err="1">
                <a:solidFill>
                  <a:srgbClr val="002060"/>
                </a:solidFill>
              </a:rPr>
              <a:t>en</a:t>
            </a:r>
            <a:r>
              <a:rPr lang="en-US" sz="3400" b="1" i="0" u="none" strike="noStrike" baseline="0" dirty="0">
                <a:solidFill>
                  <a:srgbClr val="002060"/>
                </a:solidFill>
              </a:rPr>
              <a:t> </a:t>
            </a:r>
            <a:r>
              <a:rPr lang="en-US" sz="3400" b="1" i="0" u="none" strike="noStrike" baseline="0" dirty="0" err="1">
                <a:solidFill>
                  <a:srgbClr val="002060"/>
                </a:solidFill>
              </a:rPr>
              <a:t>rakshaka</a:t>
            </a:r>
            <a:r>
              <a:rPr lang="en-US" sz="3400" b="1" i="0" u="none" strike="noStrike" baseline="0" dirty="0">
                <a:solidFill>
                  <a:srgbClr val="002060"/>
                </a:solidFill>
              </a:rPr>
              <a:t> </a:t>
            </a:r>
            <a:r>
              <a:rPr lang="en-US" sz="3400" b="1" i="0" u="none" strike="noStrike" baseline="0" dirty="0" err="1">
                <a:solidFill>
                  <a:srgbClr val="002060"/>
                </a:solidFill>
              </a:rPr>
              <a:t>nintethu</a:t>
            </a:r>
            <a:r>
              <a:rPr lang="en-US" sz="3400" b="1" i="0" u="none" strike="noStrike" baseline="0" dirty="0">
                <a:solidFill>
                  <a:srgbClr val="002060"/>
                </a:solidFill>
              </a:rPr>
              <a:t> </a:t>
            </a:r>
            <a:r>
              <a:rPr lang="en-US" sz="3400" b="1" i="0" u="none" strike="noStrike" baseline="0" dirty="0" err="1">
                <a:solidFill>
                  <a:srgbClr val="002060"/>
                </a:solidFill>
              </a:rPr>
              <a:t>maathram</a:t>
            </a:r>
            <a:r>
              <a:rPr lang="en-US" sz="3400" b="1" i="0" u="none" strike="noStrike" baseline="0" dirty="0">
                <a:solidFill>
                  <a:srgbClr val="002060"/>
                </a:solidFill>
              </a:rPr>
              <a:t> </a:t>
            </a:r>
            <a:r>
              <a:rPr lang="en-US" sz="3400" b="1" i="0" u="none" strike="noStrike" baseline="0" dirty="0" err="1">
                <a:solidFill>
                  <a:srgbClr val="002060"/>
                </a:solidFill>
              </a:rPr>
              <a:t>aavan</a:t>
            </a:r>
            <a:endParaRPr lang="en-US" sz="3400" b="1" i="0" u="none" strike="noStrike" baseline="0" dirty="0">
              <a:solidFill>
                <a:srgbClr val="002060"/>
              </a:solidFill>
            </a:endParaRPr>
          </a:p>
          <a:p>
            <a:pPr>
              <a:lnSpc>
                <a:spcPct val="110000"/>
              </a:lnSpc>
            </a:pPr>
            <a:r>
              <a:rPr lang="en-US" sz="3400" b="1" i="0" u="none" strike="noStrike" baseline="0" dirty="0" err="1">
                <a:solidFill>
                  <a:srgbClr val="002060"/>
                </a:solidFill>
              </a:rPr>
              <a:t>Shudhaaviyaale</a:t>
            </a:r>
            <a:r>
              <a:rPr lang="en-US" sz="3400" b="1" i="0" u="none" strike="noStrike" baseline="0" dirty="0">
                <a:solidFill>
                  <a:srgbClr val="002060"/>
                </a:solidFill>
              </a:rPr>
              <a:t> </a:t>
            </a:r>
            <a:r>
              <a:rPr lang="en-US" sz="3400" b="1" i="0" u="none" strike="noStrike" baseline="0" dirty="0" err="1">
                <a:solidFill>
                  <a:srgbClr val="002060"/>
                </a:solidFill>
              </a:rPr>
              <a:t>niraykka</a:t>
            </a:r>
            <a:r>
              <a:rPr lang="en-US" sz="3400" b="1" i="0" u="none" strike="noStrike" baseline="0" dirty="0">
                <a:solidFill>
                  <a:srgbClr val="002060"/>
                </a:solidFill>
              </a:rPr>
              <a:t> nee </a:t>
            </a:r>
            <a:r>
              <a:rPr lang="en-US" sz="3400" b="1" i="0" u="none" strike="noStrike" baseline="0" dirty="0" err="1">
                <a:solidFill>
                  <a:srgbClr val="002060"/>
                </a:solidFill>
              </a:rPr>
              <a:t>ennum</a:t>
            </a:r>
            <a:r>
              <a:rPr lang="en-US" sz="3400" b="1" i="0" u="none" strike="noStrike" baseline="0" dirty="0">
                <a:solidFill>
                  <a:srgbClr val="002060"/>
                </a:solidFill>
              </a:rPr>
              <a:t> </a:t>
            </a:r>
            <a:r>
              <a:rPr lang="en-US" sz="3400" b="1" i="0" u="none" strike="noStrike" baseline="0" dirty="0" err="1">
                <a:solidFill>
                  <a:srgbClr val="002060"/>
                </a:solidFill>
              </a:rPr>
              <a:t>en</a:t>
            </a:r>
            <a:r>
              <a:rPr lang="en-US" sz="3400" b="1" i="0" u="none" strike="noStrike" baseline="0" dirty="0">
                <a:solidFill>
                  <a:srgbClr val="002060"/>
                </a:solidFill>
              </a:rPr>
              <a:t> </a:t>
            </a:r>
            <a:r>
              <a:rPr lang="en-US" sz="3400" b="1" i="0" u="none" strike="noStrike" baseline="0" dirty="0" err="1">
                <a:solidFill>
                  <a:srgbClr val="002060"/>
                </a:solidFill>
              </a:rPr>
              <a:t>vallabhanayi</a:t>
            </a:r>
            <a:endParaRPr lang="en-US" sz="3400" b="1" dirty="0">
              <a:solidFill>
                <a:srgbClr val="002060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3EBE4BD-ACA2-4034-9409-2CDB67530834}"/>
              </a:ext>
            </a:extLst>
          </p:cNvPr>
          <p:cNvSpPr/>
          <p:nvPr/>
        </p:nvSpPr>
        <p:spPr>
          <a:xfrm>
            <a:off x="1" y="2384886"/>
            <a:ext cx="12168552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ml-IN" sz="34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സമര്‍പ്പിക്കുന്നേ സമര്‍പ്പിക്കുന്നേ </a:t>
            </a:r>
            <a:endParaRPr lang="en-US" sz="3400" b="1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</a:endParaRPr>
          </a:p>
          <a:p>
            <a:pPr algn="r"/>
            <a:r>
              <a:rPr lang="ml-IN" sz="34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രക്ഷിതാവാം നാഥാ നിന്നില്‍ ഞാന്‍</a:t>
            </a:r>
            <a:r>
              <a:rPr lang="en-US" sz="34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 </a:t>
            </a:r>
            <a:r>
              <a:rPr lang="ml-IN" sz="34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സമസ്തവും</a:t>
            </a:r>
            <a:endParaRPr lang="en-US" sz="3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4BB43F9-F696-47D7-AEE0-64A26931C017}"/>
              </a:ext>
            </a:extLst>
          </p:cNvPr>
          <p:cNvSpPr/>
          <p:nvPr/>
        </p:nvSpPr>
        <p:spPr>
          <a:xfrm>
            <a:off x="23448" y="5123658"/>
            <a:ext cx="11863755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400" b="1" i="0" u="none" strike="noStrike" baseline="0" dirty="0" err="1">
                <a:solidFill>
                  <a:schemeClr val="accent1">
                    <a:lumMod val="75000"/>
                  </a:schemeClr>
                </a:solidFill>
              </a:rPr>
              <a:t>Samarppikunne</a:t>
            </a:r>
            <a:r>
              <a:rPr lang="en-US" sz="3400" b="1" i="0" u="none" strike="noStrike" baseline="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i="0" u="none" strike="noStrike" baseline="0" dirty="0" err="1">
                <a:solidFill>
                  <a:schemeClr val="accent1">
                    <a:lumMod val="75000"/>
                  </a:schemeClr>
                </a:solidFill>
              </a:rPr>
              <a:t>samarppikkunne</a:t>
            </a:r>
            <a:endParaRPr lang="en-US" sz="3400" b="1" i="0" u="none" strike="noStrike" baseline="0" dirty="0">
              <a:solidFill>
                <a:schemeClr val="accent1">
                  <a:lumMod val="75000"/>
                </a:schemeClr>
              </a:solidFill>
            </a:endParaRPr>
          </a:p>
          <a:p>
            <a:pPr algn="r"/>
            <a:r>
              <a:rPr lang="en-US" sz="3400" b="1" i="0" u="none" strike="noStrike" baseline="0" dirty="0" err="1">
                <a:solidFill>
                  <a:schemeClr val="accent1">
                    <a:lumMod val="75000"/>
                  </a:schemeClr>
                </a:solidFill>
              </a:rPr>
              <a:t>Rakshithaavam</a:t>
            </a:r>
            <a:r>
              <a:rPr lang="en-US" sz="3400" b="1" i="0" u="none" strike="noStrike" baseline="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i="0" u="none" strike="noStrike" baseline="0" dirty="0" err="1">
                <a:solidFill>
                  <a:schemeClr val="accent1">
                    <a:lumMod val="75000"/>
                  </a:schemeClr>
                </a:solidFill>
              </a:rPr>
              <a:t>naadha</a:t>
            </a:r>
            <a:r>
              <a:rPr lang="en-US" sz="3400" b="1" i="0" u="none" strike="noStrike" baseline="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i="0" u="none" strike="noStrike" baseline="0" dirty="0" err="1">
                <a:solidFill>
                  <a:schemeClr val="accent1">
                    <a:lumMod val="75000"/>
                  </a:schemeClr>
                </a:solidFill>
              </a:rPr>
              <a:t>ninnil</a:t>
            </a:r>
            <a:r>
              <a:rPr lang="en-US" sz="3400" b="1" i="0" u="none" strike="noStrike" baseline="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i="0" u="none" strike="noStrike" baseline="0" dirty="0" err="1">
                <a:solidFill>
                  <a:schemeClr val="accent1">
                    <a:lumMod val="75000"/>
                  </a:schemeClr>
                </a:solidFill>
              </a:rPr>
              <a:t>njan</a:t>
            </a:r>
            <a:r>
              <a:rPr lang="en-US" sz="3400" b="1" i="0" u="none" strike="noStrike" baseline="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i="0" u="none" strike="noStrike" baseline="0" dirty="0" err="1">
                <a:solidFill>
                  <a:schemeClr val="accent1">
                    <a:lumMod val="75000"/>
                  </a:schemeClr>
                </a:solidFill>
              </a:rPr>
              <a:t>sammasthavum</a:t>
            </a:r>
            <a:endParaRPr lang="en-US" sz="34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759A579-29F8-44F0-B8F8-B99794A4771C}"/>
              </a:ext>
            </a:extLst>
          </p:cNvPr>
          <p:cNvSpPr txBox="1"/>
          <p:nvPr/>
        </p:nvSpPr>
        <p:spPr>
          <a:xfrm>
            <a:off x="10972799" y="30621"/>
            <a:ext cx="11957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454</a:t>
            </a:r>
          </a:p>
        </p:txBody>
      </p:sp>
    </p:spTree>
    <p:extLst>
      <p:ext uri="{BB962C8B-B14F-4D97-AF65-F5344CB8AC3E}">
        <p14:creationId xmlns:p14="http://schemas.microsoft.com/office/powerpoint/2010/main" val="23228884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508DDC0-BF05-475B-B5F7-9CA313CFF78F}"/>
              </a:ext>
            </a:extLst>
          </p:cNvPr>
          <p:cNvSpPr txBox="1"/>
          <p:nvPr/>
        </p:nvSpPr>
        <p:spPr>
          <a:xfrm>
            <a:off x="-23448" y="230676"/>
            <a:ext cx="121920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464A88B-185B-4975-94DB-854BB3362520}"/>
              </a:ext>
            </a:extLst>
          </p:cNvPr>
          <p:cNvSpPr/>
          <p:nvPr/>
        </p:nvSpPr>
        <p:spPr>
          <a:xfrm>
            <a:off x="0" y="999359"/>
            <a:ext cx="12145104" cy="12434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ml-IN" sz="3400" b="1" spc="-300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അര്‍പ്പിക്കുന്നേ എന്‍</a:t>
            </a:r>
            <a:r>
              <a:rPr lang="en-US" sz="3400" b="1" spc="-300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spc="-300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രക്ഷകാ</a:t>
            </a:r>
            <a:r>
              <a:rPr lang="en-US" sz="3400" b="1" spc="-300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spc="-300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എന്നെത്തന്നെ നിന്‍ കയ്യില്‍</a:t>
            </a:r>
          </a:p>
          <a:p>
            <a:pPr>
              <a:lnSpc>
                <a:spcPct val="110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സ്നേഹവലയത്തില്‍ എന്നെ ചുറ്റി കാത്തിടേണമേ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7FEA7D5-43F0-48CD-9DFB-22CB4E693022}"/>
              </a:ext>
            </a:extLst>
          </p:cNvPr>
          <p:cNvSpPr/>
          <p:nvPr/>
        </p:nvSpPr>
        <p:spPr>
          <a:xfrm>
            <a:off x="23448" y="3845316"/>
            <a:ext cx="11863755" cy="12146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en-US" sz="3400" b="1" i="0" u="none" strike="noStrike" baseline="0" dirty="0" err="1">
                <a:solidFill>
                  <a:srgbClr val="002060"/>
                </a:solidFill>
              </a:rPr>
              <a:t>Arpikunne</a:t>
            </a:r>
            <a:r>
              <a:rPr lang="en-US" sz="3400" b="1" i="0" u="none" strike="noStrike" baseline="0" dirty="0">
                <a:solidFill>
                  <a:srgbClr val="002060"/>
                </a:solidFill>
              </a:rPr>
              <a:t> </a:t>
            </a:r>
            <a:r>
              <a:rPr lang="en-US" sz="3400" b="1" i="0" u="none" strike="noStrike" baseline="0" dirty="0" err="1">
                <a:solidFill>
                  <a:srgbClr val="002060"/>
                </a:solidFill>
              </a:rPr>
              <a:t>en</a:t>
            </a:r>
            <a:r>
              <a:rPr lang="en-US" sz="3400" b="1" i="0" u="none" strike="noStrike" baseline="0" dirty="0">
                <a:solidFill>
                  <a:srgbClr val="002060"/>
                </a:solidFill>
              </a:rPr>
              <a:t> </a:t>
            </a:r>
            <a:r>
              <a:rPr lang="en-US" sz="3400" b="1" i="0" u="none" strike="noStrike" baseline="0" dirty="0" err="1">
                <a:solidFill>
                  <a:srgbClr val="002060"/>
                </a:solidFill>
              </a:rPr>
              <a:t>rakshaka</a:t>
            </a:r>
            <a:r>
              <a:rPr lang="en-US" sz="3400" b="1" i="0" u="none" strike="noStrike" baseline="0" dirty="0">
                <a:solidFill>
                  <a:srgbClr val="002060"/>
                </a:solidFill>
              </a:rPr>
              <a:t> </a:t>
            </a:r>
            <a:r>
              <a:rPr lang="en-US" sz="3400" b="1" i="0" u="none" strike="noStrike" baseline="0" dirty="0" err="1">
                <a:solidFill>
                  <a:srgbClr val="002060"/>
                </a:solidFill>
              </a:rPr>
              <a:t>ennethanne</a:t>
            </a:r>
            <a:r>
              <a:rPr lang="en-US" sz="3400" b="1" i="0" u="none" strike="noStrike" baseline="0" dirty="0">
                <a:solidFill>
                  <a:srgbClr val="002060"/>
                </a:solidFill>
              </a:rPr>
              <a:t> </a:t>
            </a:r>
            <a:r>
              <a:rPr lang="en-US" sz="3400" b="1" i="0" u="none" strike="noStrike" baseline="0" dirty="0" err="1">
                <a:solidFill>
                  <a:srgbClr val="002060"/>
                </a:solidFill>
              </a:rPr>
              <a:t>nin</a:t>
            </a:r>
            <a:r>
              <a:rPr lang="en-US" sz="3400" b="1" i="0" u="none" strike="noStrike" baseline="0" dirty="0">
                <a:solidFill>
                  <a:srgbClr val="002060"/>
                </a:solidFill>
              </a:rPr>
              <a:t> </a:t>
            </a:r>
            <a:r>
              <a:rPr lang="en-US" sz="3400" b="1" i="0" u="none" strike="noStrike" baseline="0" dirty="0" err="1">
                <a:solidFill>
                  <a:srgbClr val="002060"/>
                </a:solidFill>
              </a:rPr>
              <a:t>kaiyil</a:t>
            </a:r>
            <a:endParaRPr lang="en-US" sz="3400" b="1" i="0" u="none" strike="noStrike" baseline="0" dirty="0">
              <a:solidFill>
                <a:srgbClr val="002060"/>
              </a:solidFill>
            </a:endParaRPr>
          </a:p>
          <a:p>
            <a:pPr>
              <a:lnSpc>
                <a:spcPct val="110000"/>
              </a:lnSpc>
            </a:pPr>
            <a:r>
              <a:rPr lang="en-US" sz="3400" b="1" i="0" u="none" strike="noStrike" baseline="0" dirty="0" err="1">
                <a:solidFill>
                  <a:srgbClr val="002060"/>
                </a:solidFill>
              </a:rPr>
              <a:t>Snehavalayathil</a:t>
            </a:r>
            <a:r>
              <a:rPr lang="en-US" sz="3400" b="1" i="0" u="none" strike="noStrike" baseline="0" dirty="0">
                <a:solidFill>
                  <a:srgbClr val="002060"/>
                </a:solidFill>
              </a:rPr>
              <a:t> </a:t>
            </a:r>
            <a:r>
              <a:rPr lang="en-US" sz="3400" b="1" i="0" u="none" strike="noStrike" baseline="0" dirty="0" err="1">
                <a:solidFill>
                  <a:srgbClr val="002060"/>
                </a:solidFill>
              </a:rPr>
              <a:t>enne</a:t>
            </a:r>
            <a:r>
              <a:rPr lang="en-US" sz="3400" b="1" i="0" u="none" strike="noStrike" baseline="0" dirty="0">
                <a:solidFill>
                  <a:srgbClr val="002060"/>
                </a:solidFill>
              </a:rPr>
              <a:t> </a:t>
            </a:r>
            <a:r>
              <a:rPr lang="en-US" sz="3400" b="1" i="0" u="none" strike="noStrike" baseline="0" dirty="0" err="1">
                <a:solidFill>
                  <a:srgbClr val="002060"/>
                </a:solidFill>
              </a:rPr>
              <a:t>chutti</a:t>
            </a:r>
            <a:r>
              <a:rPr lang="en-US" sz="3400" b="1" i="0" u="none" strike="noStrike" baseline="0" dirty="0">
                <a:solidFill>
                  <a:srgbClr val="002060"/>
                </a:solidFill>
              </a:rPr>
              <a:t> </a:t>
            </a:r>
            <a:r>
              <a:rPr lang="en-US" sz="3400" b="1" i="0" u="none" strike="noStrike" baseline="0" dirty="0" err="1">
                <a:solidFill>
                  <a:srgbClr val="002060"/>
                </a:solidFill>
              </a:rPr>
              <a:t>kaathidenhame</a:t>
            </a:r>
            <a:endParaRPr lang="en-US" sz="3400" b="1" dirty="0">
              <a:solidFill>
                <a:srgbClr val="002060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3EBE4BD-ACA2-4034-9409-2CDB67530834}"/>
              </a:ext>
            </a:extLst>
          </p:cNvPr>
          <p:cNvSpPr/>
          <p:nvPr/>
        </p:nvSpPr>
        <p:spPr>
          <a:xfrm>
            <a:off x="1" y="2384886"/>
            <a:ext cx="12168552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ml-IN" sz="34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സമര്‍പ്പിക്കുന്നേ സമര്‍പ്പിക്കുന്നേ </a:t>
            </a:r>
            <a:endParaRPr lang="en-US" sz="3400" b="1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</a:endParaRPr>
          </a:p>
          <a:p>
            <a:pPr algn="r"/>
            <a:r>
              <a:rPr lang="ml-IN" sz="34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രക്ഷിതാവാം നാഥാ നിന്നില്‍ ഞാന്‍</a:t>
            </a:r>
            <a:r>
              <a:rPr lang="en-US" sz="34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 </a:t>
            </a:r>
            <a:r>
              <a:rPr lang="ml-IN" sz="34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സമസ്തവും</a:t>
            </a:r>
            <a:endParaRPr lang="en-US" sz="3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D175DBE-5573-4F20-A203-23CF9320E8A9}"/>
              </a:ext>
            </a:extLst>
          </p:cNvPr>
          <p:cNvSpPr/>
          <p:nvPr/>
        </p:nvSpPr>
        <p:spPr>
          <a:xfrm>
            <a:off x="23448" y="5123658"/>
            <a:ext cx="11863755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400" b="1" i="0" u="none" strike="noStrike" baseline="0" dirty="0" err="1">
                <a:solidFill>
                  <a:schemeClr val="accent1">
                    <a:lumMod val="75000"/>
                  </a:schemeClr>
                </a:solidFill>
              </a:rPr>
              <a:t>Samarppikunne</a:t>
            </a:r>
            <a:r>
              <a:rPr lang="en-US" sz="3400" b="1" i="0" u="none" strike="noStrike" baseline="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i="0" u="none" strike="noStrike" baseline="0" dirty="0" err="1">
                <a:solidFill>
                  <a:schemeClr val="accent1">
                    <a:lumMod val="75000"/>
                  </a:schemeClr>
                </a:solidFill>
              </a:rPr>
              <a:t>samarppikkunne</a:t>
            </a:r>
            <a:endParaRPr lang="en-US" sz="3400" b="1" i="0" u="none" strike="noStrike" baseline="0" dirty="0">
              <a:solidFill>
                <a:schemeClr val="accent1">
                  <a:lumMod val="75000"/>
                </a:schemeClr>
              </a:solidFill>
            </a:endParaRPr>
          </a:p>
          <a:p>
            <a:pPr algn="r"/>
            <a:r>
              <a:rPr lang="en-US" sz="3400" b="1" i="0" u="none" strike="noStrike" baseline="0" dirty="0" err="1">
                <a:solidFill>
                  <a:schemeClr val="accent1">
                    <a:lumMod val="75000"/>
                  </a:schemeClr>
                </a:solidFill>
              </a:rPr>
              <a:t>Rakshithaavam</a:t>
            </a:r>
            <a:r>
              <a:rPr lang="en-US" sz="3400" b="1" i="0" u="none" strike="noStrike" baseline="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i="0" u="none" strike="noStrike" baseline="0" dirty="0" err="1">
                <a:solidFill>
                  <a:schemeClr val="accent1">
                    <a:lumMod val="75000"/>
                  </a:schemeClr>
                </a:solidFill>
              </a:rPr>
              <a:t>naadha</a:t>
            </a:r>
            <a:r>
              <a:rPr lang="en-US" sz="3400" b="1" i="0" u="none" strike="noStrike" baseline="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i="0" u="none" strike="noStrike" baseline="0" dirty="0" err="1">
                <a:solidFill>
                  <a:schemeClr val="accent1">
                    <a:lumMod val="75000"/>
                  </a:schemeClr>
                </a:solidFill>
              </a:rPr>
              <a:t>ninnil</a:t>
            </a:r>
            <a:r>
              <a:rPr lang="en-US" sz="3400" b="1" i="0" u="none" strike="noStrike" baseline="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i="0" u="none" strike="noStrike" baseline="0" dirty="0" err="1">
                <a:solidFill>
                  <a:schemeClr val="accent1">
                    <a:lumMod val="75000"/>
                  </a:schemeClr>
                </a:solidFill>
              </a:rPr>
              <a:t>njan</a:t>
            </a:r>
            <a:r>
              <a:rPr lang="en-US" sz="3400" b="1" i="0" u="none" strike="noStrike" baseline="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i="0" u="none" strike="noStrike" baseline="0" dirty="0" err="1">
                <a:solidFill>
                  <a:schemeClr val="accent1">
                    <a:lumMod val="75000"/>
                  </a:schemeClr>
                </a:solidFill>
              </a:rPr>
              <a:t>sammasthavum</a:t>
            </a:r>
            <a:endParaRPr lang="en-US" sz="34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6A3C726-A731-4B44-AFA9-A16C08B436E5}"/>
              </a:ext>
            </a:extLst>
          </p:cNvPr>
          <p:cNvSpPr txBox="1"/>
          <p:nvPr/>
        </p:nvSpPr>
        <p:spPr>
          <a:xfrm>
            <a:off x="10972799" y="30621"/>
            <a:ext cx="11957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454</a:t>
            </a:r>
          </a:p>
        </p:txBody>
      </p:sp>
    </p:spTree>
    <p:extLst>
      <p:ext uri="{BB962C8B-B14F-4D97-AF65-F5344CB8AC3E}">
        <p14:creationId xmlns:p14="http://schemas.microsoft.com/office/powerpoint/2010/main" val="40707941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508DDC0-BF05-475B-B5F7-9CA313CFF78F}"/>
              </a:ext>
            </a:extLst>
          </p:cNvPr>
          <p:cNvSpPr txBox="1"/>
          <p:nvPr/>
        </p:nvSpPr>
        <p:spPr>
          <a:xfrm>
            <a:off x="-23448" y="230676"/>
            <a:ext cx="121920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5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464A88B-185B-4975-94DB-854BB3362520}"/>
              </a:ext>
            </a:extLst>
          </p:cNvPr>
          <p:cNvSpPr/>
          <p:nvPr/>
        </p:nvSpPr>
        <p:spPr>
          <a:xfrm>
            <a:off x="0" y="999359"/>
            <a:ext cx="12145104" cy="12434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അര്‍പ്പിക്കുന്നേ എന്നെ നാഥാ സല്‍പ്രകാശ ധാരയാല്‍ </a:t>
            </a:r>
          </a:p>
          <a:p>
            <a:pPr>
              <a:lnSpc>
                <a:spcPct val="110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പൂര്‍ണ്ണ രക്ഷാസന്തോഷത്തിന്‍ മഹത്വം നിനക്കെന്നും 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7FEA7D5-43F0-48CD-9DFB-22CB4E693022}"/>
              </a:ext>
            </a:extLst>
          </p:cNvPr>
          <p:cNvSpPr/>
          <p:nvPr/>
        </p:nvSpPr>
        <p:spPr>
          <a:xfrm>
            <a:off x="23448" y="3845316"/>
            <a:ext cx="11863755" cy="12146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en-US" sz="3400" b="1" i="0" u="none" strike="noStrike" baseline="0" dirty="0" err="1">
                <a:solidFill>
                  <a:srgbClr val="002060"/>
                </a:solidFill>
              </a:rPr>
              <a:t>Arpikkunne</a:t>
            </a:r>
            <a:r>
              <a:rPr lang="en-US" sz="3400" b="1" i="0" u="none" strike="noStrike" baseline="0" dirty="0">
                <a:solidFill>
                  <a:srgbClr val="002060"/>
                </a:solidFill>
              </a:rPr>
              <a:t> </a:t>
            </a:r>
            <a:r>
              <a:rPr lang="en-US" sz="3400" b="1" i="0" u="none" strike="noStrike" baseline="0" dirty="0" err="1">
                <a:solidFill>
                  <a:srgbClr val="002060"/>
                </a:solidFill>
              </a:rPr>
              <a:t>enne</a:t>
            </a:r>
            <a:r>
              <a:rPr lang="en-US" sz="3400" b="1" i="0" u="none" strike="noStrike" baseline="0" dirty="0">
                <a:solidFill>
                  <a:srgbClr val="002060"/>
                </a:solidFill>
              </a:rPr>
              <a:t> </a:t>
            </a:r>
            <a:r>
              <a:rPr lang="en-US" sz="3400" b="1" i="0" u="none" strike="noStrike" baseline="0" dirty="0" err="1">
                <a:solidFill>
                  <a:srgbClr val="002060"/>
                </a:solidFill>
              </a:rPr>
              <a:t>naadha</a:t>
            </a:r>
            <a:r>
              <a:rPr lang="en-US" sz="3400" b="1" i="0" u="none" strike="noStrike" baseline="0" dirty="0">
                <a:solidFill>
                  <a:srgbClr val="002060"/>
                </a:solidFill>
              </a:rPr>
              <a:t> </a:t>
            </a:r>
            <a:r>
              <a:rPr lang="en-US" sz="3400" b="1" i="0" u="none" strike="noStrike" baseline="0" dirty="0" err="1">
                <a:solidFill>
                  <a:srgbClr val="002060"/>
                </a:solidFill>
              </a:rPr>
              <a:t>salprakaasha</a:t>
            </a:r>
            <a:r>
              <a:rPr lang="en-US" sz="3400" b="1" i="0" u="none" strike="noStrike" baseline="0" dirty="0">
                <a:solidFill>
                  <a:srgbClr val="002060"/>
                </a:solidFill>
              </a:rPr>
              <a:t> </a:t>
            </a:r>
            <a:r>
              <a:rPr lang="en-US" sz="3400" b="1" i="0" u="none" strike="noStrike" baseline="0" dirty="0" err="1">
                <a:solidFill>
                  <a:srgbClr val="002060"/>
                </a:solidFill>
              </a:rPr>
              <a:t>dhaarayaal</a:t>
            </a:r>
            <a:endParaRPr lang="en-US" sz="3400" b="1" i="0" u="none" strike="noStrike" baseline="0" dirty="0">
              <a:solidFill>
                <a:srgbClr val="002060"/>
              </a:solidFill>
            </a:endParaRPr>
          </a:p>
          <a:p>
            <a:pPr>
              <a:lnSpc>
                <a:spcPct val="110000"/>
              </a:lnSpc>
            </a:pPr>
            <a:r>
              <a:rPr lang="en-US" sz="3400" b="1" i="0" u="none" strike="noStrike" baseline="0" dirty="0" err="1">
                <a:solidFill>
                  <a:srgbClr val="002060"/>
                </a:solidFill>
              </a:rPr>
              <a:t>Poornha</a:t>
            </a:r>
            <a:r>
              <a:rPr lang="en-US" sz="3400" b="1" i="0" u="none" strike="noStrike" baseline="0" dirty="0">
                <a:solidFill>
                  <a:srgbClr val="002060"/>
                </a:solidFill>
              </a:rPr>
              <a:t> </a:t>
            </a:r>
            <a:r>
              <a:rPr lang="en-US" sz="3400" b="1" i="0" u="none" strike="noStrike" baseline="0" dirty="0" err="1">
                <a:solidFill>
                  <a:srgbClr val="002060"/>
                </a:solidFill>
              </a:rPr>
              <a:t>rakshaa-santhoshathin</a:t>
            </a:r>
            <a:r>
              <a:rPr lang="en-US" sz="3400" b="1" i="0" u="none" strike="noStrike" baseline="0" dirty="0">
                <a:solidFill>
                  <a:srgbClr val="002060"/>
                </a:solidFill>
              </a:rPr>
              <a:t> </a:t>
            </a:r>
            <a:r>
              <a:rPr lang="en-US" sz="3400" b="1" i="0" u="none" strike="noStrike" baseline="0" dirty="0" err="1">
                <a:solidFill>
                  <a:srgbClr val="002060"/>
                </a:solidFill>
              </a:rPr>
              <a:t>mahathwam</a:t>
            </a:r>
            <a:r>
              <a:rPr lang="en-US" sz="3400" b="1" i="0" u="none" strike="noStrike" baseline="0" dirty="0">
                <a:solidFill>
                  <a:srgbClr val="002060"/>
                </a:solidFill>
              </a:rPr>
              <a:t> </a:t>
            </a:r>
            <a:r>
              <a:rPr lang="en-US" sz="3400" b="1" i="0" u="none" strike="noStrike" baseline="0" dirty="0" err="1">
                <a:solidFill>
                  <a:srgbClr val="002060"/>
                </a:solidFill>
              </a:rPr>
              <a:t>ninakennum</a:t>
            </a:r>
            <a:endParaRPr lang="en-US" sz="3400" b="1" dirty="0">
              <a:solidFill>
                <a:srgbClr val="002060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3EBE4BD-ACA2-4034-9409-2CDB67530834}"/>
              </a:ext>
            </a:extLst>
          </p:cNvPr>
          <p:cNvSpPr/>
          <p:nvPr/>
        </p:nvSpPr>
        <p:spPr>
          <a:xfrm>
            <a:off x="1" y="2384886"/>
            <a:ext cx="12168552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ml-IN" sz="34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സമര്‍പ്പിക്കുന്നേ സമര്‍പ്പിക്കുന്നേ </a:t>
            </a:r>
            <a:endParaRPr lang="en-US" sz="3400" b="1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</a:endParaRPr>
          </a:p>
          <a:p>
            <a:pPr algn="r"/>
            <a:r>
              <a:rPr lang="ml-IN" sz="34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രക്ഷിതാവാം നാഥാ നിന്നില്‍ ഞാന്‍</a:t>
            </a:r>
            <a:r>
              <a:rPr lang="en-US" sz="34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 </a:t>
            </a:r>
            <a:r>
              <a:rPr lang="ml-IN" sz="34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സമസ്തവും</a:t>
            </a:r>
            <a:endParaRPr lang="en-US" sz="3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B385344-94CD-405C-8761-CD4D6A83BF28}"/>
              </a:ext>
            </a:extLst>
          </p:cNvPr>
          <p:cNvSpPr/>
          <p:nvPr/>
        </p:nvSpPr>
        <p:spPr>
          <a:xfrm>
            <a:off x="23448" y="5123658"/>
            <a:ext cx="11863755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400" b="1" i="0" u="none" strike="noStrike" baseline="0" dirty="0" err="1">
                <a:solidFill>
                  <a:schemeClr val="accent1">
                    <a:lumMod val="75000"/>
                  </a:schemeClr>
                </a:solidFill>
              </a:rPr>
              <a:t>Samarppikunne</a:t>
            </a:r>
            <a:r>
              <a:rPr lang="en-US" sz="3400" b="1" i="0" u="none" strike="noStrike" baseline="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i="0" u="none" strike="noStrike" baseline="0" dirty="0" err="1">
                <a:solidFill>
                  <a:schemeClr val="accent1">
                    <a:lumMod val="75000"/>
                  </a:schemeClr>
                </a:solidFill>
              </a:rPr>
              <a:t>samarppikkunne</a:t>
            </a:r>
            <a:endParaRPr lang="en-US" sz="3400" b="1" i="0" u="none" strike="noStrike" baseline="0" dirty="0">
              <a:solidFill>
                <a:schemeClr val="accent1">
                  <a:lumMod val="75000"/>
                </a:schemeClr>
              </a:solidFill>
            </a:endParaRPr>
          </a:p>
          <a:p>
            <a:pPr algn="r"/>
            <a:r>
              <a:rPr lang="en-US" sz="3400" b="1" i="0" u="none" strike="noStrike" baseline="0" dirty="0" err="1">
                <a:solidFill>
                  <a:schemeClr val="accent1">
                    <a:lumMod val="75000"/>
                  </a:schemeClr>
                </a:solidFill>
              </a:rPr>
              <a:t>Rakshithaavam</a:t>
            </a:r>
            <a:r>
              <a:rPr lang="en-US" sz="3400" b="1" i="0" u="none" strike="noStrike" baseline="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i="0" u="none" strike="noStrike" baseline="0" dirty="0" err="1">
                <a:solidFill>
                  <a:schemeClr val="accent1">
                    <a:lumMod val="75000"/>
                  </a:schemeClr>
                </a:solidFill>
              </a:rPr>
              <a:t>naadha</a:t>
            </a:r>
            <a:r>
              <a:rPr lang="en-US" sz="3400" b="1" i="0" u="none" strike="noStrike" baseline="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i="0" u="none" strike="noStrike" baseline="0" dirty="0" err="1">
                <a:solidFill>
                  <a:schemeClr val="accent1">
                    <a:lumMod val="75000"/>
                  </a:schemeClr>
                </a:solidFill>
              </a:rPr>
              <a:t>ninnil</a:t>
            </a:r>
            <a:r>
              <a:rPr lang="en-US" sz="3400" b="1" i="0" u="none" strike="noStrike" baseline="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i="0" u="none" strike="noStrike" baseline="0" dirty="0" err="1">
                <a:solidFill>
                  <a:schemeClr val="accent1">
                    <a:lumMod val="75000"/>
                  </a:schemeClr>
                </a:solidFill>
              </a:rPr>
              <a:t>njan</a:t>
            </a:r>
            <a:r>
              <a:rPr lang="en-US" sz="3400" b="1" i="0" u="none" strike="noStrike" baseline="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i="0" u="none" strike="noStrike" baseline="0" dirty="0" err="1">
                <a:solidFill>
                  <a:schemeClr val="accent1">
                    <a:lumMod val="75000"/>
                  </a:schemeClr>
                </a:solidFill>
              </a:rPr>
              <a:t>sammasthavum</a:t>
            </a:r>
            <a:endParaRPr lang="en-US" sz="34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05731B4-AEA4-4038-A268-5F63CE142814}"/>
              </a:ext>
            </a:extLst>
          </p:cNvPr>
          <p:cNvSpPr txBox="1"/>
          <p:nvPr/>
        </p:nvSpPr>
        <p:spPr>
          <a:xfrm>
            <a:off x="10972799" y="30621"/>
            <a:ext cx="11957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454</a:t>
            </a:r>
          </a:p>
        </p:txBody>
      </p:sp>
    </p:spTree>
    <p:extLst>
      <p:ext uri="{BB962C8B-B14F-4D97-AF65-F5344CB8AC3E}">
        <p14:creationId xmlns:p14="http://schemas.microsoft.com/office/powerpoint/2010/main" val="24734784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216</Words>
  <Application>Microsoft Office PowerPoint</Application>
  <PresentationFormat>Widescreen</PresentationFormat>
  <Paragraphs>55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Kartika</vt:lpstr>
      <vt:lpstr>Office Theme</vt:lpstr>
      <vt:lpstr>454 അര്‍പ്പിക്കുന്നേ എന്‍ രക്ഷകാ 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Arppikkunne en rakshaka</dc:title>
  <dc:creator>Acsah Mathews</dc:creator>
  <cp:lastModifiedBy>Manu Abraham</cp:lastModifiedBy>
  <cp:revision>4</cp:revision>
  <dcterms:created xsi:type="dcterms:W3CDTF">2018-11-30T13:46:43Z</dcterms:created>
  <dcterms:modified xsi:type="dcterms:W3CDTF">2022-08-20T13:40:45Z</dcterms:modified>
</cp:coreProperties>
</file>