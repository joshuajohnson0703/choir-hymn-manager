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D433A-1CBC-4CD5-961C-7AFC85A4B2D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47E00-B1D4-48C6-9B59-B7D3343236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41BC9-1217-4915-A830-44328917DC1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E87DA-506B-49F4-BBAA-ED3F0972C6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E5BB5-2A74-45C5-89B1-FFB0E882BAA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FB95F-7124-446A-9441-B52DBB788F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DA5F3-BC86-4BA8-832A-89088BA7207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7177B4-1C0C-474A-921C-EA445E5EA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BD322-CE0B-444D-9A4D-378B1590E1D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E4AA9-7C45-4D92-AAE2-6B12BD3C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9B9F6-47D7-4CE3-AC2C-716438F2AE4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B5BFD-881B-4617-8FF2-2ACFF4DA3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C6A5D0-5813-4A11-9887-383E63DC148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32D17-E227-4B29-B462-A85A494A54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6DC16-38B3-4D36-A15D-43AFF1795CF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AF109-60E4-432E-B252-AC07A4B9EE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FF3BD-9000-4A61-848F-8D3EE1C945D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41183-F849-4B3E-956A-DC53AEBD9D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2803C-1635-4D50-BC81-3D64563374E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26B96-4474-4D86-8618-03DA52424F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1F7D4-F634-410A-AF90-745F176784C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3470E-0C1D-4600-A90B-3145355FB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7D3141B-5E99-48FE-9A48-27FBA6E9C4A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CDDBF0A-62DA-4F2A-AB02-2C8CA0AB4F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065B-4B09-463D-8B54-25B272506E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സര്‍വ പാപക്കറകള്‍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836E8-EE4E-4894-A67D-01B973654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Sarvva </a:t>
            </a:r>
            <a:r>
              <a:rPr lang="en-US" sz="4000" b="1" dirty="0" err="1">
                <a:solidFill>
                  <a:schemeClr val="tx2"/>
                </a:solidFill>
              </a:rPr>
              <a:t>paapa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karakalh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7723C-0AD1-414A-B1B1-4E59075889C6}"/>
              </a:ext>
            </a:extLst>
          </p:cNvPr>
          <p:cNvSpPr/>
          <p:nvPr/>
        </p:nvSpPr>
        <p:spPr>
          <a:xfrm>
            <a:off x="1828124" y="5194298"/>
            <a:ext cx="4164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(മൂത്താംപാക്കൽ കൊച്ചുകുഞ്ഞ്)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2F99C4-EADB-4C77-AAE9-F3F9C202DCA2}"/>
              </a:ext>
            </a:extLst>
          </p:cNvPr>
          <p:cNvSpPr/>
          <p:nvPr/>
        </p:nvSpPr>
        <p:spPr>
          <a:xfrm>
            <a:off x="7543800" y="5162549"/>
            <a:ext cx="4083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</a:rPr>
              <a:t>Muthampakkal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</a:rPr>
              <a:t>Kochukunju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Arial" panose="020B0604020202020204" pitchFamily="34" charset="0"/>
              </a:rPr>
              <a:t>Upadesi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24726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397000" y="1371600"/>
            <a:ext cx="10820400" cy="2438400"/>
          </a:xfrm>
        </p:spPr>
        <p:txBody>
          <a:bodyPr anchor="t"/>
          <a:lstStyle/>
          <a:p>
            <a:pPr algn="l" defTabSz="28098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 പാപക്കറകള്‍ തീര്‍ത്തു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നരരെ രക്ഷിച്ചീടുവാന്‍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ഉര്‍വിനാഥന്‍ യേശുദേവന്‍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ചൊരിഞ്ഞ തിരു രക്തമേ!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0F846-1D12-4ACC-9780-71A7C5E82BD7}"/>
              </a:ext>
            </a:extLst>
          </p:cNvPr>
          <p:cNvSpPr/>
          <p:nvPr/>
        </p:nvSpPr>
        <p:spPr>
          <a:xfrm>
            <a:off x="0" y="38100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Sarvva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Nararey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rakshichcheduvaan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Urvinaathan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chorinja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rakhthamey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91AC4-9C86-466A-B0CE-D5D8C5BCF41F}"/>
              </a:ext>
            </a:extLst>
          </p:cNvPr>
          <p:cNvSpPr/>
          <p:nvPr/>
        </p:nvSpPr>
        <p:spPr>
          <a:xfrm>
            <a:off x="0" y="465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397000" y="1371600"/>
            <a:ext cx="10820400" cy="2438400"/>
          </a:xfrm>
        </p:spPr>
        <p:txBody>
          <a:bodyPr anchor="t"/>
          <a:lstStyle/>
          <a:p>
            <a:pPr algn="l" defTabSz="28098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യേശുവോടീ ലോകര്‍ ചെയ്ത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തോര്‍ക്ക ഈ പൂങ്കാവനേ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വേദനയോടെശു ദേവന്‍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ചൊരിഞ്ഞ തിരുരക്തമേ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0F846-1D12-4ACC-9780-71A7C5E82BD7}"/>
              </a:ext>
            </a:extLst>
          </p:cNvPr>
          <p:cNvSpPr/>
          <p:nvPr/>
        </p:nvSpPr>
        <p:spPr>
          <a:xfrm>
            <a:off x="0" y="38100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Yeshuvodee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thorkka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poonkaavaney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Vedanayodeshu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Chorinja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rakhthamey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91AC4-9C86-466A-B0CE-D5D8C5BCF41F}"/>
              </a:ext>
            </a:extLst>
          </p:cNvPr>
          <p:cNvSpPr/>
          <p:nvPr/>
        </p:nvSpPr>
        <p:spPr>
          <a:xfrm>
            <a:off x="0" y="465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701704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397000" y="1371600"/>
            <a:ext cx="10820400" cy="2438400"/>
          </a:xfrm>
        </p:spPr>
        <p:txBody>
          <a:bodyPr anchor="t"/>
          <a:lstStyle/>
          <a:p>
            <a:pPr algn="l" defTabSz="28098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കാട്ടുചെന്നായ് കൂട്ടമായൊ-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രാടിനെ പിടിച്ചപോൽ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കൂട്ടമായ് ദുഷ്ടരടിച്ച-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പ്പോൾ ചൊരിഞ്ഞ രക്തമേ!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0F846-1D12-4ACC-9780-71A7C5E82BD7}"/>
              </a:ext>
            </a:extLst>
          </p:cNvPr>
          <p:cNvSpPr/>
          <p:nvPr/>
        </p:nvSpPr>
        <p:spPr>
          <a:xfrm>
            <a:off x="0" y="38100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chennaay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koottamaayo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raadiney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pidichchapol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Koottamaay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dushtaradichcha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ppolh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chorinja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rakhthamey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91AC4-9C86-466A-B0CE-D5D8C5BCF41F}"/>
              </a:ext>
            </a:extLst>
          </p:cNvPr>
          <p:cNvSpPr/>
          <p:nvPr/>
        </p:nvSpPr>
        <p:spPr>
          <a:xfrm>
            <a:off x="0" y="465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284790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397000" y="1371600"/>
            <a:ext cx="10820400" cy="2438400"/>
          </a:xfrm>
        </p:spPr>
        <p:txBody>
          <a:bodyPr anchor="t"/>
          <a:lstStyle/>
          <a:p>
            <a:pPr algn="l" defTabSz="28098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മുള്ളു കൊണ്ടുള്ളോര്‍ മുടിയാല്‍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മന്നവന്‍ തിരുത്തല-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യ്ക്കുള്ളിലും പുറത്തുമായി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പാഞ്ഞ തിരുരക്തമേ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0F846-1D12-4ACC-9780-71A7C5E82BD7}"/>
              </a:ext>
            </a:extLst>
          </p:cNvPr>
          <p:cNvSpPr/>
          <p:nvPr/>
        </p:nvSpPr>
        <p:spPr>
          <a:xfrm>
            <a:off x="0" y="38100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Mullhu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kondullhor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mudiyaal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thiruththala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aikkullhilum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puraththumaayi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paanja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rakhthamey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91AC4-9C86-466A-B0CE-D5D8C5BCF41F}"/>
              </a:ext>
            </a:extLst>
          </p:cNvPr>
          <p:cNvSpPr/>
          <p:nvPr/>
        </p:nvSpPr>
        <p:spPr>
          <a:xfrm>
            <a:off x="0" y="465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5820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397000" y="1371600"/>
            <a:ext cx="10820400" cy="2438400"/>
          </a:xfrm>
        </p:spPr>
        <p:txBody>
          <a:bodyPr anchor="t"/>
          <a:lstStyle/>
          <a:p>
            <a:pPr algn="l" defTabSz="28098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നീണ്ട ഇരുമ്പാണി കൊണ്ടു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ദുഷ്ട്ടരാ കൈകാൽകളെ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തോണ്ടിയ നേരം ചൊരിഞ്ഞ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രക്ഷിതാവിന്‍ രക്തമേ!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0F846-1D12-4ACC-9780-71A7C5E82BD7}"/>
              </a:ext>
            </a:extLst>
          </p:cNvPr>
          <p:cNvSpPr/>
          <p:nvPr/>
        </p:nvSpPr>
        <p:spPr>
          <a:xfrm>
            <a:off x="0" y="38100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Neenda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irumbaanhi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Dushtaraa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kai-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kaalhkalhey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Thondiya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chorinja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Rakshithaavin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rakhthamey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91AC4-9C86-466A-B0CE-D5D8C5BCF41F}"/>
              </a:ext>
            </a:extLst>
          </p:cNvPr>
          <p:cNvSpPr/>
          <p:nvPr/>
        </p:nvSpPr>
        <p:spPr>
          <a:xfrm>
            <a:off x="0" y="465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168442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397000" y="1371600"/>
            <a:ext cx="10820400" cy="2438400"/>
          </a:xfrm>
        </p:spPr>
        <p:txBody>
          <a:bodyPr anchor="t"/>
          <a:lstStyle/>
          <a:p>
            <a:pPr algn="l" defTabSz="28098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വഞ്ചക സാത്താനെ ബന്ധി-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ച്ചന്ധകാരം നീക്കുവാന്‍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അഞ്ചു കായങ്ങള്‍ വഴിയായി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വഴിഞ്ഞ തിരുരക്തമേ!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0F846-1D12-4ACC-9780-71A7C5E82BD7}"/>
              </a:ext>
            </a:extLst>
          </p:cNvPr>
          <p:cNvSpPr/>
          <p:nvPr/>
        </p:nvSpPr>
        <p:spPr>
          <a:xfrm>
            <a:off x="0" y="38100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Vanchaka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saaththaaney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bandhich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andhakaaram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neekkuvaan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kaayangalh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vazhiyaai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Vazhinja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rakhthamey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91AC4-9C86-466A-B0CE-D5D8C5BCF41F}"/>
              </a:ext>
            </a:extLst>
          </p:cNvPr>
          <p:cNvSpPr/>
          <p:nvPr/>
        </p:nvSpPr>
        <p:spPr>
          <a:xfrm>
            <a:off x="0" y="465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E601AA-0B61-46B9-B79D-2AC235DFC88D}"/>
              </a:ext>
            </a:extLst>
          </p:cNvPr>
          <p:cNvSpPr/>
          <p:nvPr/>
        </p:nvSpPr>
        <p:spPr>
          <a:xfrm>
            <a:off x="8027077" y="3189069"/>
            <a:ext cx="4164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(മൂത്താംപാക്കൽ കൊച്ചുകുഞ്ഞ്)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97BD3-F352-4C78-9131-3BC7C3057BBC}"/>
              </a:ext>
            </a:extLst>
          </p:cNvPr>
          <p:cNvSpPr/>
          <p:nvPr/>
        </p:nvSpPr>
        <p:spPr>
          <a:xfrm>
            <a:off x="8027077" y="6185257"/>
            <a:ext cx="4083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</a:rPr>
              <a:t>Muthampakkal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</a:rPr>
              <a:t>Kochukunju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</a:rPr>
              <a:t>Upadesi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28918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116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148 സര്‍വ പാപക്കറകള്‍</vt:lpstr>
      <vt:lpstr>സര്‍വ പാപക്കറകള്‍ തീര്‍ത്തു  നരരെ രക്ഷിച്ചീടുവാന്‍ ഉര്‍വിനാഥന്‍ യേശുദേവന്‍  ചൊരിഞ്ഞ തിരു രക്തമേ!</vt:lpstr>
      <vt:lpstr>യേശുവോടീ ലോകര്‍ ചെയ്ത- തോര്‍ക്ക ഈ പൂങ്കാവനേ  വേദനയോടെശു ദേവന്‍ ചൊരിഞ്ഞ തിരുരക്തമേ</vt:lpstr>
      <vt:lpstr>കാട്ടുചെന്നായ് കൂട്ടമായൊ- രാടിനെ പിടിച്ചപോൽ  കൂട്ടമായ് ദുഷ്ടരടിച്ച- പ്പോൾ ചൊരിഞ്ഞ രക്തമേ!</vt:lpstr>
      <vt:lpstr>മുള്ളു കൊണ്ടുള്ളോര്‍ മുടിയാല്‍  മന്നവന്‍ തിരുത്തല- യ്ക്കുള്ളിലും പുറത്തുമായി  പാഞ്ഞ തിരുരക്തമേ</vt:lpstr>
      <vt:lpstr>നീണ്ട ഇരുമ്പാണി കൊണ്ടു  ദുഷ്ട്ടരാ കൈകാൽകളെ തോണ്ടിയ നേരം ചൊരിഞ്ഞ  രക്ഷിതാവിന്‍ രക്തമേ!</vt:lpstr>
      <vt:lpstr>വഞ്ചക സാത്താനെ ബന്ധി- ച്ചന്ധകാരം നീക്കുവാന്‍ അഞ്ചു കായങ്ങള്‍ വഴിയായി  വഴിഞ്ഞ തിരുരക്തമേ!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Sarva paapa karakal</dc:title>
  <dc:creator>Digital Input:;GM JOHN</dc:creator>
  <cp:lastModifiedBy>Acsah Mathews</cp:lastModifiedBy>
  <cp:revision>253</cp:revision>
  <dcterms:created xsi:type="dcterms:W3CDTF">2013-04-19T09:19:07Z</dcterms:created>
  <dcterms:modified xsi:type="dcterms:W3CDTF">2018-11-06T14:07:26Z</dcterms:modified>
</cp:coreProperties>
</file>