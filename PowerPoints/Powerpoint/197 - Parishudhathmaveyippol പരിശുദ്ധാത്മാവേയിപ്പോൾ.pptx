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9C816-4E05-4639-AE0A-155B67E5CE6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BC2A8-92BE-4720-9FF0-EEC481530F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2FD8A-7118-463F-AB3C-C1926C2B380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7635A-789F-4E5B-A19B-FA5410BBD4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4C2C9-FC32-48A8-B9B3-FF21BF099DB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F0D0B-570F-4EDD-BAD8-CBD653CF7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66DBE-C3D2-4F99-8B94-1AD4A3A641E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1E361A-8B62-44DB-8068-B78BB47341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28DC3-48E2-4CD0-9153-A2DF79CED5D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A5C07-3B5F-4C90-A9D0-0B53AB2BA5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590C1-0057-44E3-B1F2-1B29F89A032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F28EB-ED66-4786-909D-9ED49DBB6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BDBBE-03C2-4AB2-8B60-017755F40E3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ACF3F6-1034-4F20-9A5D-4DA4DECE45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C257-0B5E-46B1-81B3-F76729A703F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04989-C75C-40C0-A80B-6B083A360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7CADB-EBB3-4F73-96B7-321EAE060A3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D89B5-8958-4E86-A210-3F21A5E2D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D9EED-7A42-4CF9-A6ED-50649EF6841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F7368-CA5E-4646-86CF-D7A2F9F670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A03CC-2965-40F2-A2C9-509B055BE53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D4302-2BBC-4B5E-873A-03208798C4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80BA24E-89A3-486B-B53E-A097C59FF09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436645E-2388-4042-B3E6-30F19C0CB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63B7-73F8-4904-8BFB-5D54B872D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197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പരിശുദ്ധാത്മാവേയിപ്പോൾ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6FC6B-4192-4B12-8544-44D2F118D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Parishudhaathmaave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ippolh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675805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3789" y="1329154"/>
            <a:ext cx="10744200" cy="2633246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പരിശുദ്ധാത്മാവേയിപ്പോൾ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ഈയടിയാർ 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കരളലിഞ്ഞു വന്നു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വരം നൽകീടേണമേ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9E62F-3E4D-4D24-9229-23F08D15B2CC}"/>
              </a:ext>
            </a:extLst>
          </p:cNvPr>
          <p:cNvSpPr/>
          <p:nvPr/>
        </p:nvSpPr>
        <p:spPr>
          <a:xfrm>
            <a:off x="0" y="3962400"/>
            <a:ext cx="10744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Parishudhaathmaave-ippolh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Eeyadiyaar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Karalhalinju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nalkeedenhame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8F12D-03AA-436A-BFD1-3EF3CB34FA0A}"/>
              </a:ext>
            </a:extLst>
          </p:cNvPr>
          <p:cNvSpPr txBox="1"/>
          <p:nvPr/>
        </p:nvSpPr>
        <p:spPr>
          <a:xfrm>
            <a:off x="0" y="58727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3789" y="1329154"/>
            <a:ext cx="10744200" cy="2633246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പെന്തിക്കോസ്തിൻ നാളിൽ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 അപ്പോസ്തോലർമേൽ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ചന്തമോടിറങ്ങി വന്ന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പരിശുദ്ധാത്മാവേ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9E62F-3E4D-4D24-9229-23F08D15B2CC}"/>
              </a:ext>
            </a:extLst>
          </p:cNvPr>
          <p:cNvSpPr/>
          <p:nvPr/>
        </p:nvSpPr>
        <p:spPr>
          <a:xfrm>
            <a:off x="0" y="3962400"/>
            <a:ext cx="10744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Penthikosthin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naalhil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apposthalarmel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Chanthamodirhangi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Parishuddhathmave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8F12D-03AA-436A-BFD1-3EF3CB34FA0A}"/>
              </a:ext>
            </a:extLst>
          </p:cNvPr>
          <p:cNvSpPr txBox="1"/>
          <p:nvPr/>
        </p:nvSpPr>
        <p:spPr>
          <a:xfrm>
            <a:off x="0" y="58727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108252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3789" y="1329154"/>
            <a:ext cx="10744200" cy="2633246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ദാനങ്ങൾക്കുടയ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വല്ലഭനേ നീ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സ്വർലോകത്തിൽ നിന്നിറങ്ങി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ഞങ്ങൾ മേൽ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9E62F-3E4D-4D24-9229-23F08D15B2CC}"/>
              </a:ext>
            </a:extLst>
          </p:cNvPr>
          <p:cNvSpPr/>
          <p:nvPr/>
        </p:nvSpPr>
        <p:spPr>
          <a:xfrm>
            <a:off x="0" y="3962400"/>
            <a:ext cx="10744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</a:rPr>
              <a:t>Nalla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daanangalkkudaya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Vallabhane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Swarlokathil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ninnirhangi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8F12D-03AA-436A-BFD1-3EF3CB34FA0A}"/>
              </a:ext>
            </a:extLst>
          </p:cNvPr>
          <p:cNvSpPr txBox="1"/>
          <p:nvPr/>
        </p:nvSpPr>
        <p:spPr>
          <a:xfrm>
            <a:off x="0" y="58727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09575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43789" y="1329154"/>
            <a:ext cx="10744200" cy="2633246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 വരപ്രസാദങ്ങൾ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എല്ലാവർമേലും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തന്നിട്ടാശീർവാദത്തോട-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യച്ചീടേണമെ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9E62F-3E4D-4D24-9229-23F08D15B2CC}"/>
              </a:ext>
            </a:extLst>
          </p:cNvPr>
          <p:cNvSpPr/>
          <p:nvPr/>
        </p:nvSpPr>
        <p:spPr>
          <a:xfrm>
            <a:off x="0" y="3962400"/>
            <a:ext cx="10744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Varaprasaadangalh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Ellaavarkkumelum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Thannittaashirvaadathoda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yacheedenhame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98F12D-03AA-436A-BFD1-3EF3CB34FA0A}"/>
              </a:ext>
            </a:extLst>
          </p:cNvPr>
          <p:cNvSpPr txBox="1"/>
          <p:nvPr/>
        </p:nvSpPr>
        <p:spPr>
          <a:xfrm>
            <a:off x="0" y="58727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41715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46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197 പരിശുദ്ധാത്മാവേയിപ്പോൾ</vt:lpstr>
      <vt:lpstr>പരിശുദ്ധാത്മാവേയിപ്പോൾ  ഈയടിയാർ മേൽ  കരളലിഞ്ഞു വന്നു  വരം നൽകീടേണമേ </vt:lpstr>
      <vt:lpstr>പെന്തിക്കോസ്തിൻ നാളിൽ  സ്വന്ത അപ്പോസ്തോലർമേൽ  ചന്തമോടിറങ്ങി വന്ന  പരിശുദ്ധാത്മാവേ </vt:lpstr>
      <vt:lpstr>നല്ല ദാനങ്ങൾക്കുടയ  വല്ലഭനേ നീ  സ്വർലോകത്തിൽ നിന്നിറങ്ങി  വരിക ഞങ്ങൾ മേൽ </vt:lpstr>
      <vt:lpstr>വന്നു വരപ്രസാദങ്ങൾ  എല്ലാവർമേലും  തന്നിട്ടാശീർവാദത്തോട- യച്ചീടേണമെ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Parishudhathmave ippol</dc:title>
  <dc:creator>Digital Input:; GM JOHN; Acsah Mathews</dc:creator>
  <cp:lastModifiedBy>Acsah Mathews</cp:lastModifiedBy>
  <cp:revision>169</cp:revision>
  <dcterms:created xsi:type="dcterms:W3CDTF">2013-04-19T09:19:07Z</dcterms:created>
  <dcterms:modified xsi:type="dcterms:W3CDTF">2018-11-07T19:19:37Z</dcterms:modified>
</cp:coreProperties>
</file>