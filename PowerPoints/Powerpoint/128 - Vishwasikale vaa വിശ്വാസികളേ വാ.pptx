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"/>
    <p:sldId id="271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9FB"/>
    <a:srgbClr val="4C54F2"/>
    <a:srgbClr val="2C236B"/>
    <a:srgbClr val="221BB5"/>
    <a:srgbClr val="1138DD"/>
    <a:srgbClr val="1941ED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51" d="100"/>
          <a:sy n="51" d="100"/>
        </p:scale>
        <p:origin x="102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567B0-0CEE-43B9-95D0-84CEC6B1B160}" type="datetimeFigureOut">
              <a:rPr lang="en-US" smtClean="0"/>
              <a:t>11/5/2018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E5C27-AD89-4245-B664-C545EF0C9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09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E5C27-AD89-4245-B664-C545EF0C95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08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E5C27-AD89-4245-B664-C545EF0C95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6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E5C27-AD89-4245-B664-C545EF0C95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23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E5C27-AD89-4245-B664-C545EF0C95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4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F3A3B-EDA5-4247-BEDC-072BF3482BF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D9D1C-CE6D-477F-9893-2DEF14902A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C4BCC-6F0D-490A-A354-64117EBC4F2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6DEC-591A-4495-9DD4-5AF835883A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68A9F-3C50-4BB8-BAC7-3C5C17429D2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6C867-6895-41DF-8BA7-28551489AB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66AE7-1B2A-4379-9684-4E0C1CF220E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4968C-625B-42F6-BF52-51B983391D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04251-36B5-4A72-AD37-93860FD7AB5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99156-9068-4C85-A827-A9D1F4158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5DDC7-7E65-4156-B9B2-FBC98613745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DA187-C873-46F3-B80F-48C18F7C82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6AF34-DF0C-407F-95B9-AD3446DE687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5B1A6-DE75-4362-8E7E-7DA26834EF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ADDE1-8867-400E-9C78-7E14E191FFA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10981-1A39-438F-B14F-14C9D61C96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6BC15-D4F6-4C8E-906B-37F0F071444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A35B5-B6A0-405E-8BCA-2823E8708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410D5-F7B3-45AD-B67D-A9673F806A2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66F4A-5ECC-424D-9062-42C16838F3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B9F0F-8A7A-41F2-B378-8E7C23BAC54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86EFB-05F4-445E-9957-38757D70C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3BD98A-768D-4544-9479-CF1AB1DBCAA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46F56A-59F9-4CA3-BEED-CF853AF9DC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F71E-8211-4863-8939-9E00CDFE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00150"/>
            <a:ext cx="103632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</a:rPr>
              <a:t>128</a:t>
            </a:r>
            <a:br>
              <a:rPr lang="en-US" b="1" dirty="0">
                <a:solidFill>
                  <a:schemeClr val="bg1"/>
                </a:solidFill>
                <a:latin typeface="Kartika" panose="02020503030404060203" pitchFamily="18" charset="0"/>
              </a:rPr>
            </a:br>
            <a:r>
              <a:rPr lang="ml-IN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വിശ്വാസികളേ വാ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A27AB-9CC7-4E55-A02A-DDB7E39C9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971800"/>
            <a:ext cx="8534400" cy="1752600"/>
          </a:xfrm>
        </p:spPr>
        <p:txBody>
          <a:bodyPr/>
          <a:lstStyle/>
          <a:p>
            <a:r>
              <a:rPr lang="en-US" sz="4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Footlight MT Light" panose="0204060206030A020304" pitchFamily="18" charset="0"/>
              </a:rPr>
              <a:t>Vishwaasikalhe! </a:t>
            </a:r>
            <a:r>
              <a:rPr lang="en-US" sz="4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Footlight MT Light" panose="0204060206030A020304" pitchFamily="18" charset="0"/>
              </a:rPr>
              <a:t>Vaa</a:t>
            </a:r>
            <a:endParaRPr lang="en-US" sz="4200" b="1" dirty="0">
              <a:solidFill>
                <a:schemeClr val="accent1">
                  <a:lumMod val="40000"/>
                  <a:lumOff val="60000"/>
                </a:schemeClr>
              </a:solidFill>
              <a:latin typeface="Footlight MT Light" panose="0204060206030A020304" pitchFamily="18" charset="0"/>
            </a:endParaRPr>
          </a:p>
          <a:p>
            <a:r>
              <a:rPr lang="en-US" sz="4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ootlight MT Light" panose="0204060206030A020304" pitchFamily="18" charset="0"/>
              </a:rPr>
              <a:t>O Come All Ye Faithful</a:t>
            </a:r>
          </a:p>
        </p:txBody>
      </p:sp>
    </p:spTree>
    <p:extLst>
      <p:ext uri="{BB962C8B-B14F-4D97-AF65-F5344CB8AC3E}">
        <p14:creationId xmlns:p14="http://schemas.microsoft.com/office/powerpoint/2010/main" val="181244759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2567"/>
            <a:ext cx="12192000" cy="1661993"/>
          </a:xfrm>
        </p:spPr>
        <p:txBody>
          <a:bodyPr anchor="t"/>
          <a:lstStyle/>
          <a:p>
            <a:pPr algn="l" defTabSz="341313"/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വിശ്വാസികളേ വാ തുഷ്ട മാനസരായ്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വന്നീടുക വാ, നിങ്ങൾ ബേതലഹേമിൽ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 വന്നു കാണ്‍മീൻ ത്രിവിഷ്ടപരാജൻ!</a:t>
            </a:r>
            <a:r>
              <a:rPr lang="en-US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b="1" dirty="0">
              <a:solidFill>
                <a:schemeClr val="bg1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A1C21-1F16-40E4-B30E-BFA433E75C65}"/>
              </a:ext>
            </a:extLst>
          </p:cNvPr>
          <p:cNvSpPr/>
          <p:nvPr/>
        </p:nvSpPr>
        <p:spPr>
          <a:xfrm>
            <a:off x="2522220" y="2240340"/>
            <a:ext cx="96697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പാടീൻ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 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</a:t>
            </a:r>
            <a:r>
              <a:rPr lang="en-US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കർത്താവേ</a:t>
            </a:r>
            <a:endParaRPr lang="en-US" sz="3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AFC08-D5A5-4696-BB93-CF74157667DE}"/>
              </a:ext>
            </a:extLst>
          </p:cNvPr>
          <p:cNvSpPr/>
          <p:nvPr/>
        </p:nvSpPr>
        <p:spPr>
          <a:xfrm>
            <a:off x="0" y="37338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  <a:latin typeface="+mn-lt"/>
              </a:rPr>
              <a:t>Vishwaasikalhe!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thushta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maanasaraai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Vanniduka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bethlehemil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fi-FI" sz="3400" b="1" dirty="0">
                <a:solidFill>
                  <a:schemeClr val="bg1"/>
                </a:solidFill>
                <a:latin typeface="+mn-lt"/>
              </a:rPr>
              <a:t>Vaa, vannu kaanhmeen thrivishta paraajan! 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02ED0-53FC-48BD-8E18-F87DBCE3EE11}"/>
              </a:ext>
            </a:extLst>
          </p:cNvPr>
          <p:cNvSpPr/>
          <p:nvPr/>
        </p:nvSpPr>
        <p:spPr>
          <a:xfrm>
            <a:off x="4267200" y="526415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paadeen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vazhtheen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fi-FI" sz="3200" b="1" dirty="0">
                <a:solidFill>
                  <a:schemeClr val="bg1"/>
                </a:solidFill>
                <a:latin typeface="+mn-lt"/>
              </a:rPr>
              <a:t>Haa! Vegam vannu vazhtheen - karthave 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5A1B0-062C-4B5C-A86A-10AA3051455F}"/>
              </a:ext>
            </a:extLst>
          </p:cNvPr>
          <p:cNvSpPr txBox="1"/>
          <p:nvPr/>
        </p:nvSpPr>
        <p:spPr>
          <a:xfrm>
            <a:off x="0" y="-321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2567"/>
            <a:ext cx="12192000" cy="1661993"/>
          </a:xfrm>
        </p:spPr>
        <p:txBody>
          <a:bodyPr anchor="t"/>
          <a:lstStyle/>
          <a:p>
            <a:pPr algn="l" defTabSz="341313"/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ദേവാധി മാദേവൻ ശ്രീയേശു കർത്താവ്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ഈ ലോകെ വന്നുദിച്ചു കന്യകയിൽ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രാജാധി രാജൻ സൃഷ്ടിയല്ല ജാതൻ</a:t>
            </a:r>
            <a:endParaRPr lang="en-US" sz="3400" b="1" dirty="0">
              <a:solidFill>
                <a:schemeClr val="bg1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A1C21-1F16-40E4-B30E-BFA433E75C65}"/>
              </a:ext>
            </a:extLst>
          </p:cNvPr>
          <p:cNvSpPr/>
          <p:nvPr/>
        </p:nvSpPr>
        <p:spPr>
          <a:xfrm>
            <a:off x="2522220" y="2240340"/>
            <a:ext cx="96697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പാടീൻ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 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</a:t>
            </a:r>
            <a:r>
              <a:rPr lang="en-US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കർത്താവേ</a:t>
            </a:r>
            <a:endParaRPr lang="en-US" sz="3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AFC08-D5A5-4696-BB93-CF74157667DE}"/>
              </a:ext>
            </a:extLst>
          </p:cNvPr>
          <p:cNvSpPr/>
          <p:nvPr/>
        </p:nvSpPr>
        <p:spPr>
          <a:xfrm>
            <a:off x="0" y="37338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  <a:latin typeface="+mn-lt"/>
              </a:rPr>
              <a:t>Devaadhi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devan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karthaavu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loke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vannudichu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kanyakayil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Raajaadhi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srishtiyalla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jaathan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02ED0-53FC-48BD-8E18-F87DBCE3EE11}"/>
              </a:ext>
            </a:extLst>
          </p:cNvPr>
          <p:cNvSpPr/>
          <p:nvPr/>
        </p:nvSpPr>
        <p:spPr>
          <a:xfrm>
            <a:off x="4267200" y="526415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paadeen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vazhtheen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fi-FI" sz="3200" b="1" dirty="0">
                <a:solidFill>
                  <a:schemeClr val="bg1"/>
                </a:solidFill>
                <a:latin typeface="+mn-lt"/>
              </a:rPr>
              <a:t>Haa! Vegam vannu vazhtheen - karthave 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802ED-FEDE-4840-AEF7-A79D973A7F1E}"/>
              </a:ext>
            </a:extLst>
          </p:cNvPr>
          <p:cNvSpPr txBox="1"/>
          <p:nvPr/>
        </p:nvSpPr>
        <p:spPr>
          <a:xfrm>
            <a:off x="0" y="-321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180739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2567"/>
            <a:ext cx="12192000" cy="1661993"/>
          </a:xfrm>
        </p:spPr>
        <p:txBody>
          <a:bodyPr anchor="t"/>
          <a:lstStyle/>
          <a:p>
            <a:pPr algn="l" defTabSz="341313"/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മാലാഖമാരോടു മേളം കൂടി പാടിൻ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സ്വർലോക നിവാസികളെ പാടിൻ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മഹോന്നതത്തിൽ ദൈവത്തിനു സ്തോത്രം</a:t>
            </a:r>
            <a:endParaRPr lang="en-US" sz="3400" b="1" dirty="0">
              <a:solidFill>
                <a:schemeClr val="bg1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A1C21-1F16-40E4-B30E-BFA433E75C65}"/>
              </a:ext>
            </a:extLst>
          </p:cNvPr>
          <p:cNvSpPr/>
          <p:nvPr/>
        </p:nvSpPr>
        <p:spPr>
          <a:xfrm>
            <a:off x="2522220" y="2240340"/>
            <a:ext cx="96697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പാടീൻ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 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</a:t>
            </a:r>
            <a:r>
              <a:rPr lang="en-US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കർത്താവേ</a:t>
            </a:r>
            <a:endParaRPr lang="en-US" sz="3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AFC08-D5A5-4696-BB93-CF74157667DE}"/>
              </a:ext>
            </a:extLst>
          </p:cNvPr>
          <p:cNvSpPr/>
          <p:nvPr/>
        </p:nvSpPr>
        <p:spPr>
          <a:xfrm>
            <a:off x="0" y="37338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bg1"/>
                </a:solidFill>
                <a:latin typeface="+mn-lt"/>
              </a:rPr>
              <a:t>Maalaakhamaarodu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melham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koodu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paadin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Swarloka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nivaasikalhe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padin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Mahonnathththin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daivaththinu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sthothram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02ED0-53FC-48BD-8E18-F87DBCE3EE11}"/>
              </a:ext>
            </a:extLst>
          </p:cNvPr>
          <p:cNvSpPr/>
          <p:nvPr/>
        </p:nvSpPr>
        <p:spPr>
          <a:xfrm>
            <a:off x="4267200" y="526415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paadeen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vazhtheen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fi-FI" sz="3200" b="1" dirty="0">
                <a:solidFill>
                  <a:schemeClr val="bg1"/>
                </a:solidFill>
                <a:latin typeface="+mn-lt"/>
              </a:rPr>
              <a:t>Haa! Vegam vannu vazhtheen - karthave 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40261-01B0-46AA-B170-92956B82FB11}"/>
              </a:ext>
            </a:extLst>
          </p:cNvPr>
          <p:cNvSpPr txBox="1"/>
          <p:nvPr/>
        </p:nvSpPr>
        <p:spPr>
          <a:xfrm>
            <a:off x="0" y="-321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06510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92567"/>
            <a:ext cx="12192000" cy="1661993"/>
          </a:xfrm>
        </p:spPr>
        <p:txBody>
          <a:bodyPr anchor="t"/>
          <a:lstStyle/>
          <a:p>
            <a:pPr algn="l" defTabSz="341313"/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ഈ ഭൂമിയിൽ ജാതൻ പ്രഭയേറും രാജൻ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ഈശോ തമ്പുരാന്നു സ്തോത്രം പാടിൻ </a:t>
            </a:r>
            <a:b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പാരിലുള്ളോരേ!</a:t>
            </a:r>
            <a:r>
              <a:rPr lang="en-US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chemeClr val="bg1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വന്ദനം കരേറ്റിൻ</a:t>
            </a:r>
            <a:endParaRPr lang="en-US" sz="3400" b="1" dirty="0">
              <a:solidFill>
                <a:schemeClr val="bg1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A1C21-1F16-40E4-B30E-BFA433E75C65}"/>
              </a:ext>
            </a:extLst>
          </p:cNvPr>
          <p:cNvSpPr/>
          <p:nvPr/>
        </p:nvSpPr>
        <p:spPr>
          <a:xfrm>
            <a:off x="2522220" y="2240340"/>
            <a:ext cx="96697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പാടീൻ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 </a:t>
            </a:r>
            <a:b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വേഗം വന്നു വാഴ്ത്തീൻ</a:t>
            </a:r>
            <a:r>
              <a:rPr lang="en-US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കർത്താവേ</a:t>
            </a:r>
            <a:endParaRPr lang="en-US" sz="3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AFC08-D5A5-4696-BB93-CF74157667DE}"/>
              </a:ext>
            </a:extLst>
          </p:cNvPr>
          <p:cNvSpPr/>
          <p:nvPr/>
        </p:nvSpPr>
        <p:spPr>
          <a:xfrm>
            <a:off x="0" y="373380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jaathan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prabhayerhum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raajan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Eesho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thamburaanu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paadin</a:t>
            </a:r>
            <a:endParaRPr lang="en-US" sz="3400" b="1" dirty="0">
              <a:solidFill>
                <a:schemeClr val="bg1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Paarilullhore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+mn-lt"/>
              </a:rPr>
              <a:t>karettin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02ED0-53FC-48BD-8E18-F87DBCE3EE11}"/>
              </a:ext>
            </a:extLst>
          </p:cNvPr>
          <p:cNvSpPr/>
          <p:nvPr/>
        </p:nvSpPr>
        <p:spPr>
          <a:xfrm>
            <a:off x="4191000" y="5264150"/>
            <a:ext cx="800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paadeen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Haa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n-lt"/>
              </a:rPr>
              <a:t>vazhtheen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 </a:t>
            </a:r>
          </a:p>
          <a:p>
            <a:r>
              <a:rPr lang="fi-FI" sz="3200" b="1" dirty="0">
                <a:solidFill>
                  <a:schemeClr val="bg1"/>
                </a:solidFill>
                <a:latin typeface="+mn-lt"/>
              </a:rPr>
              <a:t>Haa! Vegam vannu vazhtheen - karthave 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7552C-15FA-4D1E-8DFC-CDF10DDF6E2C}"/>
              </a:ext>
            </a:extLst>
          </p:cNvPr>
          <p:cNvSpPr txBox="1"/>
          <p:nvPr/>
        </p:nvSpPr>
        <p:spPr>
          <a:xfrm>
            <a:off x="0" y="-321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46845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540</TotalTime>
  <Words>180</Words>
  <Application>Microsoft Office PowerPoint</Application>
  <PresentationFormat>Widescreen</PresentationFormat>
  <Paragraphs>47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Footlight MT Light</vt:lpstr>
      <vt:lpstr>Kartika</vt:lpstr>
      <vt:lpstr>Office Theme</vt:lpstr>
      <vt:lpstr>128 വിശ്വാസികളേ വാ!</vt:lpstr>
      <vt:lpstr>വിശ്വാസികളേ വാ തുഷ്ട മാനസരായ്  വന്നീടുക വാ, നിങ്ങൾ ബേതലഹേമിൽ  വാ വന്നു കാണ്‍മീൻ ത്രിവിഷ്ടപരാജൻ!  </vt:lpstr>
      <vt:lpstr>ദേവാധി മാദേവൻ ശ്രീയേശു കർത്താവ്  ഈ ലോകെ വന്നുദിച്ചു കന്യകയിൽ  രാജാധി രാജൻ സൃഷ്ടിയല്ല ജാതൻ</vt:lpstr>
      <vt:lpstr>മാലാഖമാരോടു മേളം കൂടി പാടിൻ സ്വർലോക നിവാസികളെ പാടിൻ  മഹോന്നതത്തിൽ ദൈവത്തിനു സ്തോത്രം</vt:lpstr>
      <vt:lpstr>ഈ ഭൂമിയിൽ ജാതൻ പ്രഭയേറും രാജൻ  ഈശോ തമ്പുരാന്നു സ്തോത്രം പാടിൻ  പാരിലുള്ളോരേ! വന്ദനം കരേറ്റിൻ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Vishwasikale vaa</dc:title>
  <dc:creator>Digital Input:;GM JOHN</dc:creator>
  <cp:lastModifiedBy>Acsah Mathews</cp:lastModifiedBy>
  <cp:revision>197</cp:revision>
  <dcterms:created xsi:type="dcterms:W3CDTF">2013-04-19T09:19:07Z</dcterms:created>
  <dcterms:modified xsi:type="dcterms:W3CDTF">2018-11-05T15:50:31Z</dcterms:modified>
</cp:coreProperties>
</file>