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4" r:id="rId5"/>
    <p:sldId id="275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58359-1BC2-43ED-A5BF-F3FB0F11216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08FC1-B843-4DE9-BEA1-3E92C31AF2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4F6DB-A91E-425C-8137-838AB2D47C4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04016-ED60-41D5-9380-0F48D964D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FADA6-95E7-403D-BD17-1586EC62A65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2F7EF2-D13B-4703-B33F-05DB67277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CCC15C-3721-4C82-ABAE-39CBB6B24EF2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90E4D-8A8D-45B8-BC7F-0FA3D872AC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76DB5-1027-4663-9DD2-7623D821330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9E563F-CF7E-4B48-BCD5-367C37933D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C1C8D-F643-468D-BD68-B8681E58E921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BF8BE-F1CA-4835-AB58-1F6F332B1F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DBC074-4552-40E5-AE66-1E5F32FD09D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AAA5C-0766-412A-8799-B066DFEE8F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B91DB-6EEF-4ADD-95DF-3E88046777D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E3DA9-EE3A-4A5A-8AFC-5C81DD679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AA5A8D-354D-48D9-8152-6623A9BA5E5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69AA8-168D-4E08-A19E-E13154BF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183AEA-5DA5-4C75-95FC-4A9F22BF80A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196BC-9AAE-46A0-B073-22D80F3B7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A3464-FA23-4B2F-B079-26B59F9BAA3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FCD3A-B0B1-4ADB-A251-FEDAEE0CE1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94C34EE-A509-4CD1-8A2C-59D3DAA52DC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900F2E-5CF7-4F31-B4D5-0E4B16D111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898B7-7E40-4D01-B215-B51E45C84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മനമേ പുകഴ്ത്തിടു നീ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8FB40-3140-4046-BA1B-9BC68D845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Manamey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Pukazhththeedu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nee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AB423A-A7F7-4BD3-94BB-E10DA2033EA3}"/>
              </a:ext>
            </a:extLst>
          </p:cNvPr>
          <p:cNvSpPr/>
          <p:nvPr/>
        </p:nvSpPr>
        <p:spPr>
          <a:xfrm>
            <a:off x="1828800" y="5105400"/>
            <a:ext cx="30636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 (എം. ഇ. ചെറിയാൻ)</a:t>
            </a:r>
            <a:endParaRPr lang="en-US" sz="2000" dirty="0">
              <a:solidFill>
                <a:schemeClr val="accent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E0E1C8-2977-407B-B587-43594859AE64}"/>
              </a:ext>
            </a:extLst>
          </p:cNvPr>
          <p:cNvSpPr/>
          <p:nvPr/>
        </p:nvSpPr>
        <p:spPr>
          <a:xfrm>
            <a:off x="8614003" y="5105400"/>
            <a:ext cx="17283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(M.E. Cherian) </a:t>
            </a:r>
          </a:p>
        </p:txBody>
      </p:sp>
    </p:spTree>
    <p:extLst>
      <p:ext uri="{BB962C8B-B14F-4D97-AF65-F5344CB8AC3E}">
        <p14:creationId xmlns:p14="http://schemas.microsoft.com/office/powerpoint/2010/main" val="51782174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133600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മരക്കുരിശതിൽ മരിപ്പാനായ്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നര ജന്മമെടുത്തു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 തൻ നാമം മനോഹരം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ആഹാ! തൻ നാമം മനോഹരം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മഹാത്ഭുതം തൻ സ്നേഹം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			-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മനമേ…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7AB4BD-77DA-4A22-A001-68EE9645F659}"/>
              </a:ext>
            </a:extLst>
          </p:cNvPr>
          <p:cNvSpPr/>
          <p:nvPr/>
        </p:nvSpPr>
        <p:spPr>
          <a:xfrm>
            <a:off x="0" y="370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മനമേ പുകഴ്ത്തിടു നീ 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മഹോന്നതൻ തൻ മഹിമ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E2A6E-3562-44AD-9A9E-3294C858C64D}"/>
              </a:ext>
            </a:extLst>
          </p:cNvPr>
          <p:cNvSpPr/>
          <p:nvPr/>
        </p:nvSpPr>
        <p:spPr>
          <a:xfrm>
            <a:off x="0" y="4658618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Marakkurishathil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marippaanaai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Nara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janmameduththu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Mahaathbhutham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B2883-FD95-4BD3-9569-1E682F3D9A3B}"/>
              </a:ext>
            </a:extLst>
          </p:cNvPr>
          <p:cNvSpPr/>
          <p:nvPr/>
        </p:nvSpPr>
        <p:spPr>
          <a:xfrm>
            <a:off x="5862" y="3581400"/>
            <a:ext cx="121861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Pukazhththeedu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Mahônnathan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133600"/>
          </a:xfrm>
        </p:spPr>
        <p:txBody>
          <a:bodyPr anchor="t"/>
          <a:lstStyle/>
          <a:p>
            <a:pPr algn="l" defTabSz="46355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100" b="1" dirty="0">
                <a:latin typeface="Kartika" panose="02020503030404060203" pitchFamily="18" charset="0"/>
                <a:cs typeface="Kartika" panose="02020503030404060203" pitchFamily="18" charset="0"/>
              </a:rPr>
              <a:t>ബഹു വിപത്തുകളെഴും ഭൂവിൽ </a:t>
            </a:r>
            <a:br>
              <a:rPr lang="en-US" sz="3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1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1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സ്നേഹക്കൈകൾ നീട്ടിയെന്നെ താങ്ങുംതൻ നാമംമനോഹരം</a:t>
            </a:r>
            <a:br>
              <a:rPr lang="en-US" sz="3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1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100" b="1" dirty="0">
                <a:latin typeface="Kartika" panose="02020503030404060203" pitchFamily="18" charset="0"/>
                <a:cs typeface="Kartika" panose="02020503030404060203" pitchFamily="18" charset="0"/>
              </a:rPr>
              <a:t>ആഹാ! തൻ നാമം മനോഹരം</a:t>
            </a:r>
            <a:br>
              <a:rPr lang="ml-IN" sz="31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1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1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മഹാത്ഭുതം തൻ സ്നേഹം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7AB4BD-77DA-4A22-A001-68EE9645F659}"/>
              </a:ext>
            </a:extLst>
          </p:cNvPr>
          <p:cNvSpPr/>
          <p:nvPr/>
        </p:nvSpPr>
        <p:spPr>
          <a:xfrm>
            <a:off x="0" y="25908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മനമേ പുകഴ്ത്തിടു നീ 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മഹോന്നതൻ തൻ മഹിമ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E2A6E-3562-44AD-9A9E-3294C858C64D}"/>
              </a:ext>
            </a:extLst>
          </p:cNvPr>
          <p:cNvSpPr/>
          <p:nvPr/>
        </p:nvSpPr>
        <p:spPr>
          <a:xfrm>
            <a:off x="0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Behu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vipaththukalhezhum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bhoovil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Snehakkaikalh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neetteeyenne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Thaangum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Mahaathbhutham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B2883-FD95-4BD3-9569-1E682F3D9A3B}"/>
              </a:ext>
            </a:extLst>
          </p:cNvPr>
          <p:cNvSpPr/>
          <p:nvPr/>
        </p:nvSpPr>
        <p:spPr>
          <a:xfrm>
            <a:off x="0" y="57150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Pukazhththeedu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Mahônnathan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742193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133600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പല കുറവുകൾ വന്നാലും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തള്ളാതെ കൃപയാൽ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കാക്കും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തൻ നാമം മനോഹരം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ആഹാ! തൻ നാമം മനോഹരം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മഹാത്ഭുതം തൻ സ്നേഹം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7AB4BD-77DA-4A22-A001-68EE9645F659}"/>
              </a:ext>
            </a:extLst>
          </p:cNvPr>
          <p:cNvSpPr/>
          <p:nvPr/>
        </p:nvSpPr>
        <p:spPr>
          <a:xfrm>
            <a:off x="0" y="2656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മനമേ പുകഴ്ത്തിടു നീ 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മഹോന്നതൻ തൻ മഹിമ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E2A6E-3562-44AD-9A9E-3294C858C64D}"/>
              </a:ext>
            </a:extLst>
          </p:cNvPr>
          <p:cNvSpPr/>
          <p:nvPr/>
        </p:nvSpPr>
        <p:spPr>
          <a:xfrm>
            <a:off x="0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Pala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kuravukalh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vannaalum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thallhaathey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kripayaal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Mahaathbhutham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B2883-FD95-4BD3-9569-1E682F3D9A3B}"/>
              </a:ext>
            </a:extLst>
          </p:cNvPr>
          <p:cNvSpPr/>
          <p:nvPr/>
        </p:nvSpPr>
        <p:spPr>
          <a:xfrm>
            <a:off x="0" y="57150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Pukazhththeedu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Mahônnathan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6853498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133600"/>
          </a:xfrm>
        </p:spPr>
        <p:txBody>
          <a:bodyPr anchor="t"/>
          <a:lstStyle/>
          <a:p>
            <a:pPr algn="l" defTabSz="46355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ഒരു നിമിഷവും തളരാതെ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മാർവ്വിൽ വിശ്രമം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!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തൻ നാമം മനോഹരം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ആഹാ! തൻ നാമം മനോഹരം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മഹാത്ഭുതം തൻ സ്നേഹം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093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7AB4BD-77DA-4A22-A001-68EE9645F659}"/>
              </a:ext>
            </a:extLst>
          </p:cNvPr>
          <p:cNvSpPr/>
          <p:nvPr/>
        </p:nvSpPr>
        <p:spPr>
          <a:xfrm>
            <a:off x="0" y="2656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മനമേ പുകഴ്ത്തിടു നീ 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മഹോന്നതൻ തൻ മഹിമ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E2A6E-3562-44AD-9A9E-3294C858C64D}"/>
              </a:ext>
            </a:extLst>
          </p:cNvPr>
          <p:cNvSpPr/>
          <p:nvPr/>
        </p:nvSpPr>
        <p:spPr>
          <a:xfrm>
            <a:off x="0" y="3810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nimishavum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thalharaathey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maarvil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vishramam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thèdu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manohoram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Aahaa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manoharam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Mahaathbhutham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B2883-FD95-4BD3-9569-1E682F3D9A3B}"/>
              </a:ext>
            </a:extLst>
          </p:cNvPr>
          <p:cNvSpPr/>
          <p:nvPr/>
        </p:nvSpPr>
        <p:spPr>
          <a:xfrm>
            <a:off x="0" y="57150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Manamey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Pukazhththeedu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Mahônnathan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mahima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435720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153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93 മനമേ പുകഴ്ത്തിടു നീ</vt:lpstr>
      <vt:lpstr>1 മരക്കുരിശതിൽ മരിപ്പാനായ്   നര ജന്മമെടുത്തു വന്ന തൻ നാമം മനോഹരം   ആഹാ! തൻ നാമം മനോഹരം  മഹാത്ഭുതം തൻ സ്നേഹം       - മനമേ…</vt:lpstr>
      <vt:lpstr>2 ബഹു വിപത്തുകളെഴും ഭൂവിൽ      സ്നേഹക്കൈകൾ നീട്ടിയെന്നെ താങ്ങുംതൻ നാമംമനോഹരം  ആഹാ! തൻ നാമം മനോഹരം  മഹാത്ഭുതം തൻ സ്നേഹം</vt:lpstr>
      <vt:lpstr>3 പല കുറവുകൾ വന്നാലും   എന്നെ തള്ളാതെ കൃപയാൽ കാക്കും തൻ നാമം മനോഹരം  ആഹാ! തൻ നാമം മനോഹരം  മഹാത്ഭുതം തൻ സ്നേഹം</vt:lpstr>
      <vt:lpstr>4 ഒരു നിമിഷവും തളരാതെ   തിരു മാർവ്വിൽ വിശ്രമം തേടൂ! തൻ നാമം മനോഹരം  ആഹാ! തൻ നാമം മനോഹരം  മഹാത്ഭുതം തൻ സ്നേഹം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Maname pukazhtheedu nee</dc:title>
  <dc:creator>Digital Input:; GM JOHN; Acsah Mathews</dc:creator>
  <cp:lastModifiedBy>Acsah Mathews</cp:lastModifiedBy>
  <cp:revision>171</cp:revision>
  <dcterms:created xsi:type="dcterms:W3CDTF">2013-04-19T09:19:07Z</dcterms:created>
  <dcterms:modified xsi:type="dcterms:W3CDTF">2018-11-01T17:45:56Z</dcterms:modified>
</cp:coreProperties>
</file>