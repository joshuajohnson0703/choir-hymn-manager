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4" r:id="rId3"/>
    <p:sldId id="270" r:id="rId4"/>
    <p:sldId id="271" r:id="rId5"/>
    <p:sldId id="276" r:id="rId6"/>
    <p:sldId id="275" r:id="rId7"/>
    <p:sldId id="272" r:id="rId8"/>
    <p:sldId id="277" r:id="rId9"/>
    <p:sldId id="273" r:id="rId10"/>
    <p:sldId id="278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20AF3-59C5-4E60-93A9-9456D45DA49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978BF-E6F1-4C47-88DE-AEE4D8BFB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328EA-FF2C-47B4-A8D2-4A37A6CE1EBB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63C6A-5951-4DB8-B086-56B8AC7294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85671-328D-4E4E-9B04-6372F7B7A9D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397B3-8407-4098-9278-A5C8EE7DDA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BD541-8CDE-48A5-82C5-BF12A5ED561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D0640-7CF7-4E87-8ECC-53E79EF004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7A59A-158E-4E00-BB82-DE05030F0D0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A37C1-46E2-4EE9-8DE6-2C4A62D42C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E8A11-2B93-42A6-96F0-4EE05C478E5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1E6EB-E312-4880-AD9B-643EB120E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0EF7D-1C66-4030-9246-878B948527A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3889F-D355-4FF8-90CC-EF8E0B9622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519401-7199-4708-86DA-BDB998C7A3E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F2A59-388D-42A9-AB19-C6A2617E48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C7E36-A3AD-43B0-8E36-1D99D01C5D94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9E5DA-0DBA-42BC-AAE1-5C63C3FBAB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CB0F9-BABF-434F-A106-D258472A2FD0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604D8-7FA8-4D3C-AF82-7B52F699E5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CF2CC-BAA5-49B4-935A-73D3D8F702D1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B7D06-8EF9-4AF2-8C7A-4D58C33198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2A26D34-9589-4A0B-A397-0E72478DFEA2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CABADA2-75A8-4214-BA3C-C48FCF691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3044-2202-4970-B8AB-5C72F18A1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57</a:t>
            </a:r>
            <a:br>
              <a:rPr lang="en-US" dirty="0"/>
            </a:br>
            <a:r>
              <a:rPr lang="ml-IN" b="1" dirty="0"/>
              <a:t>കർത്താവിനെ നാം സ്തുതിക്ക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E5C1C-7624-4063-95A2-492809A54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Karthavine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sthuthika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i="1" dirty="0"/>
              <a:t>Tune: I feel like singing</a:t>
            </a:r>
          </a:p>
        </p:txBody>
      </p:sp>
    </p:spTree>
    <p:extLst>
      <p:ext uri="{BB962C8B-B14F-4D97-AF65-F5344CB8AC3E}">
        <p14:creationId xmlns:p14="http://schemas.microsoft.com/office/powerpoint/2010/main" val="40417330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76200"/>
            <a:ext cx="11104418" cy="3924300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1	</a:t>
            </a:r>
            <a:r>
              <a:rPr lang="ml-IN" sz="3600" b="1" dirty="0"/>
              <a:t>കർത്താവിനെ നാം സ്തുതിക്ക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ഹേ! ദൈവ മക്കളേ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സന്തോഷ ത്തിൽ നാം അർപ്പിക്ക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സ്തോത്രത്തിൻ ബലിയെ-</a:t>
            </a:r>
            <a:br>
              <a:rPr lang="ml-IN" sz="1200" b="1" dirty="0"/>
            </a:br>
            <a:br>
              <a:rPr lang="ml-IN" sz="1200" b="1" dirty="0"/>
            </a:br>
            <a:r>
              <a:rPr lang="en-US" sz="3600" b="1" dirty="0"/>
              <a:t>	</a:t>
            </a:r>
            <a:r>
              <a:rPr lang="ml-IN" sz="3400" b="1" dirty="0"/>
              <a:t>നാം സ്തോത്രം സ്തോത്രം</a:t>
            </a:r>
            <a:r>
              <a:rPr lang="en-US" sz="3400" b="1" dirty="0"/>
              <a:t> </a:t>
            </a:r>
            <a:r>
              <a:rPr lang="ml-IN" sz="3400" b="1" dirty="0"/>
              <a:t>സ്തോത്രം</a:t>
            </a:r>
            <a:r>
              <a:rPr lang="en-US" sz="3400" b="1" dirty="0"/>
              <a:t> </a:t>
            </a:r>
            <a:r>
              <a:rPr lang="ml-IN" sz="3400" b="1" dirty="0"/>
              <a:t>കഴിക്ക</a:t>
            </a:r>
            <a:br>
              <a:rPr lang="ml-IN" sz="3400" b="1" dirty="0"/>
            </a:br>
            <a:r>
              <a:rPr lang="en-US" sz="3400" b="1" dirty="0"/>
              <a:t>	</a:t>
            </a:r>
            <a:r>
              <a:rPr lang="ml-IN" sz="3400" b="1" dirty="0"/>
              <a:t>സ്തോത്രം സ്തോത്രം നാം സ്തോത്രം കഴിക്ക</a:t>
            </a:r>
            <a:endParaRPr lang="en-US" sz="3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4FB32B-B9FD-4E0F-B303-DE9DF3A16083}"/>
              </a:ext>
            </a:extLst>
          </p:cNvPr>
          <p:cNvSpPr/>
          <p:nvPr/>
        </p:nvSpPr>
        <p:spPr>
          <a:xfrm>
            <a:off x="381000" y="3581400"/>
            <a:ext cx="1179021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Karthaaviney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sthuthikka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Hey!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Daivamakkalhey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Santhoshaththil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arpikka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Sthothraththin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beliyé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86692" y="62345"/>
            <a:ext cx="11305308" cy="3976255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2	</a:t>
            </a:r>
            <a:r>
              <a:rPr lang="ml-IN" sz="3600" b="1" dirty="0"/>
              <a:t>വിശുദ്ധസ്നേഹബന്ധത്താൽ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ഒരേ ശരീരമായ്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നാം ചേർക്കപ്പെട്ടതാകയാൽ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ചേരുവിൻ സ്തുതിക്കായ്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b="1" dirty="0"/>
              <a:t>		</a:t>
            </a:r>
            <a:r>
              <a:rPr lang="ml-IN" sz="3400" b="1" dirty="0"/>
              <a:t>നാം സ്തോത്രം സ്തോത്രം</a:t>
            </a:r>
            <a:r>
              <a:rPr lang="en-US" sz="3400" b="1" dirty="0"/>
              <a:t> </a:t>
            </a:r>
            <a:r>
              <a:rPr lang="ml-IN" sz="3400" b="1" dirty="0"/>
              <a:t>സ്തോത്രംകഴിക്ക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സ്തോത്രം സ്തോത്രം നാം സ്തോത്രംകഴിക്ക</a:t>
            </a:r>
            <a:endParaRPr lang="en-US" sz="3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6C8-A3D6-4E68-9E4A-07A3B438A5EA}"/>
              </a:ext>
            </a:extLst>
          </p:cNvPr>
          <p:cNvSpPr/>
          <p:nvPr/>
        </p:nvSpPr>
        <p:spPr>
          <a:xfrm>
            <a:off x="401782" y="3625556"/>
            <a:ext cx="117902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Vishuddha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sneha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bandhaththaal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shareeramaai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chèrkkappettath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aakayaal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Chèruvin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sthuthikkaai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990600" y="25546"/>
            <a:ext cx="11201400" cy="3632054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3	</a:t>
            </a:r>
            <a:r>
              <a:rPr lang="ml-IN" sz="3600" b="1" dirty="0"/>
              <a:t>പിതാവു ഏകജാതനെ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നമുക്കു തന്നല്ലോ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ഹാ! സ്നേഹത്തിൻ അഗാധമേ!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നിന്നെ ആരായാമോ</a:t>
            </a:r>
            <a:br>
              <a:rPr lang="ml-IN" sz="1200" b="1" dirty="0"/>
            </a:br>
            <a:br>
              <a:rPr lang="en-US" sz="1200" b="1" dirty="0"/>
            </a:br>
            <a:r>
              <a:rPr lang="en-US" sz="3600" b="1" dirty="0"/>
              <a:t>		</a:t>
            </a:r>
            <a:r>
              <a:rPr lang="ml-IN" sz="3400" b="1" dirty="0"/>
              <a:t>നാം സ്തോത്രം സ്തോത്രം സ്തോത്രംകഴിക്ക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സ്തോത്രം സ്തോത്രം നാം സ്തോത്രം കഴിക്ക</a:t>
            </a:r>
            <a:endParaRPr lang="en-US" sz="3400" b="1" dirty="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9753600" y="1"/>
            <a:ext cx="914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057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3 of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A463FE-D6A9-4DDE-A938-B52F2D55411E}"/>
              </a:ext>
            </a:extLst>
          </p:cNvPr>
          <p:cNvSpPr/>
          <p:nvPr/>
        </p:nvSpPr>
        <p:spPr>
          <a:xfrm>
            <a:off x="304800" y="3581400"/>
            <a:ext cx="117902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Pithaavu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èkajaathanay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Namukku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thannallo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snèhaththin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agaathamey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Ninney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aaraayamo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914400" y="0"/>
            <a:ext cx="11277600" cy="3581400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4	</a:t>
            </a:r>
            <a:r>
              <a:rPr lang="ml-IN" sz="3600" b="1" dirty="0"/>
              <a:t>നാം പ്രിയപ്പെട്ട മക്കളായ്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വിളിച്ചപേക്ഷിപ്പാൻ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തൻ ആത്മാവെ അച്ചാരമായ്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നമുക്കു നൽകി താൻ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3600" b="1" dirty="0"/>
              <a:t>		</a:t>
            </a:r>
            <a:r>
              <a:rPr lang="ml-IN" sz="3400" b="1" dirty="0"/>
              <a:t>നാം സ്തോത്രം സ്തോത്രം</a:t>
            </a:r>
            <a:r>
              <a:rPr lang="en-US" sz="3400" b="1" dirty="0"/>
              <a:t> </a:t>
            </a:r>
            <a:r>
              <a:rPr lang="ml-IN" sz="3400" b="1" dirty="0"/>
              <a:t>സ്തോത്രം</a:t>
            </a:r>
            <a:r>
              <a:rPr lang="en-US" sz="3400" b="1" dirty="0"/>
              <a:t> </a:t>
            </a:r>
            <a:r>
              <a:rPr lang="ml-IN" sz="3400" b="1" dirty="0"/>
              <a:t>കഴിക്ക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സ്തോത്രം സ്തോത്രം നാം സ്തോത്രം</a:t>
            </a:r>
            <a:r>
              <a:rPr lang="en-US" sz="3400" b="1" dirty="0"/>
              <a:t> </a:t>
            </a:r>
            <a:r>
              <a:rPr lang="ml-IN" sz="3400" b="1" dirty="0"/>
              <a:t>കഴിക്ക</a:t>
            </a:r>
            <a:endParaRPr lang="en-US" sz="3400" b="1" dirty="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9753600" y="1"/>
            <a:ext cx="914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057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4 of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C27827-2427-4AC2-9396-EE165315E002}"/>
              </a:ext>
            </a:extLst>
          </p:cNvPr>
          <p:cNvSpPr/>
          <p:nvPr/>
        </p:nvSpPr>
        <p:spPr>
          <a:xfrm>
            <a:off x="152400" y="3611701"/>
            <a:ext cx="117902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priyapetta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makkalhaai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Vilhichchapèkshippaan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aathmaavey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achchaaramaai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Namukku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nalki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thaan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990600" y="76200"/>
            <a:ext cx="11201400" cy="3505200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5	</a:t>
            </a:r>
            <a:r>
              <a:rPr lang="ml-IN" sz="3600" b="1" dirty="0"/>
              <a:t>ഏദൻ തോട്ടം പോലിതാ ഓർ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തൻ വചനങ്ങളാം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വിശിഷ്ട ഫലം സർവ്വദാ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ഇഷ്ടം പോൽ ഭക്ഷിക്കാം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b="1" dirty="0"/>
              <a:t>		</a:t>
            </a:r>
            <a:r>
              <a:rPr lang="ml-IN" sz="3400" b="1" dirty="0"/>
              <a:t>നാം സ്തോത്രം സ്തോത്രം സ്തോത്രം</a:t>
            </a:r>
            <a:r>
              <a:rPr lang="en-US" sz="3400" b="1" dirty="0"/>
              <a:t> </a:t>
            </a:r>
            <a:r>
              <a:rPr lang="ml-IN" sz="3400" b="1" dirty="0"/>
              <a:t>കഴിക്ക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സ്തോത്രം സ്തോത്രം നാം സ്തോത്രം കഴിക്ക</a:t>
            </a:r>
            <a:endParaRPr lang="en-US" sz="3400" b="1" dirty="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9753600" y="1"/>
            <a:ext cx="914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057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5 of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E52402-8218-462A-9B0D-4E7890E73AD2}"/>
              </a:ext>
            </a:extLst>
          </p:cNvPr>
          <p:cNvSpPr/>
          <p:nvPr/>
        </p:nvSpPr>
        <p:spPr>
          <a:xfrm>
            <a:off x="173182" y="3611701"/>
            <a:ext cx="117902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Ethen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thôttam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polithaa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ôr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vachangalhaam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Vishishta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phalam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sarvvadaa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Ishtam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bhakshikkaam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914400" y="0"/>
            <a:ext cx="11277600" cy="3429000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6	</a:t>
            </a:r>
            <a:r>
              <a:rPr lang="ml-IN" sz="3600" b="1" dirty="0"/>
              <a:t>ഈ ലോകത്തിൻ ചിന്താകുലം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ദൈവാശ്രിതർക്കില്ലാ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തൻ പൈതങ്ങളിൻ ആവശ്യം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താൻ കരുതും സദാ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3600" b="1" dirty="0"/>
              <a:t>		</a:t>
            </a:r>
            <a:r>
              <a:rPr lang="ml-IN" sz="3400" b="1" dirty="0"/>
              <a:t>നാം സ്തോത്രം സ്തോത്രം</a:t>
            </a:r>
            <a:r>
              <a:rPr lang="en-US" sz="3400" b="1" dirty="0"/>
              <a:t> </a:t>
            </a:r>
            <a:r>
              <a:rPr lang="ml-IN" sz="3400" b="1" dirty="0"/>
              <a:t>സ്തോത്രംകഴിക്ക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സ്തോത്രം സ്തോത്രം നാം</a:t>
            </a:r>
            <a:r>
              <a:rPr lang="en-US" sz="3400" b="1" dirty="0"/>
              <a:t> </a:t>
            </a:r>
            <a:r>
              <a:rPr lang="ml-IN" sz="3400" b="1" dirty="0"/>
              <a:t>സ്തോത്രം</a:t>
            </a:r>
            <a:r>
              <a:rPr lang="en-US" sz="3400" b="1" dirty="0"/>
              <a:t> </a:t>
            </a:r>
            <a:r>
              <a:rPr lang="ml-IN" sz="3400" b="1" dirty="0"/>
              <a:t>കഴിക്ക</a:t>
            </a:r>
            <a:endParaRPr lang="en-US" sz="3400" b="1" dirty="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9753600" y="1"/>
            <a:ext cx="914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057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6 of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660923-03F3-4064-947A-6E5D2F2D12B4}"/>
              </a:ext>
            </a:extLst>
          </p:cNvPr>
          <p:cNvSpPr/>
          <p:nvPr/>
        </p:nvSpPr>
        <p:spPr>
          <a:xfrm>
            <a:off x="200891" y="3535501"/>
            <a:ext cx="117902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lokaththin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chinthaakulam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Daivaashritharkkilla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paithangalhin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aavashyam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Thaan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karuthum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sadaa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914400" y="76200"/>
            <a:ext cx="11277600" cy="3505200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7	</a:t>
            </a:r>
            <a:r>
              <a:rPr lang="ml-IN" sz="3600" b="1" dirty="0"/>
              <a:t>കർത്താവിൻ നാമം നിമിത്തം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അനേക കഷ്ടവും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നേരിടുമ്പൊഴും ധന്യർ നാം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ഇല്ലൊരു നഷ്ടവും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3600" b="1" dirty="0"/>
              <a:t>		</a:t>
            </a:r>
            <a:r>
              <a:rPr lang="ml-IN" sz="3400" b="1" dirty="0"/>
              <a:t>നാം സ്തോത്രം സ്തോത്രം സ്തോത്രംകഴിക്ക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സ്തോത്രം സ്തോത്രം നാം സ്തോത്രം കഴിക്ക</a:t>
            </a:r>
            <a:br>
              <a:rPr lang="ml-IN" sz="3600" b="1" dirty="0"/>
            </a:br>
            <a:endParaRPr lang="en-US" sz="3600" b="1" dirty="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9753600" y="1"/>
            <a:ext cx="914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057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7 of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8B9ECB-4E03-4E71-B65B-8C78FDEE0190}"/>
              </a:ext>
            </a:extLst>
          </p:cNvPr>
          <p:cNvSpPr/>
          <p:nvPr/>
        </p:nvSpPr>
        <p:spPr>
          <a:xfrm>
            <a:off x="228600" y="3611701"/>
            <a:ext cx="117902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Karththaavin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nimiththam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Aneka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kashtavum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Nèridumbozhum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dhanyar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Illoru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nashtavum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3"/>
          <p:cNvSpPr>
            <a:spLocks noGrp="1"/>
          </p:cNvSpPr>
          <p:nvPr>
            <p:ph type="ctrTitle"/>
          </p:nvPr>
        </p:nvSpPr>
        <p:spPr>
          <a:xfrm>
            <a:off x="990600" y="0"/>
            <a:ext cx="11201400" cy="3505200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8	</a:t>
            </a:r>
            <a:r>
              <a:rPr lang="ml-IN" sz="3600" b="1" dirty="0"/>
              <a:t>ഈ വിതക്കുന്ന കാലം നാം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ചിലപ്പോൾ കരയും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പിതാവോ കണ്ണുനീരെല്ലാം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തുടച്ചുകളയും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b="1" dirty="0"/>
              <a:t>		</a:t>
            </a:r>
            <a:r>
              <a:rPr lang="ml-IN" sz="3400" b="1" dirty="0"/>
              <a:t>നാം സ്തോത്രം സ്തോത്രം സ്തോത്രംകഴിക്ക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സ്തോത്രം സ്തോത്രം നാം സ്തോത്രം കഴിക്ക</a:t>
            </a:r>
            <a:endParaRPr lang="en-US" sz="3400" b="1" dirty="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9753600" y="1"/>
            <a:ext cx="914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057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8 of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3F9353-A05D-4BD7-A239-32C04534BBC2}"/>
              </a:ext>
            </a:extLst>
          </p:cNvPr>
          <p:cNvSpPr/>
          <p:nvPr/>
        </p:nvSpPr>
        <p:spPr>
          <a:xfrm>
            <a:off x="304800" y="3581400"/>
            <a:ext cx="117902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vithakkunna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kaalam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Chilappolh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karayum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Pithaavo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kannhuneerellaam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thudachchukalhayum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3"/>
          <p:cNvSpPr>
            <a:spLocks noGrp="1"/>
          </p:cNvSpPr>
          <p:nvPr>
            <p:ph type="ctrTitle"/>
          </p:nvPr>
        </p:nvSpPr>
        <p:spPr>
          <a:xfrm>
            <a:off x="914400" y="0"/>
            <a:ext cx="11201400" cy="3505200"/>
          </a:xfrm>
        </p:spPr>
        <p:txBody>
          <a:bodyPr anchor="t"/>
          <a:lstStyle/>
          <a:p>
            <a:pPr algn="l" defTabSz="463550"/>
            <a:r>
              <a:rPr lang="en-US" sz="3600" b="1" dirty="0"/>
              <a:t>9	</a:t>
            </a:r>
            <a:r>
              <a:rPr lang="ml-IN" sz="3600" b="1" dirty="0"/>
              <a:t>തൻ നിത്യ രാജ്യം നൽകുവാൻ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പിതാവി നിഷ്ടമായ്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തൻ മുഖത്തിൻ മുമ്പാകെ താൻ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നിർത്തും തൻ സ്തുതിക്കായ് 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3600" b="1" dirty="0"/>
              <a:t>		</a:t>
            </a:r>
            <a:r>
              <a:rPr lang="ml-IN" sz="3400" b="1" dirty="0"/>
              <a:t>നാം സ്തോത്രം സ്തോത്രം സ്തോത്രംകഴിക്ക</a:t>
            </a:r>
            <a:br>
              <a:rPr lang="ml-IN" sz="3400" b="1" dirty="0"/>
            </a:br>
            <a:r>
              <a:rPr lang="en-US" sz="3400" b="1" dirty="0"/>
              <a:t>		</a:t>
            </a:r>
            <a:r>
              <a:rPr lang="ml-IN" sz="3400" b="1" dirty="0"/>
              <a:t>സ്തോത്രം സ്തോത്രം നാം സ്തോത്രം കഴിക്ക</a:t>
            </a:r>
            <a:br>
              <a:rPr lang="ml-IN" sz="2800" b="1" dirty="0"/>
            </a:br>
            <a:endParaRPr lang="en-US" sz="2800" b="1" dirty="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9753600" y="1"/>
            <a:ext cx="914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057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9 of 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F7B47-1E77-4307-BB87-DF58F411B52B}"/>
              </a:ext>
            </a:extLst>
          </p:cNvPr>
          <p:cNvSpPr/>
          <p:nvPr/>
        </p:nvSpPr>
        <p:spPr>
          <a:xfrm>
            <a:off x="10306050" y="3238463"/>
            <a:ext cx="1943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ml-IN" dirty="0"/>
            </a:br>
            <a:r>
              <a:rPr lang="ml-IN" dirty="0"/>
              <a:t>(വി. നാഗൽ)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E37547-C9D1-4090-8BFD-E6DFF098CC5C}"/>
              </a:ext>
            </a:extLst>
          </p:cNvPr>
          <p:cNvSpPr/>
          <p:nvPr/>
        </p:nvSpPr>
        <p:spPr>
          <a:xfrm>
            <a:off x="152400" y="3657600"/>
            <a:ext cx="117902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nithya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raajyam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nalkuvaan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Pithaavi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nishtamaai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mukhaththin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munbaakey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thaan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Nirththum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sthuthikkaai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sthrothram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kazhikka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142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Kartika</vt:lpstr>
      <vt:lpstr>Times New Roman</vt:lpstr>
      <vt:lpstr>Office Theme</vt:lpstr>
      <vt:lpstr>57 കർത്താവിനെ നാം സ്തുതിക്ക</vt:lpstr>
      <vt:lpstr>1 കർത്താവിനെ നാം സ്തുതിക്ക  ഹേ! ദൈവ മക്കളേ   സന്തോഷ ത്തിൽ നാം അർപ്പിക്ക  സ്തോത്രത്തിൻ ബലിയെ-   നാം സ്തോത്രം സ്തോത്രം സ്തോത്രം കഴിക്ക  സ്തോത്രം സ്തോത്രം നാം സ്തോത്രം കഴിക്ക</vt:lpstr>
      <vt:lpstr>2 വിശുദ്ധസ്നേഹബന്ധത്താൽ  ഒരേ ശരീരമായ്  നാം ചേർക്കപ്പെട്ടതാകയാൽ  ചേരുവിൻ സ്തുതിക്കായ്    നാം സ്തോത്രം സ്തോത്രം സ്തോത്രംകഴിക്ക   സ്തോത്രം സ്തോത്രം നാം സ്തോത്രംകഴിക്ക</vt:lpstr>
      <vt:lpstr>3 പിതാവു ഏകജാതനെ  നമുക്കു തന്നല്ലോ  ഹാ! സ്നേഹത്തിൻ അഗാധമേ!  നിന്നെ ആരായാമോ    നാം സ്തോത്രം സ്തോത്രം സ്തോത്രംകഴിക്ക   സ്തോത്രം സ്തോത്രം നാം സ്തോത്രം കഴിക്ക</vt:lpstr>
      <vt:lpstr>4 നാം പ്രിയപ്പെട്ട മക്കളായ്  വിളിച്ചപേക്ഷിപ്പാൻ  തൻ ആത്മാവെ അച്ചാരമായ്  നമുക്കു നൽകി താൻ    നാം സ്തോത്രം സ്തോത്രം സ്തോത്രം കഴിക്ക   സ്തോത്രം സ്തോത്രം നാം സ്തോത്രം കഴിക്ക</vt:lpstr>
      <vt:lpstr>5 ഏദൻ തോട്ടം പോലിതാ ഓർ   തൻ വചനങ്ങളാം  വിശിഷ്ട ഫലം സർവ്വദാ  ഇഷ്ടം പോൽ ഭക്ഷിക്കാം    നാം സ്തോത്രം സ്തോത്രം സ്തോത്രം കഴിക്ക   സ്തോത്രം സ്തോത്രം നാം സ്തോത്രം കഴിക്ക</vt:lpstr>
      <vt:lpstr>6 ഈ ലോകത്തിൻ ചിന്താകുലം  ദൈവാശ്രിതർക്കില്ലാ   തൻ പൈതങ്ങളിൻ ആവശ്യം  താൻ കരുതും സദാ    നാം സ്തോത്രം സ്തോത്രം സ്തോത്രംകഴിക്ക   സ്തോത്രം സ്തോത്രം നാം സ്തോത്രം കഴിക്ക</vt:lpstr>
      <vt:lpstr>7 കർത്താവിൻ നാമം നിമിത്തം  അനേക കഷ്ടവും   നേരിടുമ്പൊഴും ധന്യർ നാം  ഇല്ലൊരു നഷ്ടവും    നാം സ്തോത്രം സ്തോത്രം സ്തോത്രംകഴിക്ക   സ്തോത്രം സ്തോത്രം നാം സ്തോത്രം കഴിക്ക </vt:lpstr>
      <vt:lpstr>8 ഈ വിതക്കുന്ന കാലം നാം  ചിലപ്പോൾ കരയും  പിതാവോ കണ്ണുനീരെല്ലാം  തുടച്ചുകളയും    നാം സ്തോത്രം സ്തോത്രം സ്തോത്രംകഴിക്ക   സ്തോത്രം സ്തോത്രം നാം സ്തോത്രം കഴിക്ക</vt:lpstr>
      <vt:lpstr>9 തൻ നിത്യ രാജ്യം നൽകുവാൻ  പിതാവി നിഷ്ടമായ്  തൻ മുഖത്തിൻ മുമ്പാകെ താൻ  നിർത്തും തൻ സ്തുതിക്കായ്     നാം സ്തോത്രം സ്തോത്രം സ്തോത്രംകഴിക്ക   സ്തോത്രം സ്തോത്രം നാം സ്തോത്രം കഴിക്ക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Karthavine Naam Sthuthikka</dc:title>
  <dc:creator>Digital Input:;GM JOHN</dc:creator>
  <cp:lastModifiedBy>Acsah Mathews</cp:lastModifiedBy>
  <cp:revision>325</cp:revision>
  <dcterms:created xsi:type="dcterms:W3CDTF">2013-04-19T09:19:07Z</dcterms:created>
  <dcterms:modified xsi:type="dcterms:W3CDTF">2018-10-29T16:14:48Z</dcterms:modified>
</cp:coreProperties>
</file>