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6" r:id="rId4"/>
    <p:sldId id="277" r:id="rId5"/>
    <p:sldId id="281" r:id="rId6"/>
    <p:sldId id="278" r:id="rId7"/>
    <p:sldId id="282" r:id="rId8"/>
    <p:sldId id="279" r:id="rId9"/>
    <p:sldId id="283" r:id="rId10"/>
    <p:sldId id="280" r:id="rId11"/>
    <p:sldId id="284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52C2B-EA35-4FA4-A48F-2A39ABB70A2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E553F-E270-4FD4-B1E4-746BF2491E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D73CB-966F-40A6-8E6B-E3396F7800F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88210-6B15-4EB2-9609-9B798A4F4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E4913-1ACB-4ACB-B153-F14240571E5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9935A-6ABC-4F57-887D-64A755C7B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C9782-BAF4-484F-AD96-385C749ED1D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2B038-003F-4410-99D9-659D47517A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8FDD-4D60-42CC-8374-4AACC18261A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FEEA5-D51A-4D27-B37A-9711252814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30456-A5F3-40DD-B743-9D4A2D50BA6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425D-A1B3-44BC-A42B-2A5C2E2A5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D9FA6D-E4CA-4D9C-9EB1-A5BCEA5EF65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1A2A4-B9F2-40DE-824C-29A488344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4C0F0-08BD-4A10-8AF1-401CA4CD1E1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7960B-CF55-4970-9217-614D402BF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BA77C-31F8-4438-BA6A-771C5532825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35832-F202-46F5-89A4-AFECFE8C6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B2034-2B5B-4F89-A96F-08744D0BC46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B1C70-0C41-445A-88EC-8C17851F58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9D9FE-DFAE-4049-8675-0C2BF3B887A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F9F5D-3F1F-4FB1-94C2-597D2387D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5FE03F-161A-462D-99D1-7B10DC48E0D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411CED-496A-4B81-9185-2671E82BD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CE69-4BAD-48C7-8461-6CADBF55B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ഇമ്മാനുവേൽ തൻ ചങ്കതിൽ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1B95D-6E9D-4217-AF0C-E2E3F6A00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Immanuel Than </a:t>
            </a:r>
            <a:r>
              <a:rPr lang="en-US" sz="4000" b="1" dirty="0" err="1">
                <a:solidFill>
                  <a:schemeClr val="tx2"/>
                </a:solidFill>
              </a:rPr>
              <a:t>chankathil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i="1" dirty="0">
                <a:solidFill>
                  <a:schemeClr val="tx2"/>
                </a:solidFill>
              </a:rPr>
              <a:t>There’s a fountain filled with blood - William Cowper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33A80-6BAD-4364-B784-0573234EC1BD}"/>
              </a:ext>
            </a:extLst>
          </p:cNvPr>
          <p:cNvSpPr/>
          <p:nvPr/>
        </p:nvSpPr>
        <p:spPr>
          <a:xfrm>
            <a:off x="2225765" y="5356225"/>
            <a:ext cx="3193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വിവ</a:t>
            </a:r>
            <a:r>
              <a:rPr lang="en-US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.: </a:t>
            </a:r>
            <a:r>
              <a:rPr lang="ml-IN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റവ. റ്റി. കോശി)</a:t>
            </a:r>
            <a:endParaRPr lang="en-US" dirty="0">
              <a:solidFill>
                <a:schemeClr val="accent2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30326-D72C-46AC-B9CF-F20D1AD78691}"/>
              </a:ext>
            </a:extLst>
          </p:cNvPr>
          <p:cNvSpPr/>
          <p:nvPr/>
        </p:nvSpPr>
        <p:spPr>
          <a:xfrm>
            <a:off x="7645033" y="5356225"/>
            <a:ext cx="2565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(Trans: 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2569960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295400"/>
            <a:ext cx="11430000" cy="2514600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ഇമ്മാനുവേൽ തൻ ചങ്കതിൽ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നിന്നൊഴുകും രക്തം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പാപക്കറ നീക്കുമതിൽ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മുങ്ങിത്തീർന്നാൽ ആരും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-25400" y="3810000"/>
            <a:ext cx="982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Immanuel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chankathil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ninnozhukum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Paapakkara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neekumathil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mungitheernaal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027FB-27B7-4A0E-BB63-977990766D6C}"/>
              </a:ext>
            </a:extLst>
          </p:cNvPr>
          <p:cNvSpPr/>
          <p:nvPr/>
        </p:nvSpPr>
        <p:spPr>
          <a:xfrm>
            <a:off x="0" y="5232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പേർക്കേശു മരിച്ചെന്നു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വിശ്വസിക്കുന്നു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എന്നിൽ നിന്നും നീക്കാൻ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ചീന്തിയേശു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0" y="38100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675544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295400"/>
            <a:ext cx="11430000" cy="2514600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കള്ളൻ ക്രൂശിൻ ഉറവയിൽ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പാപശാന്തി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അവനെപ്പോൽ ഞാനും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ദോഷി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കണ്ടേൻ പ്രതിശാന്തി –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-25400" y="3810000"/>
            <a:ext cx="982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krushin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uravayil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shaanthi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Avaneypol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doshi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prathishaanthi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027FB-27B7-4A0E-BB63-977990766D6C}"/>
              </a:ext>
            </a:extLst>
          </p:cNvPr>
          <p:cNvSpPr/>
          <p:nvPr/>
        </p:nvSpPr>
        <p:spPr>
          <a:xfrm>
            <a:off x="0" y="5232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931468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പേർക്കേശു മരിച്ചെന്നു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വിശ്വസിക്കുന്നു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എന്നിൽ നിന്നും നീക്കാൻ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ചീന്തിയേശു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0" y="38100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4014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295400"/>
            <a:ext cx="11430000" cy="2514600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കുഞ്ഞാട്ടിൻ വിലയേറിയ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രുധിരത്തിൻ ശക്തി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വീണ്ടു കൊള്ളും ദൈവസഭ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ആകെ വിശേഷമായ് –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-25400" y="3810000"/>
            <a:ext cx="982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Kunjaattin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vilayeriya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rudhirathil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sabha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visheshamaay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027FB-27B7-4A0E-BB63-977990766D6C}"/>
              </a:ext>
            </a:extLst>
          </p:cNvPr>
          <p:cNvSpPr/>
          <p:nvPr/>
        </p:nvSpPr>
        <p:spPr>
          <a:xfrm>
            <a:off x="0" y="5232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179624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പേർക്കേശു മരിച്ചെന്നു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വിശ്വസിക്കുന്നു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എന്നിൽ നിന്നും നീക്കാൻ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ചീന്തിയേശു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0" y="38100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0748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295400"/>
            <a:ext cx="11430000" cy="2514600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മുറിവിൻ രക്തനദി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കണ്ടതിനു ശേഷം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വീണ്ടെടുപ്പിൻ സ്നേഹം താൻ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എൻ-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ചിന്ത എന്നും എന്നും –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-25400" y="3810000"/>
            <a:ext cx="982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murivin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rakthanadi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Kandathinu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shesham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Veendeduppin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027FB-27B7-4A0E-BB63-977990766D6C}"/>
              </a:ext>
            </a:extLst>
          </p:cNvPr>
          <p:cNvSpPr/>
          <p:nvPr/>
        </p:nvSpPr>
        <p:spPr>
          <a:xfrm>
            <a:off x="0" y="5232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281015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പേർക്കേശു മരിച്ചെന്നു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വിശ്വസിക്കുന്നു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എന്നിൽ നിന്നും നീക്കാൻ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ചീന്തിയേശു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0" y="38100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490571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1295400"/>
            <a:ext cx="11430000" cy="2514600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വിക്കുള്ളതാം - എന്‍റെ നാവു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ശവക്കുഴിക്കുള്ളിൽ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മൗനം ആയാൽ എന്നാത്മാവു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ഉന്നതത്തിൽ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-25400" y="3810000"/>
            <a:ext cx="982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Vikkullhathaam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shavakuzhikkullhil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Maunam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aathmaavu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unnathathil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027FB-27B7-4A0E-BB63-977990766D6C}"/>
              </a:ext>
            </a:extLst>
          </p:cNvPr>
          <p:cNvSpPr/>
          <p:nvPr/>
        </p:nvSpPr>
        <p:spPr>
          <a:xfrm>
            <a:off x="0" y="5232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737838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പേർക്കേശു മരിച്ചെന്നു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വിശ്വസിക്കുന്നു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എന്നിൽ നിന്നും നീക്കാൻ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 ചീന്തിയേശു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C481C-75E5-46BE-9E48-D4A65BE9C599}"/>
              </a:ext>
            </a:extLst>
          </p:cNvPr>
          <p:cNvSpPr/>
          <p:nvPr/>
        </p:nvSpPr>
        <p:spPr>
          <a:xfrm>
            <a:off x="0" y="38100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BC92D-8EE1-4DCE-BD4A-CD205D030E7D}"/>
              </a:ext>
            </a:extLst>
          </p:cNvPr>
          <p:cNvSpPr/>
          <p:nvPr/>
        </p:nvSpPr>
        <p:spPr>
          <a:xfrm>
            <a:off x="9829800" y="3244334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(റവ. റ്റി. കോശി)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76A08-A10A-41C0-A0F1-D9108B650827}"/>
              </a:ext>
            </a:extLst>
          </p:cNvPr>
          <p:cNvSpPr/>
          <p:nvPr/>
        </p:nvSpPr>
        <p:spPr>
          <a:xfrm>
            <a:off x="8971552" y="5955268"/>
            <a:ext cx="2565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(Trans: Rev. T. Koshy)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67629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203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147 ഇമ്മാനുവേൽ തൻ ചങ്കതിൽ</vt:lpstr>
      <vt:lpstr>ഇമ്മാനുവേൽ തൻ ചങ്കതിൽ  നിന്നൊഴുകും രക്തം പാപക്കറ നീക്കുമതിൽ  മുങ്ങിത്തീർന്നാൽ ആരും</vt:lpstr>
      <vt:lpstr>എൻ പേർക്കേശു മരിച്ചെന്നു  ഞാൻ വിശ്വസിക്കുന്നു പാപം എന്നിൽ നിന്നും നീക്കാൻ  രക്തം ചീന്തിയേശു</vt:lpstr>
      <vt:lpstr>കള്ളൻ ക്രൂശിൻ ഉറവയിൽ  കണ്ടു പാപശാന്തി അവനെപ്പോൽ ഞാനും ദോഷി  കണ്ടേൻ പ്രതിശാന്തി – </vt:lpstr>
      <vt:lpstr>എൻ പേർക്കേശു മരിച്ചെന്നു  ഞാൻ വിശ്വസിക്കുന്നു പാപം എന്നിൽ നിന്നും നീക്കാൻ  രക്തം ചീന്തിയേശു</vt:lpstr>
      <vt:lpstr>കുഞ്ഞാട്ടിൻ വിലയേറിയ  രുധിരത്തിൻ ശക്തി വീണ്ടു കൊള്ളും ദൈവസഭ  ആകെ വിശേഷമായ് –</vt:lpstr>
      <vt:lpstr>എൻ പേർക്കേശു മരിച്ചെന്നു  ഞാൻ വിശ്വസിക്കുന്നു പാപം എന്നിൽ നിന്നും നീക്കാൻ  രക്തം ചീന്തിയേശു</vt:lpstr>
      <vt:lpstr>തൻ മുറിവിൻ രക്തനദി  കണ്ടതിനു ശേഷം വീണ്ടെടുപ്പിൻ സ്നേഹം താൻ  എൻ- ചിന്ത എന്നും എന്നും –</vt:lpstr>
      <vt:lpstr>എൻ പേർക്കേശു മരിച്ചെന്നു  ഞാൻ വിശ്വസിക്കുന്നു പാപം എന്നിൽ നിന്നും നീക്കാൻ  രക്തം ചീന്തിയേശു</vt:lpstr>
      <vt:lpstr>വിക്കുള്ളതാം - എന്‍റെ നാവു  ശവക്കുഴിക്കുള്ളിൽ മൗനം ആയാൽ എന്നാത്മാവു  പാടും ഉന്നതത്തിൽ </vt:lpstr>
      <vt:lpstr>എൻ പേർക്കേശു മരിച്ചെന്നു  ഞാൻ വിശ്വസിക്കുന്നു പാപം എന്നിൽ നിന്നും നീക്കാൻ  രക്തം ചീന്തിയേശു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Immanuel than chankathil</dc:title>
  <dc:creator>Digital Input:;GM JOHN</dc:creator>
  <cp:lastModifiedBy>Acsah Mathews</cp:lastModifiedBy>
  <cp:revision>261</cp:revision>
  <dcterms:created xsi:type="dcterms:W3CDTF">2013-04-19T09:19:07Z</dcterms:created>
  <dcterms:modified xsi:type="dcterms:W3CDTF">2018-11-06T13:58:27Z</dcterms:modified>
</cp:coreProperties>
</file>