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0" r:id="rId3"/>
    <p:sldId id="275" r:id="rId4"/>
    <p:sldId id="278" r:id="rId5"/>
    <p:sldId id="279" r:id="rId6"/>
    <p:sldId id="280" r:id="rId7"/>
    <p:sldId id="281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C19A3-9256-4583-BE5A-04E9336DC0F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D4A78-1038-4C95-B9F6-A22E05743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A98C4-BC5A-4BFA-B588-1A36106F7C4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6A090-4CFC-470C-A7A7-F3B719FE0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32202-7744-401E-8F07-0FC583F3B82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6BD5E-B4EB-455D-B65B-5FFB4B879B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8291C-987D-4520-8D50-5B91489620C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4869C-5991-4D23-A22D-BE94DAE1D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9464D-B633-4193-90D0-40595EFC518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BDFE0-B1B1-4707-8927-FAD2BE568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AF4A7-BF19-4C9A-B4E1-6E77C90CA80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C1087-990D-47FD-8C2E-DD90032C0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B98D0-4E41-4D18-9FEE-7615167EAA9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B2AD-75BF-4A0D-A1F0-9E511B2E83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793C6-E11F-4F9F-A47A-DE00D66B66C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C5DF-7EAD-4C21-BCA9-8CD519DCA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2D8B8-8538-4340-B37D-C44A963F6D5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F2B2F-044A-43F7-B1C6-38C74A789B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CBAF4-C178-4595-A953-04C8A5E8CC5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FD277-3CD9-4ADC-8FAF-A8F71F0B5A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A64FFC-B036-45CA-A4BB-A7C61018D83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58440-4223-4A8E-B62A-855EB6D38A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BD2CD3B-EF57-4597-B87E-5956DAE4508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54A59C-210D-456B-B75D-E8A65B5E80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162D-72D3-4767-8B75-D23FC0206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നീയല്ലോ ഞങ്ങള്‍ക്കുള്ള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A1D3F-E651-4004-9824-15A2FCED2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Neeyallo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njangalhkullha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4A3F7-5237-4D80-8AD1-A48FE4342411}"/>
              </a:ext>
            </a:extLst>
          </p:cNvPr>
          <p:cNvSpPr/>
          <p:nvPr/>
        </p:nvSpPr>
        <p:spPr>
          <a:xfrm>
            <a:off x="8215320" y="4571475"/>
            <a:ext cx="18541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(P.V.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Thommi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785A5-DD64-43BA-AFE4-6E75A2D0D194}"/>
              </a:ext>
            </a:extLst>
          </p:cNvPr>
          <p:cNvSpPr/>
          <p:nvPr/>
        </p:nvSpPr>
        <p:spPr>
          <a:xfrm>
            <a:off x="1600200" y="4571475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പി.വി.തൊമ്മി)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32428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71708"/>
            <a:ext cx="12192000" cy="28194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നീയല്ലാതില്ല ഭൂവില്‍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ആശ്രയിപ്പാനാരുമേ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0" y="3479181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Neeyallo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Sambaththeshuvey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Neeyallaathilla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aashrayippaan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aarumey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4759" y="865784"/>
            <a:ext cx="11353800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ഞങ്ങള്‍ക്കായി മന്നിടത്തില്‍ വന്നതും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നീചരാം ഞങ്ങളുടെ പാപമെല്ലാമേറ്റതും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08566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Neeyallo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Mannidaththil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Neecharaam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njangalhudey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éttathum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422557"/>
            <a:ext cx="1184724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322457" y="5315593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01073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4759" y="865784"/>
            <a:ext cx="11353800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കാല്‍വറി മലമുകളേറി നീ ഞങ്ങള്‍ക്കായ്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കാല്‍കരം ചേര്‍ന്നു തൂങ്ങി മരിച്ചുയിരേകിയ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08566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Kaalvari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malamukhalhéri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Marichuyirèkiya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47709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020" y="865784"/>
            <a:ext cx="12139959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അന്നന്നു ഞങ്ങൾക്കുള്ളതെല്ലാം തന്നു പോറ്റുന്നോൻ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ഇന്നുമെന്നും കൂടെയുണ്ടെന്നുള്ള വാക്കു തന്നവൻ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08566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Annannu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njangalhkkullhathellaam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pôttunnon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Innummenum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koodeyunden-ullha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005175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10478" y="865784"/>
            <a:ext cx="11955501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ശത്രുവിന്നഗ്നിയസ്ത്രം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ശക്തിയോടെതിർക്കുന്ന 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മാത്രയിൽ ജയം തന്നു കാത്തു സൂക്ഷിച്ചീടുന്ന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14662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Shathruvin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agniyasthram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Shakthiyodethirkunna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sookshichcheedunna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28489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10478" y="865784"/>
            <a:ext cx="11955501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ജനകനുടെ വലമമര്‍ന്നു നീ ഞങ്ങള്‍ക്കായ്‌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ദിനംപ്രതി പക്ഷവാദം ചെയ്തു ജീവിച്ചീടുന്ന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14662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Janakanudey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valamamarnnu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pakshavaadam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jeevichcheedunna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6279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10478" y="865784"/>
            <a:ext cx="11955501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ലോകത്തില്‍ ഞങ്ങള്‍ക്കുള്ളതെല്ലാം നഷ്ടമാകിലും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ലോകക്കാര്‍ നിത്യം ദുഷിച്ചീടിലും പൊന്നേശുവേ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14662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Lôkaththil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njangalhkkullhathellaam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nashtamaakilum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Lôkakkaar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dushicheedilum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ponneshuvey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09706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10478" y="865784"/>
            <a:ext cx="11955501" cy="1765229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നിത്യ ജീവമൊഴികള്‍ നിന്നിലുണ്ടു പരനേ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വിട്ടിട്ടടിയങ്ങള്‍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എങ്ങുപോയി വസിക്കും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3417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01A8D-6A47-4519-ACBC-A619A0BB78EB}"/>
              </a:ext>
            </a:extLst>
          </p:cNvPr>
          <p:cNvSpPr/>
          <p:nvPr/>
        </p:nvSpPr>
        <p:spPr>
          <a:xfrm>
            <a:off x="344759" y="3799873"/>
            <a:ext cx="11466241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mozhikalh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Ninnilundu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vittittadiyangalh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Engupôyi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vasikkum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53086-2349-45AF-B9E1-B6B4ED75075F}"/>
              </a:ext>
            </a:extLst>
          </p:cNvPr>
          <p:cNvSpPr txBox="1"/>
          <p:nvPr/>
        </p:nvSpPr>
        <p:spPr>
          <a:xfrm>
            <a:off x="0" y="247036"/>
            <a:ext cx="1216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7EC06-CF47-4107-B1C7-4E717A82455E}"/>
              </a:ext>
            </a:extLst>
          </p:cNvPr>
          <p:cNvSpPr/>
          <p:nvPr/>
        </p:nvSpPr>
        <p:spPr>
          <a:xfrm>
            <a:off x="0" y="2356460"/>
            <a:ext cx="121659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നീയല്ലോ ഞങ്ങള്‍ക്കുള്ള </a:t>
            </a:r>
            <a:br>
              <a:rPr lang="en-US" sz="34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i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ദിവ്യസമ്പത്തേശുവേ</a:t>
            </a:r>
            <a:endParaRPr lang="en-US" sz="34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DBAF8-700C-4F76-B121-DA721CF4762C}"/>
              </a:ext>
            </a:extLst>
          </p:cNvPr>
          <p:cNvSpPr/>
          <p:nvPr/>
        </p:nvSpPr>
        <p:spPr>
          <a:xfrm>
            <a:off x="210478" y="5248271"/>
            <a:ext cx="111252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Neeyallo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njangalhkullha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divya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400" b="1" i="1" dirty="0" err="1">
                <a:solidFill>
                  <a:srgbClr val="0070C0"/>
                </a:solidFill>
                <a:latin typeface="Calibri"/>
              </a:rPr>
              <a:t>Sambaththeshuvey</a:t>
            </a:r>
            <a:r>
              <a:rPr lang="en-US" sz="3400" b="1" i="1" dirty="0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27471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167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247 നീയല്ലോ ഞങ്ങള്‍ക്കുള്ള</vt:lpstr>
      <vt:lpstr>നീയല്ലോ ഞങ്ങള്‍ക്കുള്ള  ദിവ്യസമ്പത്തേശുവേ നീയല്ലാതില്ല ഭൂവില്‍  ആശ്രയിപ്പാനാരുമേ</vt:lpstr>
      <vt:lpstr>നീയല്ലോ ഞങ്ങള്‍ക്കായി മന്നിടത്തില്‍ വന്നതും നീചരാം ഞങ്ങളുടെ പാപമെല്ലാമേറ്റതും</vt:lpstr>
      <vt:lpstr>കാല്‍വറി മലമുകളേറി നീ ഞങ്ങള്‍ക്കായ്  കാല്‍കരം ചേര്‍ന്നു തൂങ്ങി മരിച്ചുയിരേകിയ</vt:lpstr>
      <vt:lpstr>അന്നന്നു ഞങ്ങൾക്കുള്ളതെല്ലാം തന്നു പോറ്റുന്നോൻ  ഇന്നുമെന്നും കൂടെയുണ്ടെന്നുള്ള വാക്കു തന്നവൻ </vt:lpstr>
      <vt:lpstr>ശത്രുവിന്നഗ്നിയസ്ത്രം ശക്തിയോടെതിർക്കുന്ന  മാത്രയിൽ ജയം തന്നു കാത്തു സൂക്ഷിച്ചീടുന്ന</vt:lpstr>
      <vt:lpstr>ജനകനുടെ വലമമര്‍ന്നു നീ ഞങ്ങള്‍ക്കായ്‌ ദിനംപ്രതി പക്ഷവാദം ചെയ്തു ജീവിച്ചീടുന്ന </vt:lpstr>
      <vt:lpstr>ലോകത്തില്‍ ഞങ്ങള്‍ക്കുള്ളതെല്ലാം നഷ്ടമാകിലും ലോകക്കാര്‍ നിത്യം ദുഷിച്ചീടിലും പൊന്നേശുവേ</vt:lpstr>
      <vt:lpstr>നിത്യ ജീവമൊഴികള്‍ നിന്നിലുണ്ടു പരനേ നിന്നെ വിട്ടിട്ടടിയങ്ങള്‍ എങ്ങുപോയി വസിക്കും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neeyallo njangalkulla</dc:title>
  <dc:creator>Digital Input:; GM JOHN; Acsah Mathews</dc:creator>
  <cp:lastModifiedBy>Acsah Mathews</cp:lastModifiedBy>
  <cp:revision>164</cp:revision>
  <dcterms:created xsi:type="dcterms:W3CDTF">2013-04-19T09:19:07Z</dcterms:created>
  <dcterms:modified xsi:type="dcterms:W3CDTF">2018-11-14T13:07:18Z</dcterms:modified>
</cp:coreProperties>
</file>