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4" r:id="rId2"/>
    <p:sldId id="270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83" r:id="rId12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52" autoAdjust="0"/>
    <p:restoredTop sz="94660"/>
  </p:normalViewPr>
  <p:slideViewPr>
    <p:cSldViewPr>
      <p:cViewPr varScale="1">
        <p:scale>
          <a:sx n="38" d="100"/>
          <a:sy n="38" d="100"/>
        </p:scale>
        <p:origin x="66" y="91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A08A7F-AF3A-43D3-94AC-62434D72A8A0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E3E745-4BEB-44D5-92ED-6DE20FD538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4275F4-A8B7-488D-A7DE-373F0DE9432C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F05443-520C-4919-82D2-1CE53F8FC9A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8FCF63-28A7-4117-9193-E98456443294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307D47-9873-4EE2-9733-4330F0459FD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8B9B34-A5C6-4607-91B7-5DC38920DF0C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DB5079-3628-42B7-90A3-9D7122C61ED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4BCB5B-7A12-4186-8640-225426BCDD88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BDB6A0-B4F8-4E5F-A13A-C2D08636B9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A01925-5220-4CAD-8EBB-E1122408E195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E005BE-D533-4EFD-A0BD-8FF55FCF4C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FF8372-46B0-4EB9-BB9F-2E7B2DD46B4E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F83733-BF6F-45B5-9985-AE1FBA764C6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CA00DF-8E71-4429-99A0-DA7B342AD961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634D2B-DDE7-4A7A-93B8-0BE64B9ECD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4C3642-04D4-4103-874C-C910C492253E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CD0657-5262-45D3-9B26-246AE8D71F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F67866-0D00-46E0-A9B5-9B42B79FFAA2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B7E563-1925-4A2A-B6E6-3DA786653C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7B6AD2-39A3-4A4F-A189-B44F22C720E9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07FDF3-BC9D-47EC-A011-81E963A672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2E8D7D8-5895-4417-8040-9882761BC0F5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B9B56C2-EC66-4E7C-877C-DAB3FBB0EC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04B2E-0911-488C-9C88-2D4D6AE6CD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204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പാപി ഞാൻ മഹാ പാപി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FDAD71-D939-40D4-94AB-B28C6B967B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21920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</a:rPr>
              <a:t>Paapi </a:t>
            </a:r>
            <a:r>
              <a:rPr lang="en-US" sz="4000" b="1" dirty="0" err="1">
                <a:solidFill>
                  <a:schemeClr val="tx2"/>
                </a:solidFill>
              </a:rPr>
              <a:t>njaan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  <a:r>
              <a:rPr lang="en-US" sz="4000" b="1" dirty="0" err="1">
                <a:solidFill>
                  <a:schemeClr val="tx2"/>
                </a:solidFill>
              </a:rPr>
              <a:t>mahaa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  <a:r>
              <a:rPr lang="en-US" sz="4000" b="1" dirty="0" err="1">
                <a:solidFill>
                  <a:schemeClr val="tx2"/>
                </a:solidFill>
              </a:rPr>
              <a:t>paapi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D3480D-2CF1-4CBC-AB3D-C71A18D6908B}"/>
              </a:ext>
            </a:extLst>
          </p:cNvPr>
          <p:cNvSpPr/>
          <p:nvPr/>
        </p:nvSpPr>
        <p:spPr>
          <a:xfrm>
            <a:off x="2361208" y="4736068"/>
            <a:ext cx="20537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b="1" dirty="0">
                <a:solidFill>
                  <a:schemeClr val="accent2"/>
                </a:solidFill>
              </a:rPr>
              <a:t>(മോശവത്സലം)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66A1CF-2441-466B-BD5F-E15EAFD5D69E}"/>
              </a:ext>
            </a:extLst>
          </p:cNvPr>
          <p:cNvSpPr/>
          <p:nvPr/>
        </p:nvSpPr>
        <p:spPr>
          <a:xfrm>
            <a:off x="8242107" y="4736068"/>
            <a:ext cx="21210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(</a:t>
            </a:r>
            <a:r>
              <a:rPr lang="en-US" b="1" dirty="0" err="1">
                <a:solidFill>
                  <a:schemeClr val="accent2"/>
                </a:solidFill>
              </a:rPr>
              <a:t>Moshavatsalam</a:t>
            </a:r>
            <a:r>
              <a:rPr lang="en-US" b="1" dirty="0">
                <a:solidFill>
                  <a:schemeClr val="accent2"/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3626775550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533400" y="990600"/>
            <a:ext cx="11658600" cy="2667000"/>
          </a:xfrm>
        </p:spPr>
        <p:txBody>
          <a:bodyPr anchor="t"/>
          <a:lstStyle/>
          <a:p>
            <a:pPr algn="l" defTabSz="461963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പാപി ഞാൻ മഹാ പാപി ഞാൻ പരാ!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 നാഥാ! സ്വാമീ!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കോപിച്ചീടല്ലേ ദൈവജാതനേ-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 നാഥാ! സ്വാമീ!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204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10E446-7EF0-4968-8920-F4C7ADB5E84F}"/>
              </a:ext>
            </a:extLst>
          </p:cNvPr>
          <p:cNvSpPr/>
          <p:nvPr/>
        </p:nvSpPr>
        <p:spPr>
          <a:xfrm>
            <a:off x="0" y="3742109"/>
            <a:ext cx="10668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Paapi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mahaa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paraa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Naathaa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Swaamee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Kôpichcheedalley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Daivajaathaney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–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Naathaa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Swaamee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2AD7F5-2B9A-41D9-9FF9-B48365F0FCDC}"/>
              </a:ext>
            </a:extLst>
          </p:cNvPr>
          <p:cNvSpPr txBox="1"/>
          <p:nvPr/>
        </p:nvSpPr>
        <p:spPr>
          <a:xfrm>
            <a:off x="0" y="33855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1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533400" y="990600"/>
            <a:ext cx="11658600" cy="2667000"/>
          </a:xfrm>
        </p:spPr>
        <p:txBody>
          <a:bodyPr anchor="t"/>
          <a:lstStyle/>
          <a:p>
            <a:pPr algn="l" defTabSz="461963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</a:rPr>
              <a:t>നാവിനാൽ മനം ക്രിയയാലുമേ-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യേശു നാഥാ! സ്വാമീ!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നിൻ വിരോധിയായ് പാപീ ഞാൻ-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പരാ യേശു നാഥാ! സ്വാമീ!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204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10E446-7EF0-4968-8920-F4C7ADB5E84F}"/>
              </a:ext>
            </a:extLst>
          </p:cNvPr>
          <p:cNvSpPr/>
          <p:nvPr/>
        </p:nvSpPr>
        <p:spPr>
          <a:xfrm>
            <a:off x="0" y="3742109"/>
            <a:ext cx="10668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Naavinaal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manam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kriyayaalumey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–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Naathaa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Swaamee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</a:t>
            </a:r>
          </a:p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Nin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virôdhiyaai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Paraa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–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Naathaa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Swaamee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2AD7F5-2B9A-41D9-9FF9-B48365F0FCDC}"/>
              </a:ext>
            </a:extLst>
          </p:cNvPr>
          <p:cNvSpPr txBox="1"/>
          <p:nvPr/>
        </p:nvSpPr>
        <p:spPr>
          <a:xfrm>
            <a:off x="0" y="33855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016027044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533400" y="990600"/>
            <a:ext cx="11658600" cy="2667000"/>
          </a:xfrm>
        </p:spPr>
        <p:txBody>
          <a:bodyPr anchor="t"/>
          <a:lstStyle/>
          <a:p>
            <a:pPr algn="l" defTabSz="461963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നീതി നോക്കിയാൽ ഭീതിയേറുന്നേ-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 നാഥാ! സ്വാമീ!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ഹേതുവിങ്ങില്ലേ-വാദിച്ചീടുവാൻ-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 നാഥാ! സ്വാമീ!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204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10E446-7EF0-4968-8920-F4C7ADB5E84F}"/>
              </a:ext>
            </a:extLst>
          </p:cNvPr>
          <p:cNvSpPr/>
          <p:nvPr/>
        </p:nvSpPr>
        <p:spPr>
          <a:xfrm>
            <a:off x="0" y="3742109"/>
            <a:ext cx="10668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Neethi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nôkkiyaal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bheethiyèrunney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–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Naathaa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Swaamee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Hèthuvingilley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vaathichcheeduvaan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–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Naathaa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Swaamee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2AD7F5-2B9A-41D9-9FF9-B48365F0FCDC}"/>
              </a:ext>
            </a:extLst>
          </p:cNvPr>
          <p:cNvSpPr txBox="1"/>
          <p:nvPr/>
        </p:nvSpPr>
        <p:spPr>
          <a:xfrm>
            <a:off x="0" y="33855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29130595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533400" y="990600"/>
            <a:ext cx="11658600" cy="2667000"/>
          </a:xfrm>
        </p:spPr>
        <p:txBody>
          <a:bodyPr anchor="t"/>
          <a:lstStyle/>
          <a:p>
            <a:pPr algn="l" defTabSz="461963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ഞാൻ ചെയ്യാത്തൊരു തിന്മയിങ്ങില്ലേ-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 നാഥാ! സ്വാമീ!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പിന്തിരിയല്ലേ എൻ പരാ! പരാ!	 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 നാഥാ! സ്വാമീ!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204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10E446-7EF0-4968-8920-F4C7ADB5E84F}"/>
              </a:ext>
            </a:extLst>
          </p:cNvPr>
          <p:cNvSpPr/>
          <p:nvPr/>
        </p:nvSpPr>
        <p:spPr>
          <a:xfrm>
            <a:off x="0" y="3742109"/>
            <a:ext cx="10668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Njaan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cheyyaaththoru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thinmayingilley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–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Naathaa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Swaamee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Pinthiriyalley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Paraa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Paraa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Naathaa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Swaamee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2AD7F5-2B9A-41D9-9FF9-B48365F0FCDC}"/>
              </a:ext>
            </a:extLst>
          </p:cNvPr>
          <p:cNvSpPr txBox="1"/>
          <p:nvPr/>
        </p:nvSpPr>
        <p:spPr>
          <a:xfrm>
            <a:off x="0" y="33855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67030121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533400" y="990600"/>
            <a:ext cx="11658600" cy="2667000"/>
          </a:xfrm>
        </p:spPr>
        <p:txBody>
          <a:bodyPr anchor="t"/>
          <a:lstStyle/>
          <a:p>
            <a:pPr algn="l" defTabSz="461963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തിന്മായല്ലാതെ നന്മയിങ്ങില്ലേ	-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 നാഥാ! സ്വാമീ!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നന്മ തിന്മയാൽ തീർന്നു പോകുന്നേ-	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 നാഥാ! സ്വാമീ!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204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10E446-7EF0-4968-8920-F4C7ADB5E84F}"/>
              </a:ext>
            </a:extLst>
          </p:cNvPr>
          <p:cNvSpPr/>
          <p:nvPr/>
        </p:nvSpPr>
        <p:spPr>
          <a:xfrm>
            <a:off x="0" y="3742109"/>
            <a:ext cx="10668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Thinmayallaathey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nanmayingilley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–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Naathaa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Swaamee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Nanma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thinmayaal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theernnu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pôkunney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–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Naathaa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Swaamee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2AD7F5-2B9A-41D9-9FF9-B48365F0FCDC}"/>
              </a:ext>
            </a:extLst>
          </p:cNvPr>
          <p:cNvSpPr txBox="1"/>
          <p:nvPr/>
        </p:nvSpPr>
        <p:spPr>
          <a:xfrm>
            <a:off x="0" y="33855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740198099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533400" y="990600"/>
            <a:ext cx="11658600" cy="2667000"/>
          </a:xfrm>
        </p:spPr>
        <p:txBody>
          <a:bodyPr anchor="t"/>
          <a:lstStyle/>
          <a:p>
            <a:pPr algn="l" defTabSz="461963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ചിന്തിച്ചെൻ ഉള്ളം വെന്തു നീറുന്നേ-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 നാഥാ! സ്വാമീ!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എന്തു ഞാൻ ചെയ്തേൻ എൻ പരാ! പരാ!-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 നാഥാ! സ്വാമീ!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204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10E446-7EF0-4968-8920-F4C7ADB5E84F}"/>
              </a:ext>
            </a:extLst>
          </p:cNvPr>
          <p:cNvSpPr/>
          <p:nvPr/>
        </p:nvSpPr>
        <p:spPr>
          <a:xfrm>
            <a:off x="0" y="3742109"/>
            <a:ext cx="10668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Chinthichchen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ullham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venthu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theerunney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–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Naathaa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Swaamee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Enthu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cheithen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Paraa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Paraa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–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Naathaa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Swaamee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2AD7F5-2B9A-41D9-9FF9-B48365F0FCDC}"/>
              </a:ext>
            </a:extLst>
          </p:cNvPr>
          <p:cNvSpPr txBox="1"/>
          <p:nvPr/>
        </p:nvSpPr>
        <p:spPr>
          <a:xfrm>
            <a:off x="0" y="33855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295323784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533400" y="990600"/>
            <a:ext cx="11658600" cy="2667000"/>
          </a:xfrm>
        </p:spPr>
        <p:txBody>
          <a:bodyPr anchor="t"/>
          <a:lstStyle/>
          <a:p>
            <a:pPr algn="l" defTabSz="461963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അന്നു കള്ളന്നു ദത്തമാം ക്ഷമ-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 നാഥാ! സ്വാമീ!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ഇന്നീ പാപിക്കും തന്നീടേണമേ-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 നാഥാ! സ്വാമീ!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204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10E446-7EF0-4968-8920-F4C7ADB5E84F}"/>
              </a:ext>
            </a:extLst>
          </p:cNvPr>
          <p:cNvSpPr/>
          <p:nvPr/>
        </p:nvSpPr>
        <p:spPr>
          <a:xfrm>
            <a:off x="0" y="3742109"/>
            <a:ext cx="10668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Annu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kallhanu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daththamaam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kshama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–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Naathaa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Swaamee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Innee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paapikkum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thanneedenhamey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–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Naathaa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Swaamee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2AD7F5-2B9A-41D9-9FF9-B48365F0FCDC}"/>
              </a:ext>
            </a:extLst>
          </p:cNvPr>
          <p:cNvSpPr txBox="1"/>
          <p:nvPr/>
        </p:nvSpPr>
        <p:spPr>
          <a:xfrm>
            <a:off x="0" y="33855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056793365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533400" y="990600"/>
            <a:ext cx="11658600" cy="2667000"/>
          </a:xfrm>
        </p:spPr>
        <p:txBody>
          <a:bodyPr anchor="t"/>
          <a:lstStyle/>
          <a:p>
            <a:pPr algn="l" defTabSz="461963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നീ വെടിയല്ലേ-പാപിയാമെന്നെ –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 നാഥാ! സ്വാമീ!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പോവതിനൊരു-പാതമാറ്റില്ലേ-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 നാഥാ! സ്വാമീ!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204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10E446-7EF0-4968-8920-F4C7ADB5E84F}"/>
              </a:ext>
            </a:extLst>
          </p:cNvPr>
          <p:cNvSpPr/>
          <p:nvPr/>
        </p:nvSpPr>
        <p:spPr>
          <a:xfrm>
            <a:off x="0" y="3742109"/>
            <a:ext cx="10668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Nee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vediyalley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paapiyaamenney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–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Naathaa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Swaamee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Pôvathinoru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paathamattilley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–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Naathaa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Swaamee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2AD7F5-2B9A-41D9-9FF9-B48365F0FCDC}"/>
              </a:ext>
            </a:extLst>
          </p:cNvPr>
          <p:cNvSpPr txBox="1"/>
          <p:nvPr/>
        </p:nvSpPr>
        <p:spPr>
          <a:xfrm>
            <a:off x="0" y="33855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450613231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533400" y="990600"/>
            <a:ext cx="11658600" cy="2667000"/>
          </a:xfrm>
        </p:spPr>
        <p:txBody>
          <a:bodyPr anchor="t"/>
          <a:lstStyle/>
          <a:p>
            <a:pPr algn="l" defTabSz="461963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എന്നെ മോചിച്ചാൽ തന്നെ നിൻ കൃപ-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 നാഥാ! സ്വാമീ!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നന്നേ ശോഭിക്കും നന്മ ദായക-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 നാഥാ! സ്വാമീ!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204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10E446-7EF0-4968-8920-F4C7ADB5E84F}"/>
              </a:ext>
            </a:extLst>
          </p:cNvPr>
          <p:cNvSpPr/>
          <p:nvPr/>
        </p:nvSpPr>
        <p:spPr>
          <a:xfrm>
            <a:off x="0" y="3742109"/>
            <a:ext cx="10668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Enney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môchichchaal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thanney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Nin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kripa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–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Yeshu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Naathaa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!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Swaamee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!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Nanney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shôbhikkum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nanma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daayaka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–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Yeshu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Naathaa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!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Swaamee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2AD7F5-2B9A-41D9-9FF9-B48365F0FCDC}"/>
              </a:ext>
            </a:extLst>
          </p:cNvPr>
          <p:cNvSpPr txBox="1"/>
          <p:nvPr/>
        </p:nvSpPr>
        <p:spPr>
          <a:xfrm>
            <a:off x="0" y="33855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622672525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533400" y="990600"/>
            <a:ext cx="11658600" cy="2667000"/>
          </a:xfrm>
        </p:spPr>
        <p:txBody>
          <a:bodyPr anchor="t"/>
          <a:lstStyle/>
          <a:p>
            <a:pPr algn="l" defTabSz="461963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കാലം പോകുന്നേ മാളിൽ ചാകും മുൻ-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 നാഥാ! സ്വാമീ!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ചേലോടെ കൃപ-ചെയ്തീടേണമേ-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 നാഥാ! സ്വാമീ!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204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10E446-7EF0-4968-8920-F4C7ADB5E84F}"/>
              </a:ext>
            </a:extLst>
          </p:cNvPr>
          <p:cNvSpPr/>
          <p:nvPr/>
        </p:nvSpPr>
        <p:spPr>
          <a:xfrm>
            <a:off x="0" y="3742109"/>
            <a:ext cx="10668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Kaalam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pôkunney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maalil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chaakum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mun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–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Yeshu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Naathaa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!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Swaamee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!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Chèlôdey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kripa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cheitheedenhamey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–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Yeshu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Naathaa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!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Swaamee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2AD7F5-2B9A-41D9-9FF9-B48365F0FCDC}"/>
              </a:ext>
            </a:extLst>
          </p:cNvPr>
          <p:cNvSpPr txBox="1"/>
          <p:nvPr/>
        </p:nvSpPr>
        <p:spPr>
          <a:xfrm>
            <a:off x="0" y="33855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08018450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873</TotalTime>
  <Words>266</Words>
  <Application>Microsoft Office PowerPoint</Application>
  <PresentationFormat>Widescreen</PresentationFormat>
  <Paragraphs>74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Kartika</vt:lpstr>
      <vt:lpstr>Office Theme</vt:lpstr>
      <vt:lpstr>204 പാപി ഞാൻ മഹാ പാപി</vt:lpstr>
      <vt:lpstr>പാപി ഞാൻ മഹാ പാപി ഞാൻ പരാ!  യേശു നാഥാ! സ്വാമീ! കോപിച്ചീടല്ലേ ദൈവജാതനേ- യേശു നാഥാ! സ്വാമീ! </vt:lpstr>
      <vt:lpstr>നാവിനാൽ മനം ക്രിയയാലുമേ-  യേശു നാഥാ! സ്വാമീ!  നിൻ വിരോധിയായ് പാപീ ഞാൻ-  പരാ യേശു നാഥാ! സ്വാമീ! </vt:lpstr>
      <vt:lpstr>നീതി നോക്കിയാൽ ഭീതിയേറുന്നേ-  യേശു നാഥാ! സ്വാമീ!  ഹേതുവിങ്ങില്ലേ-വാദിച്ചീടുവാൻ-  യേശു നാഥാ! സ്വാമീ! </vt:lpstr>
      <vt:lpstr>ഞാൻ ചെയ്യാത്തൊരു തിന്മയിങ്ങില്ലേ- യേശു നാഥാ! സ്വാമീ!  പിന്തിരിയല്ലേ എൻ പരാ! പരാ!  - യേശു നാഥാ! സ്വാമീ! </vt:lpstr>
      <vt:lpstr>തിന്മായല്ലാതെ നന്മയിങ്ങില്ലേ -  യേശു നാഥാ! സ്വാമീ!  നന്മ തിന്മയാൽ തീർന്നു പോകുന്നേ-   യേശു നാഥാ! സ്വാമീ!</vt:lpstr>
      <vt:lpstr>ചിന്തിച്ചെൻ ഉള്ളം വെന്തു നീറുന്നേ-  യേശു നാഥാ! സ്വാമീ!  എന്തു ഞാൻ ചെയ്തേൻ എൻ പരാ! പരാ!- യേശു നാഥാ! സ്വാമീ! </vt:lpstr>
      <vt:lpstr>അന്നു കള്ളന്നു ദത്തമാം ക്ഷമ-  യേശു നാഥാ! സ്വാമീ!  ഇന്നീ പാപിക്കും തന്നീടേണമേ-  യേശു നാഥാ! സ്വാമീ! </vt:lpstr>
      <vt:lpstr>നീ വെടിയല്ലേ-പാപിയാമെന്നെ –  യേശു നാഥാ! സ്വാമീ!  പോവതിനൊരു-പാതമാറ്റില്ലേ-  യേശു നാഥാ! സ്വാമീ! </vt:lpstr>
      <vt:lpstr>എന്നെ മോചിച്ചാൽ തന്നെ നിൻ കൃപ-  യേശു നാഥാ! സ്വാമീ!  നന്നേ ശോഭിക്കും നന്മ ദായക-  യേശു നാഥാ! സ്വാമീ! </vt:lpstr>
      <vt:lpstr>കാലം പോകുന്നേ മാളിൽ ചാകും മുൻ-  യേശു നാഥാ! സ്വാമീ!  ചേലോടെ കൃപ-ചെയ്തീടേണമേ-  യേശു നാഥാ! സ്വാമീ!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Paapi njan maha paapi</dc:title>
  <dc:creator>Digital Input:; GM JOHN; Acsah Mathews</dc:creator>
  <cp:lastModifiedBy>Acsah Mathews</cp:lastModifiedBy>
  <cp:revision>293</cp:revision>
  <dcterms:created xsi:type="dcterms:W3CDTF">2013-04-19T09:19:07Z</dcterms:created>
  <dcterms:modified xsi:type="dcterms:W3CDTF">2018-11-08T15:13:57Z</dcterms:modified>
</cp:coreProperties>
</file>