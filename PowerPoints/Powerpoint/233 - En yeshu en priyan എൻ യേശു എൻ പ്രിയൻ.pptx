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82" r:id="rId3"/>
    <p:sldId id="284" r:id="rId4"/>
    <p:sldId id="285" r:id="rId5"/>
    <p:sldId id="286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05" autoAdjust="0"/>
    <p:restoredTop sz="94660"/>
  </p:normalViewPr>
  <p:slideViewPr>
    <p:cSldViewPr>
      <p:cViewPr varScale="1">
        <p:scale>
          <a:sx n="45" d="100"/>
          <a:sy n="45" d="100"/>
        </p:scale>
        <p:origin x="78" y="6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1BA07B-E2B0-4108-B9F9-CB31171B6B2E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5CB7B6-8563-4ACA-ADDA-27BDDF7AC8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C3E13-99BF-437C-80E5-2B9FBC2A4E2E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1E4627-B7CD-4EBA-9D3F-C171370E5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811C0-EE7A-4890-A825-72C22C186B72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8C08D0-DF46-4A2C-8F7B-FC65068CC1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EC6251-3974-473D-83CA-7B4FC56975D6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E880D-E242-4D94-860D-E8A8ADFFC9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A91C7A-F46F-4396-9A3C-A8FE11AE689A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289009-47D6-49B9-BCEA-7B16B141E0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B87035-428D-45F8-B744-94B84B132AB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D8044-8C2B-4D0D-AD8D-27E5A9151F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04D1E-5EEB-4C97-B3FF-C36AF72519B6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EAF6E3-DD4A-466E-B3F9-864E96EA96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45ED87-CAFB-4934-AE8A-5A8551B92FD3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015098-6B6A-4AC7-9DB7-8D944B303B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425EE8-7523-4B20-B49F-304FA29A80ED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80A5D-C924-4A9A-96F7-7E41DE824D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68EB4B-5266-4FAF-BAB6-BAB754935F04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814A-EDC4-42B6-BD45-376DED5AB8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9993EA-A561-414D-9762-51C4B3B34667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9394F7-6B4F-4481-8FCA-AEB0E7AE7B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474999C-3EFD-422E-881D-1A3931371E3D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1B2ACB-EE4D-45F9-AE12-7A110E960E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E7FE2-9019-4D72-B575-810418214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470025"/>
          </a:xfrm>
        </p:spPr>
        <p:txBody>
          <a:bodyPr/>
          <a:lstStyle/>
          <a:p>
            <a:r>
              <a:rPr lang="en-US" dirty="0"/>
              <a:t>233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എൻ യേശു എൻ പ്രിയൻ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0F396-7FBA-4FD8-B1F1-CDC53C470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124200"/>
            <a:ext cx="12192000" cy="121920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En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en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priyan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My Jesus I Love Thee	- W.R. Featherston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E650F3-A668-45A9-BC57-7B46C02A075B}"/>
              </a:ext>
            </a:extLst>
          </p:cNvPr>
          <p:cNvSpPr/>
          <p:nvPr/>
        </p:nvSpPr>
        <p:spPr>
          <a:xfrm>
            <a:off x="2362200" y="4569858"/>
            <a:ext cx="24288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(റവ. റ്റി. കോശി)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43276E-31E9-4885-BED0-2CE21D6EE0D1}"/>
              </a:ext>
            </a:extLst>
          </p:cNvPr>
          <p:cNvSpPr/>
          <p:nvPr/>
        </p:nvSpPr>
        <p:spPr>
          <a:xfrm>
            <a:off x="7772400" y="4569858"/>
            <a:ext cx="19919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chemeClr val="accent2"/>
                </a:solidFill>
                <a:latin typeface="Arial" panose="020B0604020202020204" pitchFamily="34" charset="0"/>
              </a:rPr>
              <a:t>(Rev. T. Koshy)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279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04800" y="838200"/>
            <a:ext cx="11896060" cy="3352800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യേശു എൻ പ്രിയൻ എനിക്കുള്ളോൻ 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പേർക്കു വെടിയുന്നു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പാപോല്ലാസം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കാരുണ്യവീണ്ടെടുപ്പു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 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സ്നേഹിച്ചോ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(ഞാൻ)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(3)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ആയതിപ്പോൾ തന്നെ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9982A7-5323-4D45-9348-2CEAA29F82E8}"/>
              </a:ext>
            </a:extLst>
          </p:cNvPr>
          <p:cNvSpPr/>
          <p:nvPr/>
        </p:nvSpPr>
        <p:spPr>
          <a:xfrm>
            <a:off x="304800" y="4191000"/>
            <a:ext cx="1174366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priyan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enikkullhon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pèrku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vediyunnu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paapollaasam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kaarunhya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veendeduppu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snehichcho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) (3)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Aayathippolh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AD9BD3-526B-4EC0-96D8-D1F5C121B182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04800" y="838200"/>
            <a:ext cx="11896060" cy="3352800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സ്നേഹിക്കുന്നു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 മുൻ സ്നേഹിച്ചെന്നെ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മോചനം വാങ്ങി നീ കാൽവറിയിൽ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സ്നേഹിക്കുന്നു മുൾമുടിഏറ്റതാൽ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സ്നേഹിച്ചോ (ഞാൻ) (3)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ആയതിപ്പോൾ തന്നെ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9982A7-5323-4D45-9348-2CEAA29F82E8}"/>
              </a:ext>
            </a:extLst>
          </p:cNvPr>
          <p:cNvSpPr/>
          <p:nvPr/>
        </p:nvSpPr>
        <p:spPr>
          <a:xfrm>
            <a:off x="304800" y="4038600"/>
            <a:ext cx="1174366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Njaan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snehikkunnu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snehichchenney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mochanam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vaangi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kaalvariyil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Njaan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snehikkunnu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mulhmudiettathaal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snehichcho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) (3)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Aayathippolh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AD9BD3-526B-4EC0-96D8-D1F5C121B182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22087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04800" y="838200"/>
            <a:ext cx="11896060" cy="3352800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സ്നേഹിക്കും ജീവമരണങ്ങളിൽ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ജീവിക്കും നാൾ എന്നും വാഴ്ത്തും നിന്നെ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ഗാനം അന്ത്യ വായു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പോകുമ്പോഴും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സ്നേഹിച്ചോ (ഞാൻ) (3)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ആയതിപ്പോൾ തന്നെ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9982A7-5323-4D45-9348-2CEAA29F82E8}"/>
              </a:ext>
            </a:extLst>
          </p:cNvPr>
          <p:cNvSpPr/>
          <p:nvPr/>
        </p:nvSpPr>
        <p:spPr>
          <a:xfrm>
            <a:off x="304800" y="4038600"/>
            <a:ext cx="1174366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Njaan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maranhangalhil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Njaan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vaazhthum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anthya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vaayu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pokumbozhum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snehichcho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) (3)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Aayathippolh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AD9BD3-526B-4EC0-96D8-D1F5C121B182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04636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04800" y="838200"/>
            <a:ext cx="11896060" cy="3352800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അനന്തപ്രമോദമോടെ സ്വർഗ്ഗത്തിൽ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വണങ്ങിക്കൊണ്ടാടും നിന്നെ എന്നേക്കും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പാടീടും മിന്നും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മുടി വച്ചങ്ങു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സ്നേഹിച്ചോ (ഞാൻ) (3)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ആയതിപ്പോൾ തന്നെ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9982A7-5323-4D45-9348-2CEAA29F82E8}"/>
              </a:ext>
            </a:extLst>
          </p:cNvPr>
          <p:cNvSpPr/>
          <p:nvPr/>
        </p:nvSpPr>
        <p:spPr>
          <a:xfrm>
            <a:off x="304800" y="4038600"/>
            <a:ext cx="1174366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Anantha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pramodamodey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swargaththil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Vanhangikkondaadum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Njaan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minnum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mudivachchangu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snehichcho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) (3)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Aayathippolh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AD9BD3-526B-4EC0-96D8-D1F5C121B182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10178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1532</TotalTime>
  <Words>141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233 എൻ യേശു എൻ പ്രിയൻ</vt:lpstr>
      <vt:lpstr>എൻ യേശു എൻ പ്രിയൻ എനിക്കുള്ളോൻ നീ നിൻ പേർക്കു വെടിയുന്നു പാപോല്ലാസം എൻ കാരുണ്യവീണ്ടെടുപ്പു രക്ഷ നീ എപ്പോൾ സ്നേഹിച്ചോ (ഞാൻ)  (3)  ആയതിപ്പോൾ തന്നെ</vt:lpstr>
      <vt:lpstr>ഞാൻ സ്നേഹിക്കുന്നു നീ മുൻ സ്നേഹിച്ചെന്നെ എൻ മോചനം വാങ്ങി നീ കാൽവറിയിൽ ഞാൻ സ്നേഹിക്കുന്നു മുൾമുടിഏറ്റതാൽ എപ്പോൾ സ്നേഹിച്ചോ (ഞാൻ) (3) ആയതിപ്പോൾ തന്നെ</vt:lpstr>
      <vt:lpstr>ഞാൻ സ്നേഹിക്കും ജീവമരണങ്ങളിൽ ഞാൻ ജീവിക്കും നാൾ എന്നും വാഴ്ത്തും നിന്നെ എൻ ഗാനം അന്ത്യ വായു  പോകുമ്പോഴും എപ്പോൾ സ്നേഹിച്ചോ (ഞാൻ) (3) ആയതിപ്പോൾ തന്നെ</vt:lpstr>
      <vt:lpstr>അനന്തപ്രമോദമോടെ സ്വർഗ്ഗത്തിൽ വണങ്ങിക്കൊണ്ടാടും നിന്നെ എന്നേക്കും ഞാൻ പാടീടും മിന്നും മുടി വച്ചങ്ങു എപ്പോൾ സ്നേഹിച്ചോ (ഞാൻ) (3) ആയതിപ്പോൾ തന്നെ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yeshu en priyan</dc:title>
  <dc:creator>Digital Input:; GM JOHN; Acsah Mathews</dc:creator>
  <cp:lastModifiedBy>Acsah Mathews</cp:lastModifiedBy>
  <cp:revision>447</cp:revision>
  <dcterms:created xsi:type="dcterms:W3CDTF">2013-04-19T09:19:07Z</dcterms:created>
  <dcterms:modified xsi:type="dcterms:W3CDTF">2018-11-13T17:17:28Z</dcterms:modified>
</cp:coreProperties>
</file>