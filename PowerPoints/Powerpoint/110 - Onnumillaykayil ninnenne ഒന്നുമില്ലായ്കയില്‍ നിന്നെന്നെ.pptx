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0" r:id="rId3"/>
    <p:sldId id="273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72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49D993-ED65-4962-AB47-FE123938221F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D18E54-1318-4388-BE1F-0753273597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E558CC-EA0E-4935-96A7-214AB57F3E38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75DD12-D0F4-448B-8E02-6B8061B1D6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C702A-9D65-44F0-BB1A-67600D0088FC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3380ED-2ED7-46B5-9BE8-AA8E0D0ED8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C81947-26AC-4EFA-889B-EE3AE8740C0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0959AE-C893-42CA-8116-BE7A0507FF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C13C9F-73AA-42B9-828C-F33AE206AF82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87FB75-1E7B-4E7C-8794-C467300858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97E1EB-9F19-4C19-8274-C903A6B946F5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B4EE40-1C42-41DD-9EE5-A758334C13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56D14-8FC5-442F-8492-6D8184217291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37F41F-918F-4B44-9C0C-ED37F46026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008719-5223-4C17-99A5-0C8F26871FD9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19E6F5-AA33-46E5-B0F1-B48EFC149B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24FE5-E1EC-4B70-9A28-9D33CE264F74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7B8BD-6B87-415A-804A-7D32C0D38E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116087-08D1-4963-9E26-0D7895539DCF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20E60A-C8CA-4CD5-B870-F8238D3772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F1D7E-36E4-420F-A3BB-289CCDE0F5AB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177C49-0058-4902-8327-656D233C96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BE6CA66-5E89-4BCA-B3BD-8592EEE68804}" type="datetimeFigureOut">
              <a:rPr lang="en-US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EE9AE0F-48D8-42B8-8CD9-C04EF386BE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93424-576B-4962-BA4D-EBFA42371B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110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ഒന്നുമില്ലായ്കയില്‍ നിന്നെന്നെ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8B5ED5-09AA-4F66-9D94-726958FC31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Onnum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illaaikayil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ninnenney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004207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2209800"/>
          </a:xfrm>
        </p:spPr>
        <p:txBody>
          <a:bodyPr anchor="t"/>
          <a:lstStyle/>
          <a:p>
            <a:pPr algn="l" defTabSz="511175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ഒന്നുമില്ലായ്കയില്‍ നിന്നെന്നെ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നിന്നുടെ ഛായയില്‍ സൃഷ്ടിച്ചു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നിത്യമായി സ്നേഹിച്ചെന്നെ നിന്‍റെ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പുത്രനെ തന്നു രക്ഷിച്ചു നീ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473F87-AFF9-4BF2-9092-6AA1B719329D}"/>
              </a:ext>
            </a:extLst>
          </p:cNvPr>
          <p:cNvSpPr/>
          <p:nvPr/>
        </p:nvSpPr>
        <p:spPr>
          <a:xfrm>
            <a:off x="0" y="2595027"/>
            <a:ext cx="1157653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നിന്‍ മഹാ കൃപയ്ക്കായ്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നിന്നെ ഞാന്‍ സ്തുതിച്ചിടുമെന്നും (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BB5BDD-553F-4C5F-9DFF-04A99F11AD1E}"/>
              </a:ext>
            </a:extLst>
          </p:cNvPr>
          <p:cNvSpPr/>
          <p:nvPr/>
        </p:nvSpPr>
        <p:spPr>
          <a:xfrm>
            <a:off x="-1" y="3581400"/>
            <a:ext cx="1158240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Onnum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illaaikayil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ninnenney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Ninnudey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chaayayil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srishtichu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Nithyamaai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snehichenney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nintey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Puthraney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rakshichchu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2AB0B7-9665-4353-864F-1A99A4C42724}"/>
              </a:ext>
            </a:extLst>
          </p:cNvPr>
          <p:cNvSpPr/>
          <p:nvPr/>
        </p:nvSpPr>
        <p:spPr>
          <a:xfrm>
            <a:off x="5861" y="5638800"/>
            <a:ext cx="1157653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kripakkaai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sthuthicheedum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2209800"/>
          </a:xfrm>
        </p:spPr>
        <p:txBody>
          <a:bodyPr anchor="t"/>
          <a:lstStyle/>
          <a:p>
            <a:pPr algn="l" defTabSz="511175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2	ഈ ലോകത്തില്‍ വന്നേശു എന്‍റെ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മാലൊഴിപ്പാന്‍ സഹിച്ചു ബഹു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പീഡകള്‍ സങ്കടങ്ങള്‍ പങ്ക-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പ്പാടുകള്‍ നീചമരണവും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473F87-AFF9-4BF2-9092-6AA1B719329D}"/>
              </a:ext>
            </a:extLst>
          </p:cNvPr>
          <p:cNvSpPr/>
          <p:nvPr/>
        </p:nvSpPr>
        <p:spPr>
          <a:xfrm>
            <a:off x="0" y="2595027"/>
            <a:ext cx="1157653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നിന്‍ മഹാ കൃപയ്ക്കായ്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നിന്നെ ഞാന്‍ സ്തുതിച്ചിടുമെന്നും (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BB5BDD-553F-4C5F-9DFF-04A99F11AD1E}"/>
              </a:ext>
            </a:extLst>
          </p:cNvPr>
          <p:cNvSpPr/>
          <p:nvPr/>
        </p:nvSpPr>
        <p:spPr>
          <a:xfrm>
            <a:off x="-1" y="3581400"/>
            <a:ext cx="1158240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Ee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lokaththil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entey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Maalozhippaan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sahichu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bahu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Peedakalh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sankadangalh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panka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ppaadukalh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neecha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maranhavum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2AB0B7-9665-4353-864F-1A99A4C42724}"/>
              </a:ext>
            </a:extLst>
          </p:cNvPr>
          <p:cNvSpPr/>
          <p:nvPr/>
        </p:nvSpPr>
        <p:spPr>
          <a:xfrm>
            <a:off x="5861" y="5638800"/>
            <a:ext cx="1157653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kripakkaai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sthuthicheedum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418475956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2209800"/>
          </a:xfrm>
        </p:spPr>
        <p:txBody>
          <a:bodyPr anchor="t"/>
          <a:lstStyle/>
          <a:p>
            <a:pPr algn="l" defTabSz="511175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3	മോചനം വീണ്ടും ജനനവും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നീച പാപി എന്നില്‍ വസിപ്പാന്‍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നിന്നാത്മാവിന്റെ ദാനവും നീ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തന്നു സ്വര്‍ഗ്ഗാനുഗ്രഹങ്ങളും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473F87-AFF9-4BF2-9092-6AA1B719329D}"/>
              </a:ext>
            </a:extLst>
          </p:cNvPr>
          <p:cNvSpPr/>
          <p:nvPr/>
        </p:nvSpPr>
        <p:spPr>
          <a:xfrm>
            <a:off x="0" y="2595027"/>
            <a:ext cx="1157653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നിന്‍ മഹാ കൃപയ്ക്കായ്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നിന്നെ ഞാന്‍ സ്തുതിച്ചിടുമെന്നും (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BB5BDD-553F-4C5F-9DFF-04A99F11AD1E}"/>
              </a:ext>
            </a:extLst>
          </p:cNvPr>
          <p:cNvSpPr/>
          <p:nvPr/>
        </p:nvSpPr>
        <p:spPr>
          <a:xfrm>
            <a:off x="-1" y="3581400"/>
            <a:ext cx="1158240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Mochanam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veendum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jananavum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Neecha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vasippaan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Ninnaathmavintey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daanavum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</a:t>
            </a: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swargga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anugrahangalhum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2AB0B7-9665-4353-864F-1A99A4C42724}"/>
              </a:ext>
            </a:extLst>
          </p:cNvPr>
          <p:cNvSpPr/>
          <p:nvPr/>
        </p:nvSpPr>
        <p:spPr>
          <a:xfrm>
            <a:off x="5861" y="5638800"/>
            <a:ext cx="1157653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kripakkaai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sthuthicheedum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83338258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2209800"/>
          </a:xfrm>
        </p:spPr>
        <p:txBody>
          <a:bodyPr anchor="t"/>
          <a:lstStyle/>
          <a:p>
            <a:pPr algn="l" defTabSz="511175"/>
            <a:r>
              <a:rPr lang="en-US" sz="3200" b="1" dirty="0">
                <a:latin typeface="Kartika" panose="02020503030404060203" pitchFamily="18" charset="0"/>
              </a:rPr>
              <a:t>4	</a:t>
            </a:r>
            <a:r>
              <a:rPr lang="ml-IN" sz="3200" b="1" dirty="0">
                <a:latin typeface="Kartika" panose="02020503030404060203" pitchFamily="18" charset="0"/>
              </a:rPr>
              <a:t>അന്ന വസ്ത്രാദി നന്മകളെ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എണ്ണമില്ലാതെന്മേല്‍ ചൊരിഞ്ഞു 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തിന്മകള്‍ സര്‍വ്വത്തില്‍ നിന്നെന്നെ</a:t>
            </a:r>
            <a:br>
              <a:rPr lang="ml-IN" sz="3200" b="1" dirty="0">
                <a:latin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</a:rPr>
              <a:t>	കണ്മണിപോലെ കാക്കുന്നു നീ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473F87-AFF9-4BF2-9092-6AA1B719329D}"/>
              </a:ext>
            </a:extLst>
          </p:cNvPr>
          <p:cNvSpPr/>
          <p:nvPr/>
        </p:nvSpPr>
        <p:spPr>
          <a:xfrm>
            <a:off x="0" y="2595027"/>
            <a:ext cx="1157653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നിന്‍ മഹാ കൃപയ്ക്കായ്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നിന്നെ ഞാന്‍ സ്തുതിച്ചിടുമെന്നും (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BB5BDD-553F-4C5F-9DFF-04A99F11AD1E}"/>
              </a:ext>
            </a:extLst>
          </p:cNvPr>
          <p:cNvSpPr/>
          <p:nvPr/>
        </p:nvSpPr>
        <p:spPr>
          <a:xfrm>
            <a:off x="-1" y="3581400"/>
            <a:ext cx="1158240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Anna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vasthraadi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nanmakalhey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Ennhamillaathenmel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chorinju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Thinmakalh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sarvaththil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ninnenney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Kanhmanhi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poley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kaakkunnu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2AB0B7-9665-4353-864F-1A99A4C42724}"/>
              </a:ext>
            </a:extLst>
          </p:cNvPr>
          <p:cNvSpPr/>
          <p:nvPr/>
        </p:nvSpPr>
        <p:spPr>
          <a:xfrm>
            <a:off x="5861" y="5638800"/>
            <a:ext cx="1157653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kripakkaai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sthuthicheedum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199980127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2209800"/>
          </a:xfrm>
        </p:spPr>
        <p:txBody>
          <a:bodyPr anchor="t"/>
          <a:lstStyle/>
          <a:p>
            <a:pPr algn="l" defTabSz="511175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5	നാശമില്ലാത്തവകാശവും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യേശുവിന്‍ ഭാഗ്യസന്നിധിയും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നീതിയിന്‍ വാടാമുടിയതും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തന്മക്കള്‍ക്കു സ്വര്‍ഗ്ഗെ ലഭിക്കും 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0896600" y="0"/>
            <a:ext cx="1295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473F87-AFF9-4BF2-9092-6AA1B719329D}"/>
              </a:ext>
            </a:extLst>
          </p:cNvPr>
          <p:cNvSpPr/>
          <p:nvPr/>
        </p:nvSpPr>
        <p:spPr>
          <a:xfrm>
            <a:off x="0" y="2595027"/>
            <a:ext cx="1157653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നിന്‍ മഹാ കൃപയ്ക്കായ്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നിന്നെ ഞാന്‍ സ്തുതിച്ചിടുമെന്നും (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BB5BDD-553F-4C5F-9DFF-04A99F11AD1E}"/>
              </a:ext>
            </a:extLst>
          </p:cNvPr>
          <p:cNvSpPr/>
          <p:nvPr/>
        </p:nvSpPr>
        <p:spPr>
          <a:xfrm>
            <a:off x="-1" y="3581400"/>
            <a:ext cx="1158240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Naashamillaath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avakaashavum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bhaagya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sannidhiyum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Neethiyin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vaadmudiyathum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makkalhkku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swarggey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labhikkum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2AB0B7-9665-4353-864F-1A99A4C42724}"/>
              </a:ext>
            </a:extLst>
          </p:cNvPr>
          <p:cNvSpPr/>
          <p:nvPr/>
        </p:nvSpPr>
        <p:spPr>
          <a:xfrm>
            <a:off x="5861" y="5638800"/>
            <a:ext cx="1157653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mahaa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kripakkaai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sthuthicheedum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159539270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144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110 ഒന്നുമില്ലായ്കയില്‍ നിന്നെന്നെ</vt:lpstr>
      <vt:lpstr>1 ഒന്നുമില്ലായ്കയില്‍ നിന്നെന്നെ   നിന്നുടെ ഛായയില്‍ സൃഷ്ടിച്ചു   നിത്യമായി സ്നേഹിച്ചെന്നെ നിന്‍റെ   പുത്രനെ തന്നു രക്ഷിച്ചു നീ </vt:lpstr>
      <vt:lpstr>2 ഈ ലോകത്തില്‍ വന്നേശു എന്‍റെ   മാലൊഴിപ്പാന്‍ സഹിച്ചു ബഹു   പീഡകള്‍ സങ്കടങ്ങള്‍ പങ്ക-  പ്പാടുകള്‍ നീചമരണവും</vt:lpstr>
      <vt:lpstr>3 മോചനം വീണ്ടും ജനനവും   നീച പാപി എന്നില്‍ വസിപ്പാന്‍   നിന്നാത്മാവിന്റെ ദാനവും നീ   തന്നു സ്വര്‍ഗ്ഗാനുഗ്രഹങ്ങളും </vt:lpstr>
      <vt:lpstr>4 അന്ന വസ്ത്രാദി നന്മകളെ   എണ്ണമില്ലാതെന്മേല്‍ ചൊരിഞ്ഞു   തിന്മകള്‍ സര്‍വ്വത്തില്‍ നിന്നെന്നെ  കണ്മണിപോലെ കാക്കുന്നു നീ </vt:lpstr>
      <vt:lpstr>5 നാശമില്ലാത്തവകാശവും   യേശുവിന്‍ ഭാഗ്യസന്നിധിയും   നീതിയിന്‍ വാടാമുടിയതും   തന്മക്കള്‍ക്കു സ്വര്‍ഗ്ഗെ ലഭിക്കും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Onnumillaykayil ninnenne</dc:title>
  <dc:creator>Digital Input:; GM JOHN; Acsah Mathews</dc:creator>
  <cp:lastModifiedBy>Acsah Mathews</cp:lastModifiedBy>
  <cp:revision>129</cp:revision>
  <dcterms:created xsi:type="dcterms:W3CDTF">2013-04-19T09:19:07Z</dcterms:created>
  <dcterms:modified xsi:type="dcterms:W3CDTF">2018-11-02T15:22:30Z</dcterms:modified>
</cp:coreProperties>
</file>