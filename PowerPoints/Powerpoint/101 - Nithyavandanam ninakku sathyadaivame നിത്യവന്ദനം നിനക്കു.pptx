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994DB-A684-4299-B9CF-0AB1B3973C3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DF4F5-60F8-44E1-B616-B95758F090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692F0-82DD-4A59-8B20-CFBCA26457E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74CF7-5CD4-4709-BA60-591FD8086A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38A75-E69D-4DD8-8754-2B7E2541E05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E3697-A8DE-43B9-B14C-BA03A0D715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3767E-67E9-4E72-A98C-8E908615E21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78C61-746B-4794-9150-83C45397A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1E1F3-A36B-4FE1-ADAF-F378F938D93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A556A-E891-40FB-B4DE-3796DD056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28FDF-1243-4FFD-9AE1-78C2BDB50F5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8EC46-AE5E-4764-B912-AEE58AD721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766F1-6C95-441E-84A6-81A4D1E006E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8024D-316D-402E-8785-1C51EE099E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9C99A-FB5B-43F4-8786-C98B0FAF24D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218B-BB52-4224-82BE-01F197F45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88BA-A356-4B44-8662-2B0B320268F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86C09-33FD-41AF-82A9-1F04EDC1CD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D8386-75BC-4C6E-A4B0-3288B2B65F7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BBB97-45D8-4741-83A6-A01A0E8C53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7442E-2D61-4834-8914-46EAFA017C7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7298-90BF-4917-B491-A232921C5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386519-32DB-4788-AB05-AA89FF77ABD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E81CB3-0F24-4A28-83B7-BC224E70A5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2B72-D1F6-4A34-A0E1-D7A98819E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101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നിത്യവന്ദനം നിനക്കു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സത്യദൈവമേ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1DF37-5C30-43AE-A83B-BC10063F0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25733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Nithyavandanam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ninakku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D949A-413E-4B4C-9A73-3083BF0BF7D0}"/>
              </a:ext>
            </a:extLst>
          </p:cNvPr>
          <p:cNvSpPr/>
          <p:nvPr/>
        </p:nvSpPr>
        <p:spPr>
          <a:xfrm>
            <a:off x="1447800" y="4865821"/>
            <a:ext cx="2332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cs typeface="Kartika" pitchFamily="18" charset="0"/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മോശവത്സലം</a:t>
            </a:r>
            <a:r>
              <a:rPr lang="en-US" sz="2000" b="1" dirty="0">
                <a:solidFill>
                  <a:schemeClr val="accent2"/>
                </a:solidFill>
                <a:cs typeface="Kartika" pitchFamily="18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BC799-E363-4D8C-9CFC-803460DEE1CD}"/>
              </a:ext>
            </a:extLst>
          </p:cNvPr>
          <p:cNvSpPr/>
          <p:nvPr/>
        </p:nvSpPr>
        <p:spPr>
          <a:xfrm>
            <a:off x="9252960" y="4865821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461874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092"/>
            <a:ext cx="12192000" cy="2895600"/>
          </a:xfrm>
        </p:spPr>
        <p:txBody>
          <a:bodyPr anchor="t"/>
          <a:lstStyle/>
          <a:p>
            <a:pPr algn="l" defTabSz="28098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നിത്യവന്ദനം നിനക്കു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സത്യദൈവമേ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സ്തോത്രവും ജയവും യോഗ്യം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അത്യുന്നതനേ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മര്‍ത്യകുലത്തിൻ സൃഷ്ടാവേ! നിത്യപിതാവേ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സത്യവിശ്വാസികള്‍ ചെയ്യും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നിനക്കേ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3BB6A-AA53-4950-9304-AB30FFD3DAA4}"/>
              </a:ext>
            </a:extLst>
          </p:cNvPr>
          <p:cNvSpPr/>
          <p:nvPr/>
        </p:nvSpPr>
        <p:spPr>
          <a:xfrm>
            <a:off x="0" y="3767554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sathyadaivame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athyunnathane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Marthyakulathin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srishtaave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Nithyapithaave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Sathyavishwaasikalh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6774182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092"/>
            <a:ext cx="12192000" cy="2895600"/>
          </a:xfrm>
        </p:spPr>
        <p:txBody>
          <a:bodyPr anchor="t"/>
          <a:lstStyle/>
          <a:p>
            <a:pPr algn="l" defTabSz="28098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എത്രയോ മനോഹരം നിൻ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കൃത്യങ്ങളെല്ലാം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ചിത്രമതി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ചിത്രമവ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എത്രയോ ശ്രേഷ്ഠം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കെറൂബുകള്‍ മദ്ധ്യേ വസിക്കും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സര്‍വശക്തനേ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ഉര്‍വ്വിയെങ്ങും വ്യാപിച്ചിടും-നിനക്കെന്നും സ്തോത്രം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3BB6A-AA53-4950-9304-AB30FFD3DAA4}"/>
              </a:ext>
            </a:extLst>
          </p:cNvPr>
          <p:cNvSpPr/>
          <p:nvPr/>
        </p:nvSpPr>
        <p:spPr>
          <a:xfrm>
            <a:off x="0" y="3767554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Ethrayo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nin-krithikalhellaam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Chithramathi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chithramiva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ethrayo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shreshtam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Keroobukalh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sarvashakthane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Urhviyengum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vyaapicheedum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58492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092"/>
            <a:ext cx="12192000" cy="2895600"/>
          </a:xfrm>
        </p:spPr>
        <p:txBody>
          <a:bodyPr anchor="t"/>
          <a:lstStyle/>
          <a:p>
            <a:pPr algn="l" defTabSz="28098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മാനവകുലത്തിന്‍ പാപം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മോചനം ചെയ്‌വാന്‍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ഹീനമാം കുരിരിശിന്‍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തീര്‍ത്ത പരനേ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   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തന്നില്‍ വിശ്വസിക്കുന്നവ - ർക്കെന്നേക്കും മോക്ഷം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തന്നരുളാന്‍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ഉന്നതത്തില്‍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ചേര്‍ന്ന പരനേ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3BB6A-AA53-4950-9304-AB30FFD3DAA4}"/>
              </a:ext>
            </a:extLst>
          </p:cNvPr>
          <p:cNvSpPr/>
          <p:nvPr/>
        </p:nvSpPr>
        <p:spPr>
          <a:xfrm>
            <a:off x="0" y="3767554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Maanavakulathin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mochanam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Heenamaam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vishwasikkunnarkennekkum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moksham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Thannarulhaan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045119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343708"/>
          </a:xfrm>
        </p:spPr>
        <p:txBody>
          <a:bodyPr anchor="t"/>
          <a:lstStyle/>
          <a:p>
            <a:pPr algn="l" defTabSz="28098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ബഹുമാനം സര്‍വ്വ മഹത്വം സ്തുതിയും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സര്‍വ്വേശ്വര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നായ യഹോവയ്ക്കു താന്‍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ആമേന്‍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3BB6A-AA53-4950-9304-AB30FFD3DAA4}"/>
              </a:ext>
            </a:extLst>
          </p:cNvPr>
          <p:cNvSpPr/>
          <p:nvPr/>
        </p:nvSpPr>
        <p:spPr>
          <a:xfrm>
            <a:off x="0" y="324716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bahumaanam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Sarveshvaranaaya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aamen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D3B29-D1EA-42CA-8D9D-5EA2A3A9D4BB}"/>
              </a:ext>
            </a:extLst>
          </p:cNvPr>
          <p:cNvSpPr/>
          <p:nvPr/>
        </p:nvSpPr>
        <p:spPr>
          <a:xfrm>
            <a:off x="10085787" y="2182505"/>
            <a:ext cx="213552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cs typeface="Kartika" pitchFamily="18" charset="0"/>
              </a:rPr>
              <a:t>(</a:t>
            </a:r>
            <a:r>
              <a:rPr lang="ml-IN" b="1" dirty="0"/>
              <a:t>മോശവത്സലം</a:t>
            </a:r>
            <a:r>
              <a:rPr lang="en-US" b="1" dirty="0">
                <a:cs typeface="Kartika" pitchFamily="18" charset="0"/>
              </a:rPr>
              <a:t>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8D8C7F-754D-491E-BC7D-8CB4BFE1AAF3}"/>
              </a:ext>
            </a:extLst>
          </p:cNvPr>
          <p:cNvSpPr/>
          <p:nvPr/>
        </p:nvSpPr>
        <p:spPr>
          <a:xfrm>
            <a:off x="10144191" y="4711933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714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118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101 നിത്യവന്ദനം നിനക്കു സത്യദൈവമേ!</vt:lpstr>
      <vt:lpstr>1  നിത്യവന്ദനം നിനക്കു സത്യദൈവമേ!    സ്തോത്രവും ജയവും യോഗ്യം അത്യുന്നതനേ!                         2  മര്‍ത്യകുലത്തിൻ സൃഷ്ടാവേ! നിത്യപിതാവേ!       സത്യവിശ്വാസികള്‍ ചെയ്യും - സ്തോത്രം നിനക്കേ!</vt:lpstr>
      <vt:lpstr>3  എത്രയോ മനോഹരം നിൻ - കൃത്യങ്ങളെല്ലാം    ചിത്രമതി – ചിത്രമവ - എത്രയോ ശ്രേഷ്ഠം!                         4  കെറൂബുകള്‍ മദ്ധ്യേ വസിക്കും - സര്‍വശക്തനേ!      ഉര്‍വ്വിയെങ്ങും വ്യാപിച്ചിടും-നിനക്കെന്നും സ്തോത്രം</vt:lpstr>
      <vt:lpstr>5  മാനവകുലത്തിന്‍ പാപം - മോചനം ചെയ്‌വാന്‍   ഹീനമാം കുരിരിശിന്‍ ശാപം - തീര്‍ത്ത പരനേ                            6  തന്നില്‍ വിശ്വസിക്കുന്നവ - ർക്കെന്നേക്കും മോക്ഷം    തന്നരുളാന്‍ - ഉന്നതത്തില്‍ ചേര്‍ന്ന പരനേ!</vt:lpstr>
      <vt:lpstr>7   സര്‍വ്വ ബഹുമാനം സര്‍വ്വ മഹത്വം സ്തുതിയും      സര്‍വ്വേശ്വര - നായ യഹോവയ്ക്കു താന്‍ - ആമേന്‍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Nithyavandanam ninakku sathyadaivame</dc:title>
  <dc:creator>Digital Input:; GM JOHN; Acsah Mathews</dc:creator>
  <cp:lastModifiedBy>Acsah Mathews</cp:lastModifiedBy>
  <cp:revision>149</cp:revision>
  <dcterms:created xsi:type="dcterms:W3CDTF">2013-04-19T09:19:07Z</dcterms:created>
  <dcterms:modified xsi:type="dcterms:W3CDTF">2018-11-02T13:06:31Z</dcterms:modified>
</cp:coreProperties>
</file>