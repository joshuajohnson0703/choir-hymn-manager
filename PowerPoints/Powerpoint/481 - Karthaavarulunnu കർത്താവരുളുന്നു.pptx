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1" r:id="rId7"/>
    <p:sldId id="265" r:id="rId8"/>
    <p:sldId id="262" r:id="rId9"/>
    <p:sldId id="266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B0C7-1345-46B2-9F46-AAED8C694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2C8EC-06A0-4ECA-B6B0-F414BE822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3A629-5005-4BC2-BAAD-5C9FB3D6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0F929-0DCA-4B5F-8DC2-114AA3E0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6C498-62DB-405D-ABC8-B04E1722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7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9A8D-B54D-4EEA-B9EF-8FF0C184E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3695F-8918-471E-B5E5-CE8AC8BE9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E6014-0EA5-469E-B2D9-675C3F2E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D9D8D-E9BD-4963-94C1-C688CAEB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D8E2C-98FE-4D66-8DDE-5BE2A357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9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48CF-77FB-41C8-9606-CAB56AF3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12CE1-870C-4C69-8974-A927728AE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FE033-EFCA-417D-A591-2DAFAB17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976EE-AF2C-434A-9D0B-AB8E8074C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45B4-B36B-41FA-B3DC-C43F9516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2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DDAF-A903-4B0A-AD74-7238F173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DC995-C302-4BFF-9629-CE048D59B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63DE9-8689-485E-8044-56C9DC506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57D95-8659-4618-B73F-9D9FB311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2815C-12E0-4C93-8BF1-1FD96D6A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AF5BC-342E-4E94-A6C6-21961F7F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113D-29ED-442B-ABB1-F9F5B252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FCF8D-1740-42C9-9F15-468CDF2E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F62A9-303F-43FC-87D5-63B61F751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494F5-8EBF-4DA3-9DC8-75594AB38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25F39-D85D-4BBB-97CB-799B5E109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7FF79-FE33-4EBF-B66B-71C894531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A010D-F4F4-4997-B281-A03A36C6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047F7C-7C26-4B55-A8C0-CED5C54B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86B0-A8AE-4690-9774-CA8C4827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E10FB-B622-4C16-8678-53207FAE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5E34C-53CE-42B8-974C-233FD979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368A5-0D37-4ECF-8A08-21AC7DE2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0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B3FC5-325C-4EFC-B00B-71DDA18F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A7B86-21D0-46FA-88C6-E836290F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B7809-414A-47C7-A332-269866AB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8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0B46-60EE-4E6D-A9CE-C843D566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A60C3-C77E-4A74-AAAA-2EE2F1BC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1DD6C-6C49-4E9C-8CF4-153A57382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26203-768A-4D63-B05F-C8B7659C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1C88B-0CBE-4F16-B05E-0B970947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DD484-2FE3-41B0-B6B2-4740DCA9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3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4124-0E64-44F5-8AAC-00561318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593AD-C677-467C-9A81-CF0FCDB0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DAB85-0E78-4E8E-A267-B89C170FE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04171-329E-4D42-ACB0-1EFAFF006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3D2A3-6A82-4590-90B5-8540D74C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3DBC5-13EB-4B39-964E-BA30E10D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6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C661-3563-4953-B823-C304C6E6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1D881-9EB2-4370-ADCC-30A6B14C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41768-F0E7-4FC3-B9B1-3DA293EC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4589D-7DCC-4809-A203-554380E6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FCC8C-01BE-4077-A90D-3BB51941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309CBD-ABF0-4178-BB11-B9C8D03FB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D3D96-E482-4846-B830-0D09182B1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F2E82-9309-4EF0-8F2B-88C915AB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AEE4B-67A3-47E8-8CAC-9324BF2C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97C3D-E89B-4B92-B0B9-9B7AF350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5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C404A-3DE9-484C-96F8-CF5096274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9E11A-4862-4A4A-A73D-AAE257AB1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3D7E9-E02D-472E-A56B-963CD61A3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1D8F0-7723-4572-AA0C-C8F87FBCD8D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B3FCC-6B0E-4AEF-AFFA-94B727CE4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F2F85-7229-425B-819A-4013EBFD5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4F039-AF3B-48D2-8C21-8E03B8807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2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481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കർത്താവരുളുന്നു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Karthaavarulhunnu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367410"/>
            <a:ext cx="11934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കർത്താവരുളുന്നു തിരുമേശയിൽ വരിക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ക്രൂശിൽ ബലിയായി ഏല്പിച്ച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ജീവിതവും മരണമതും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രക്ഷയിന്‍ മര്‍മ്മമതാകുന്നു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7" y="3755012"/>
            <a:ext cx="11013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rgbClr val="002060"/>
                </a:solidFill>
              </a:rPr>
              <a:t>Karthaavarulhunnu </a:t>
            </a:r>
            <a:r>
              <a:rPr lang="en-US" sz="3600" b="1" dirty="0" err="1">
                <a:solidFill>
                  <a:srgbClr val="002060"/>
                </a:solidFill>
              </a:rPr>
              <a:t>Thiruméshayil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varika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Krooshin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beliyaai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elpichcha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>
                <a:solidFill>
                  <a:srgbClr val="002060"/>
                </a:solidFill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</a:rPr>
              <a:t>jeevithavum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maranhamathum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Rakshayin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marmamathaakunnu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819524"/>
            <a:ext cx="1193409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ശുദ്ധിവരുത്തും രക്തമത്രേ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ശക്തിയരുളും ഭോജനമേ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ഐക്യതയില്‍ കാക്കുക ഞങ്ങളെ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42635"/>
            <a:ext cx="12191999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Shuddhi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varuththum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rakthamathey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Shakthi </a:t>
            </a:r>
            <a:r>
              <a:rPr lang="en-US" sz="3600" b="1" dirty="0" err="1">
                <a:solidFill>
                  <a:srgbClr val="0070C0"/>
                </a:solidFill>
              </a:rPr>
              <a:t>arulhum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bhojanamey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Ikyathayil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kaakkuka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njangalhey</a:t>
            </a:r>
            <a:r>
              <a:rPr lang="en-US" sz="3600" b="1" dirty="0">
                <a:solidFill>
                  <a:srgbClr val="0070C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</p:spTree>
    <p:extLst>
      <p:ext uri="{BB962C8B-B14F-4D97-AF65-F5344CB8AC3E}">
        <p14:creationId xmlns:p14="http://schemas.microsoft.com/office/powerpoint/2010/main" val="77234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367410"/>
            <a:ext cx="11934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പരിശുദ്ധൻ നാഥാ പരിശുദ്ധൻ നീയേ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മരണത്താൽ ഞങ്ങളുടെ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സങ്കടമെല്ലാം നീക്കിയതാല്‍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ഐക്യതയില്‍ കാക്കുക ഞങ്ങളെ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55012"/>
            <a:ext cx="109493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Parishuddhan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Naathaa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Parishuddhan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Neeyé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maranhaththaal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njangalhudey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Sankadam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ellaam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neekkiyathaal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Ikyathayil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kaakkuka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njangalhey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537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819524"/>
            <a:ext cx="1193409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ശുദ്ധിവരുത്തും രക്തമത്രേ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ശക്തിയരുളും ഭോജനമേ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ഐക്യതയില്‍ കാക്കുക ഞങ്ങളെ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42635"/>
            <a:ext cx="12191999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Shuddhi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varuththum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rakthamathey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Shakthi </a:t>
            </a:r>
            <a:r>
              <a:rPr lang="en-US" sz="3600" b="1" dirty="0" err="1">
                <a:solidFill>
                  <a:srgbClr val="0070C0"/>
                </a:solidFill>
              </a:rPr>
              <a:t>arulhum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bhojanamey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Ikyathayil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kaakkuka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njangalhey</a:t>
            </a:r>
            <a:r>
              <a:rPr lang="en-US" sz="3600" b="1" dirty="0">
                <a:solidFill>
                  <a:srgbClr val="0070C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</p:spTree>
    <p:extLst>
      <p:ext uri="{BB962C8B-B14F-4D97-AF65-F5344CB8AC3E}">
        <p14:creationId xmlns:p14="http://schemas.microsoft.com/office/powerpoint/2010/main" val="345209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367410"/>
            <a:ext cx="11934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പുതുതാക്കും നിയമം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,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പുതുതാക്കും ജനത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പുതുജീവൻ പുതുവഴിയായി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നിണമതാല്‍ നേടി തിരുമസഭയെ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ഐക്യതയില്‍ കാക്കുക ഞങ്ങളെ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7" y="3755012"/>
            <a:ext cx="11013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Puthuthaakkum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niyamam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Puthuthaakkum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janatha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Puthu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puthuvazhiyaayi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Ninhamathaal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nèdi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Thiru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sabhayé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Ikyathayil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kaakkuka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njangalhey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5361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819524"/>
            <a:ext cx="1193409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ശുദ്ധിവരുത്തും രക്തമത്രേ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ശക്തിയരുളും ഭോജനമേ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ഐക്യതയില്‍ കാക്കുക ഞങ്ങളെ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42635"/>
            <a:ext cx="12191999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Shuddhi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varuththum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rakthamathey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Shakthi </a:t>
            </a:r>
            <a:r>
              <a:rPr lang="en-US" sz="3600" b="1" dirty="0" err="1">
                <a:solidFill>
                  <a:srgbClr val="0070C0"/>
                </a:solidFill>
              </a:rPr>
              <a:t>arulhum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bhojanamey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Ikyathayil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kaakkuka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njangalhey</a:t>
            </a:r>
            <a:r>
              <a:rPr lang="en-US" sz="3600" b="1" dirty="0">
                <a:solidFill>
                  <a:srgbClr val="0070C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</p:spTree>
    <p:extLst>
      <p:ext uri="{BB962C8B-B14F-4D97-AF65-F5344CB8AC3E}">
        <p14:creationId xmlns:p14="http://schemas.microsoft.com/office/powerpoint/2010/main" val="2534596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367410"/>
            <a:ext cx="11934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ക്രൂശിൻ കഷ്ടതയോ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,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ഉയിര്‍പ്പിന്‍ ശോഭയതാല്‍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മരണം ജയിച്ചവനെ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തവ ധീരതയും ശക്തിയതും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നൽകുക നീ ഞങ്ങളിൽ എന്നെന്നും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7" y="3755012"/>
            <a:ext cx="11013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Krooshin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kashtathayo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Uyirppin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shôbhayathaal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Maranham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jayichchavaney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Thava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dheerathayum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shakthiyum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Nalkuka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njangalhil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ennennum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7147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819524"/>
            <a:ext cx="1193409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ശുദ്ധിവരുത്തും രക്തമത്രേ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ശക്തിയരുളും ഭോജനമേ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ഐക്യതയില്‍ കാക്കുക ഞങ്ങളെ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42635"/>
            <a:ext cx="12191999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Shuddhi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varuththum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rakthamathey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Shakthi </a:t>
            </a:r>
            <a:r>
              <a:rPr lang="en-US" sz="3600" b="1" dirty="0" err="1">
                <a:solidFill>
                  <a:srgbClr val="0070C0"/>
                </a:solidFill>
              </a:rPr>
              <a:t>arulhum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bhojanamey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Ikyathayil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kaakkuka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njangalhey</a:t>
            </a:r>
            <a:r>
              <a:rPr lang="en-US" sz="3600" b="1" dirty="0">
                <a:solidFill>
                  <a:srgbClr val="0070C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</p:spTree>
    <p:extLst>
      <p:ext uri="{BB962C8B-B14F-4D97-AF65-F5344CB8AC3E}">
        <p14:creationId xmlns:p14="http://schemas.microsoft.com/office/powerpoint/2010/main" val="39503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367410"/>
            <a:ext cx="11934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അഭയം തേടുന്നു നാഥാ നിൻ മക്കൾ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പദതാരിങ്കല്‍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അൻപൊടു നോക്കണം അടിയാരെ</a:t>
            </a:r>
          </a:p>
          <a:p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സന്താപാശ്രു തുടച്ചിടുവാൻ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7" y="3755012"/>
            <a:ext cx="11013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Abhayam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thèdunnu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Naathaa</a:t>
            </a:r>
            <a:r>
              <a:rPr lang="en-US" sz="3600" b="1" dirty="0">
                <a:solidFill>
                  <a:srgbClr val="002060"/>
                </a:solidFill>
              </a:rPr>
              <a:t> Nin </a:t>
            </a:r>
            <a:r>
              <a:rPr lang="en-US" sz="3600" b="1" dirty="0" err="1">
                <a:solidFill>
                  <a:srgbClr val="002060"/>
                </a:solidFill>
              </a:rPr>
              <a:t>makkalh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pada-thaarinkal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Anpodu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nôkkanham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adiyaarey</a:t>
            </a:r>
            <a:endParaRPr lang="en-US" sz="3600" b="1" dirty="0">
              <a:solidFill>
                <a:srgbClr val="002060"/>
              </a:solidFill>
            </a:endParaRPr>
          </a:p>
          <a:p>
            <a:pPr algn="r"/>
            <a:r>
              <a:rPr lang="en-US" sz="3600" b="1" dirty="0" err="1">
                <a:solidFill>
                  <a:srgbClr val="002060"/>
                </a:solidFill>
              </a:rPr>
              <a:t>Santhaapaashru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thudachchiduvaan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7910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819524"/>
            <a:ext cx="1193409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ശുദ്ധിവരുത്തും രക്തമത്രേ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ശക്തിയരുളും ഭോജനമേ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ഐക്യതയില്‍ കാക്കുക ഞങ്ങളെ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42635"/>
            <a:ext cx="12191999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Shuddhi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varuththum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rakthamathey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Shakthi </a:t>
            </a:r>
            <a:r>
              <a:rPr lang="en-US" sz="3600" b="1" dirty="0" err="1">
                <a:solidFill>
                  <a:srgbClr val="0070C0"/>
                </a:solidFill>
              </a:rPr>
              <a:t>arulhum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bhojanamey</a:t>
            </a:r>
            <a:endParaRPr lang="en-US" sz="36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</a:rPr>
              <a:t>Ikyathayil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kaakkuka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njangalhey</a:t>
            </a:r>
            <a:r>
              <a:rPr lang="en-US" sz="3600" b="1" dirty="0">
                <a:solidFill>
                  <a:srgbClr val="0070C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481</a:t>
            </a:r>
          </a:p>
        </p:txBody>
      </p:sp>
    </p:spTree>
    <p:extLst>
      <p:ext uri="{BB962C8B-B14F-4D97-AF65-F5344CB8AC3E}">
        <p14:creationId xmlns:p14="http://schemas.microsoft.com/office/powerpoint/2010/main" val="1639156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238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Kartika</vt:lpstr>
      <vt:lpstr>Office Theme</vt:lpstr>
      <vt:lpstr>481 കർത്താവരുളുന്നു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Karthaavarulunnu </dc:title>
  <dc:creator>Acsah Mathews</dc:creator>
  <cp:lastModifiedBy>Acsah Mathews</cp:lastModifiedBy>
  <cp:revision>1</cp:revision>
  <dcterms:created xsi:type="dcterms:W3CDTF">2018-12-03T14:05:38Z</dcterms:created>
  <dcterms:modified xsi:type="dcterms:W3CDTF">2018-12-03T14:11:13Z</dcterms:modified>
</cp:coreProperties>
</file>