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4" r:id="rId3"/>
    <p:sldId id="286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0CA8F-F0F5-4D4A-85D8-27EBFA1C4D8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25E8F-34A0-41B5-8359-826D6DCE7C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51D22-410A-4A07-BA1B-90C505A6FCC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FE01E-2BC4-4C41-B8A2-8B9B069F07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4B4C37-75E1-4AC1-A513-26B301BC026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21D15-3B6A-48B1-BFB4-4297E67E2C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28773-2A33-434A-9016-DFE898E4A74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F6738-A090-4CB8-99AF-C80CA31D9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60BBF-DD28-428A-9064-A167E4AB51C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43212-54D6-44FA-8ACB-210C09FE7A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A0A47-49F4-43E8-9450-9F86A5244A7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3A816-7DD9-432B-B22D-F2AB7D17F3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D1991-9B06-4930-A0AE-9AE3DB6EF7E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DC62F-25F8-4216-87C7-689308CC17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1EF55-E40E-4529-97A3-5D091A49CF1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BF19C-C658-42DD-856B-81B23A3E52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7A153-E556-406A-85F2-B75F8515E03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2C6D0-8C87-48C6-9B84-8E78974277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50A4B-0A78-49ED-8C08-9B4699CE9D6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BDD6E-08A1-45B0-9E73-019AA8303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0692E-0972-4AFA-A500-2FB7CC24F54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A970F-07DA-43B8-A602-552DC3839D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562F9F6-7686-4F12-836F-E4D19593DFB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9B067D1-197B-4CE1-BCC2-F0E0DA505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5E35-17E8-4032-B1C2-1C968F8E9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47852"/>
            <a:ext cx="10363200" cy="1752599"/>
          </a:xfrm>
        </p:spPr>
        <p:txBody>
          <a:bodyPr/>
          <a:lstStyle/>
          <a:p>
            <a:r>
              <a:rPr lang="en-US" dirty="0"/>
              <a:t>335</a:t>
            </a:r>
            <a:br>
              <a:rPr lang="en-US" dirty="0"/>
            </a:br>
            <a:r>
              <a:rPr lang="ml-IN" b="1" spc="-300" dirty="0">
                <a:latin typeface="Kartika" panose="02020503030404060203" pitchFamily="18" charset="0"/>
              </a:rPr>
              <a:t>ക്രിസ്തുമുമ്പിൽ വന്നാലാർത്തി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1F6AF-4AEA-4563-A3BF-E3D3BDAFB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Kristhumumbol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vannaalaarthi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BDAFB3-8757-49E8-9EDC-EB1B5AC851C5}"/>
              </a:ext>
            </a:extLst>
          </p:cNvPr>
          <p:cNvSpPr/>
          <p:nvPr/>
        </p:nvSpPr>
        <p:spPr>
          <a:xfrm>
            <a:off x="1371600" y="4886294"/>
            <a:ext cx="41585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  <a:t>(മാണി ജോണ്‍ കൊചുകുഞ്ഞ്)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8E4628-1018-4CD9-90A3-8C10697AB127}"/>
              </a:ext>
            </a:extLst>
          </p:cNvPr>
          <p:cNvSpPr/>
          <p:nvPr/>
        </p:nvSpPr>
        <p:spPr>
          <a:xfrm>
            <a:off x="7696200" y="4886294"/>
            <a:ext cx="3020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(Mani John </a:t>
            </a:r>
            <a:r>
              <a:rPr lang="en-US" sz="2000" dirty="0" err="1">
                <a:solidFill>
                  <a:srgbClr val="000000"/>
                </a:solidFill>
              </a:rPr>
              <a:t>Kochukunju</a:t>
            </a:r>
            <a:r>
              <a:rPr lang="en-US" sz="2000" dirty="0">
                <a:solidFill>
                  <a:srgbClr val="000000"/>
                </a:solidFill>
              </a:rPr>
              <a:t>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6537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95754"/>
            <a:ext cx="12192000" cy="1479095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ക്രിസ്തുമുമ്പിൽ വന്നാലാർത്തി നാസ്തിയാമല്ലോ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മൽ പ്രായബാലരെ ചേർത്തു കൊണ്ടല്ലോ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A9EBA-6593-41ED-932E-7A2E2D2DAA5B}"/>
              </a:ext>
            </a:extLst>
          </p:cNvPr>
          <p:cNvSpPr/>
          <p:nvPr/>
        </p:nvSpPr>
        <p:spPr>
          <a:xfrm>
            <a:off x="0" y="2413338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ചിത്തത്തിന്നാനന്ദമരുളും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അത്തൽ അകറ്റും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നിത്യകാവലായിരുന്നു കാത്തുകൊള്ളും താൻ 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ക്രിസ്തു…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67233-B611-4D51-B02F-8146FBD2ABAC}"/>
              </a:ext>
            </a:extLst>
          </p:cNvPr>
          <p:cNvSpPr/>
          <p:nvPr/>
        </p:nvSpPr>
        <p:spPr>
          <a:xfrm>
            <a:off x="-1860" y="3890654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Kristhumumbol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vannaalaarthi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naasthiyaamallo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mal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praayabalare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cherththu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6E312-70EF-4803-AE8D-115D9E562162}"/>
              </a:ext>
            </a:extLst>
          </p:cNvPr>
          <p:cNvSpPr/>
          <p:nvPr/>
        </p:nvSpPr>
        <p:spPr>
          <a:xfrm>
            <a:off x="0" y="505016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Chiththaththinaanandam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aththal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akattum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Nithya kaavalaayirunnu kaaththu kollhum thaan 		</a:t>
            </a:r>
            <a:r>
              <a:rPr lang="fi-FI" sz="3400" b="1" i="1" dirty="0">
                <a:solidFill>
                  <a:srgbClr val="002060"/>
                </a:solidFill>
                <a:latin typeface="+mn-lt"/>
              </a:rPr>
              <a:t>-kristhu… </a:t>
            </a:r>
            <a:endParaRPr lang="en-US" sz="3400" b="1" i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2483305"/>
            <a:ext cx="12192000" cy="1479095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ക്രിസ്തുമുമ്പിൽ വന്നാലാർത്തി നാസ്തിയാമല്ലോ</a:t>
            </a:r>
            <a:r>
              <a:rPr lang="en-US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 മൽ പ്രായബാലരെ ചേർത്തു കൊണ്ടല്ലോ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A9EBA-6593-41ED-932E-7A2E2D2DAA5B}"/>
              </a:ext>
            </a:extLst>
          </p:cNvPr>
          <p:cNvSpPr/>
          <p:nvPr/>
        </p:nvSpPr>
        <p:spPr>
          <a:xfrm>
            <a:off x="-11151" y="639916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എന്നപേക്ഷ കേൾക്കും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ക്രിസ്തു സ്നേഹിക്കും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 എന്നെ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എൻ പാപം ചുമന്നു മൃത്യുവെക്കൊന്നു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67233-B611-4D51-B02F-8146FBD2ABAC}"/>
              </a:ext>
            </a:extLst>
          </p:cNvPr>
          <p:cNvSpPr/>
          <p:nvPr/>
        </p:nvSpPr>
        <p:spPr>
          <a:xfrm>
            <a:off x="59473" y="5301385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Kristhumumbol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vannaalaarthi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naasthiyaamallo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mal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praayabalare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cherththu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6E312-70EF-4803-AE8D-115D9E562162}"/>
              </a:ext>
            </a:extLst>
          </p:cNvPr>
          <p:cNvSpPr/>
          <p:nvPr/>
        </p:nvSpPr>
        <p:spPr>
          <a:xfrm>
            <a:off x="-27878" y="4038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ennapeksha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chumannu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mrithyuvekkonnu</a:t>
            </a:r>
            <a:endParaRPr lang="en-US" sz="3400" b="1" i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2057400"/>
            <a:ext cx="12192000" cy="1479095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ക്രിസ്തുമുമ്പിൽ വന്നാലാർത്തി നാസ്തിയാമല്ലോ</a:t>
            </a:r>
            <a:r>
              <a:rPr lang="en-US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 മൽ പ്രായബാലരെ ചേർത്തു കൊണ്ടല്ലോ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A9EBA-6593-41ED-932E-7A2E2D2DAA5B}"/>
              </a:ext>
            </a:extLst>
          </p:cNvPr>
          <p:cNvSpPr/>
          <p:nvPr/>
        </p:nvSpPr>
        <p:spPr>
          <a:xfrm>
            <a:off x="-11151" y="7620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യേശു എൻ കയ്യെപ്പിടിച്ചു നാശമില്ലാത്ത-നല്ല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ദേശമതിനു നടത്തും നാശമൊഴിക്കും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67233-B611-4D51-B02F-8146FBD2ABAC}"/>
              </a:ext>
            </a:extLst>
          </p:cNvPr>
          <p:cNvSpPr/>
          <p:nvPr/>
        </p:nvSpPr>
        <p:spPr>
          <a:xfrm>
            <a:off x="59473" y="5301385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Kristhumumbol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vannaalaarthi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naasthiyaamallo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mal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praayabalare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cherththu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6E312-70EF-4803-AE8D-115D9E562162}"/>
              </a:ext>
            </a:extLst>
          </p:cNvPr>
          <p:cNvSpPr/>
          <p:nvPr/>
        </p:nvSpPr>
        <p:spPr>
          <a:xfrm>
            <a:off x="-27878" y="40386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kayyeppidichu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naashamillaaththa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Deshamathinu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naashamozhikkum</a:t>
            </a:r>
            <a:endParaRPr lang="en-US" sz="3400" b="1" i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440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865530"/>
            <a:ext cx="12192000" cy="1479095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ക്രിസ്തുമുമ്പിൽ വന്നാലാർത്തി നാസ്തിയാമല്ലോ</a:t>
            </a:r>
            <a:r>
              <a:rPr lang="en-US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 മൽ പ്രായബാലരെ ചേർത്തു കൊണ്ടല്ലോ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A9EBA-6593-41ED-932E-7A2E2D2DAA5B}"/>
              </a:ext>
            </a:extLst>
          </p:cNvPr>
          <p:cNvSpPr/>
          <p:nvPr/>
        </p:nvSpPr>
        <p:spPr>
          <a:xfrm>
            <a:off x="-11151" y="63991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തത്രഭാഗ്യ പൈതങ്ങളോടൊത്തു വെണ്‍മയാം - ചിത്ര-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വസ്ത്രധാരിയായി വാഴാം നിത്യ കാലവും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67233-B611-4D51-B02F-8146FBD2ABAC}"/>
              </a:ext>
            </a:extLst>
          </p:cNvPr>
          <p:cNvSpPr/>
          <p:nvPr/>
        </p:nvSpPr>
        <p:spPr>
          <a:xfrm>
            <a:off x="76200" y="4995613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Kristhumumbol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vannaalaarthi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naasthiyaamallo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mal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praayabalare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cherththu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6E312-70EF-4803-AE8D-115D9E562162}"/>
              </a:ext>
            </a:extLst>
          </p:cNvPr>
          <p:cNvSpPr/>
          <p:nvPr/>
        </p:nvSpPr>
        <p:spPr>
          <a:xfrm>
            <a:off x="-11151" y="373282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Thathrabhaagya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paithangalhodothu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venhamyaam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chithra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dhaariyaayi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kaalavum</a:t>
            </a:r>
            <a:endParaRPr lang="en-US" sz="3400" b="1" i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06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865530"/>
            <a:ext cx="12192000" cy="1479095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ക്രിസ്തുമുമ്പിൽ വന്നാലാർത്തി നാസ്തിയാമല്ലോ</a:t>
            </a:r>
            <a:r>
              <a:rPr lang="en-US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4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 മൽ പ്രായബാലരെ ചേർത്തു കൊണ്ടല്ലോ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A9EBA-6593-41ED-932E-7A2E2D2DAA5B}"/>
              </a:ext>
            </a:extLst>
          </p:cNvPr>
          <p:cNvSpPr/>
          <p:nvPr/>
        </p:nvSpPr>
        <p:spPr>
          <a:xfrm>
            <a:off x="-11151" y="639916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5	അക്ഷയാനന്ദ പ്രദമാം മോക്ഷ രാജ്യത്തിൽ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 എന്‍റെ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രക്ഷിതാവെ സുപ്രമോദം വീക്ഷണം ചെയ്യാം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67233-B611-4D51-B02F-8146FBD2ABAC}"/>
              </a:ext>
            </a:extLst>
          </p:cNvPr>
          <p:cNvSpPr/>
          <p:nvPr/>
        </p:nvSpPr>
        <p:spPr>
          <a:xfrm>
            <a:off x="76200" y="4995613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Kristhumumbol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vannaalaarthi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naasthiyaamallo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mal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praayabalare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cherththu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kondallo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6E312-70EF-4803-AE8D-115D9E562162}"/>
              </a:ext>
            </a:extLst>
          </p:cNvPr>
          <p:cNvSpPr/>
          <p:nvPr/>
        </p:nvSpPr>
        <p:spPr>
          <a:xfrm>
            <a:off x="-11151" y="373282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Akshayaananda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pradamaam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moksha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Rakshithaave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supramodam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veekshanham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cheyaam</a:t>
            </a:r>
            <a:endParaRPr lang="en-US" sz="3400" b="1" i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6609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175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335 ക്രിസ്തുമുമ്പിൽ വന്നാലാർത്തി</vt:lpstr>
      <vt:lpstr>ക്രിസ്തുമുമ്പിൽ വന്നാലാർത്തി നാസ്തിയാമല്ലോ -എന്‍റെ ക്രിസ്തു മൽ പ്രായബാലരെ ചേർത്തു കൊണ്ടല്ലോ </vt:lpstr>
      <vt:lpstr>ക്രിസ്തുമുമ്പിൽ വന്നാലാർത്തി നാസ്തിയാമല്ലോ -എന്‍റെ ക്രിസ്തു മൽ പ്രായബാലരെ ചേർത്തു കൊണ്ടല്ലോ </vt:lpstr>
      <vt:lpstr>ക്രിസ്തുമുമ്പിൽ വന്നാലാർത്തി നാസ്തിയാമല്ലോ -എന്‍റെ ക്രിസ്തു മൽ പ്രായബാലരെ ചേർത്തു കൊണ്ടല്ലോ </vt:lpstr>
      <vt:lpstr>ക്രിസ്തുമുമ്പിൽ വന്നാലാർത്തി നാസ്തിയാമല്ലോ -എന്‍റെ ക്രിസ്തു മൽ പ്രായബാലരെ ചേർത്തു കൊണ്ടല്ലോ </vt:lpstr>
      <vt:lpstr>ക്രിസ്തുമുമ്പിൽ വന്നാലാർത്തി നാസ്തിയാമല്ലോ -എന്‍റെ ക്രിസ്തു മൽ പ്രായബാലരെ ചേർത്തു കൊണ്ടല്ലോ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Kristhumumbil vannalarthi</dc:title>
  <dc:creator>Digital Input; GM JOHN; Acsah Mathews</dc:creator>
  <cp:lastModifiedBy>Acsah Mathews</cp:lastModifiedBy>
  <cp:revision>476</cp:revision>
  <dcterms:created xsi:type="dcterms:W3CDTF">2013-04-19T09:19:07Z</dcterms:created>
  <dcterms:modified xsi:type="dcterms:W3CDTF">2018-11-20T14:37:05Z</dcterms:modified>
</cp:coreProperties>
</file>