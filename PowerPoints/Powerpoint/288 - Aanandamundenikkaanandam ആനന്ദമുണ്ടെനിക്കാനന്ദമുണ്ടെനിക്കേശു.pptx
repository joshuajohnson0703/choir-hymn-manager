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0" r:id="rId2"/>
    <p:sldId id="271" r:id="rId3"/>
    <p:sldId id="275" r:id="rId4"/>
    <p:sldId id="276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821AD-17A5-41B0-9324-7D05DB844881}" type="datetimeFigureOut">
              <a:rPr lang="en-US" smtClean="0"/>
              <a:t>11/15/2018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44377-034C-4720-9F4C-2306B4106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2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44377-034C-4720-9F4C-2306B410611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83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44377-034C-4720-9F4C-2306B41061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82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44377-034C-4720-9F4C-2306B41061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59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44377-034C-4720-9F4C-2306B410611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43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44377-034C-4720-9F4C-2306B410611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24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44377-034C-4720-9F4C-2306B41061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8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DAB2E-F711-48C5-94C4-49B8FDC95B5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29BB7-AC5B-46DA-8018-06673A8941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CE680-8CA6-4019-87F2-EC56DCB8DB7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45796-04D4-4EFD-96E6-8F5461B06A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0A46-4EA1-4DAC-8E4C-1D19CE3102D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7339C-3BA7-4E5E-8BA5-516292E56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366E4-EE98-4142-AFB3-E58BBE5B5E7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4D94D-5671-4EDA-808B-3A98DB5963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2D03A-E43C-4968-9272-B3F23123F9E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BCDD8-8BDF-4A4A-B407-40A5FE9A8B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8B5C3-4612-46F0-87D5-50041EC573C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A4565-5BB1-416E-B7B4-AC63BCE3AD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46BEB-D6A9-4B9E-BCDC-6B58F0BCEA1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22CD1-5A76-47D3-8C82-9BC829C235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4AD3C-8B6E-43DE-A0C4-D83E910F83A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DF5B-BA36-4EFA-8E90-36482AB2A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6827-2ABF-484B-BD4C-B07592E91B8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AA44C-0FA3-4605-B799-F34F315748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17C7F-4613-4C22-A6DF-2C3844E8A8D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D6094-ACB9-42FD-9E7F-9A9CEC020D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96E35-B0F7-4E27-A0F5-FF45C46688F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C3532-B9C8-42CB-9962-F756CDAF2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F06898A-2841-48D6-BD89-5DCC34C73E5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BB00779-CED2-4B5B-93F5-C3D998623B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DA7A-D0C0-4472-9B56-BFA6172B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130426"/>
            <a:ext cx="11811000" cy="1470025"/>
          </a:xfrm>
        </p:spPr>
        <p:txBody>
          <a:bodyPr/>
          <a:lstStyle/>
          <a:p>
            <a:r>
              <a:rPr lang="en-US" dirty="0"/>
              <a:t>288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ആനന്ദമുണ്ടെനിക്കാനന്ദമുണ്ടെനിക്കേശു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B64A5-EABC-4486-A55D-644CA3CEF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914400"/>
          </a:xfrm>
        </p:spPr>
        <p:txBody>
          <a:bodyPr/>
          <a:lstStyle/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Aanandamundenikk-anandamundenikkeshu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F76B8-9BDC-4164-BFB2-123D5554B15C}"/>
              </a:ext>
            </a:extLst>
          </p:cNvPr>
          <p:cNvSpPr/>
          <p:nvPr/>
        </p:nvSpPr>
        <p:spPr>
          <a:xfrm>
            <a:off x="391536" y="5244491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37D21-3945-472B-8F9C-2A1B48725CF0}"/>
              </a:ext>
            </a:extLst>
          </p:cNvPr>
          <p:cNvSpPr/>
          <p:nvPr/>
        </p:nvSpPr>
        <p:spPr>
          <a:xfrm>
            <a:off x="7086600" y="5240682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Muthampakkal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Upadeshi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6685644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524000"/>
            <a:ext cx="12192000" cy="25145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എനിക്കൊരു ശാശ്വതമല്ലെന്നെന്‍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സ്നേഹം നിറഞ്ഞേശു ചൊല്ലീട്ടുണ്ട്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സ്വര്‍ലോക നാട്ടുകാര്‍ക്കിക്ഷിതിയില്‍ പല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 സങ്കടങ്ങള്‍ വന്നീടുന്നു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468100" y="0"/>
            <a:ext cx="723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9887E-E4BE-4454-92D3-B050499F74E8}"/>
              </a:ext>
            </a:extLst>
          </p:cNvPr>
          <p:cNvSpPr/>
          <p:nvPr/>
        </p:nvSpPr>
        <p:spPr>
          <a:xfrm>
            <a:off x="0" y="369034"/>
            <a:ext cx="12192000" cy="133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ആനന്ദമുണ്ടെനിക്കാനന്ദമുണ്ടെനി-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ക്കേശു മഹാരാജ സന്നിധിയില്‍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D360D-05EB-4B20-AC1D-327B6C04AE95}"/>
              </a:ext>
            </a:extLst>
          </p:cNvPr>
          <p:cNvSpPr/>
          <p:nvPr/>
        </p:nvSpPr>
        <p:spPr>
          <a:xfrm>
            <a:off x="0" y="37380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Aanandamundenikk-anandamundeni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mahaaraaja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FE02A-D688-47FF-B79F-8E3A0667E7D8}"/>
              </a:ext>
            </a:extLst>
          </p:cNvPr>
          <p:cNvSpPr/>
          <p:nvPr/>
        </p:nvSpPr>
        <p:spPr>
          <a:xfrm>
            <a:off x="0" y="46482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Lokam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enikkoru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shashwathamallennen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niranjeshu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cholleettundu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Swarloka naattukaarkkikshithiyil pala </a:t>
            </a:r>
          </a:p>
          <a:p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kashtasankadangalh vanneedunnu 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25145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കര്‍ത്താവേ! നീ യെന്‍റെ സങ്കേതമാകയാല്‍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ഉള്ളില്‍ മനഃക്ലേശം ലേശമില്ല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വിശ്വാസക്കപ്പലില്‍ സ്വര്‍പ്പൂരം ചേരുവാന്‍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ചുക്കാന്‍ പിടിക്കണേ - പൊന്നു നാഥാ!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468100" y="0"/>
            <a:ext cx="723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9887E-E4BE-4454-92D3-B050499F74E8}"/>
              </a:ext>
            </a:extLst>
          </p:cNvPr>
          <p:cNvSpPr/>
          <p:nvPr/>
        </p:nvSpPr>
        <p:spPr>
          <a:xfrm>
            <a:off x="-361950" y="2642011"/>
            <a:ext cx="12553950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ആനന്ദമുണ്ടെനിക്കാനന്ദമുണ്ടെനി-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ക്കേശു മഹാരാജ സന്നിധിയില്‍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D360D-05EB-4B20-AC1D-327B6C04AE95}"/>
              </a:ext>
            </a:extLst>
          </p:cNvPr>
          <p:cNvSpPr/>
          <p:nvPr/>
        </p:nvSpPr>
        <p:spPr>
          <a:xfrm>
            <a:off x="0" y="5719227"/>
            <a:ext cx="11468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Aanandamundenikk-anandamundeni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mahaaraaja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FE02A-D688-47FF-B79F-8E3A0667E7D8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Kartthave!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sankethamaakayaal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manaklesham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leshamilla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Vishwasakkappalil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swarpuram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chukkan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pidikkanhe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ponnunaadha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26004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25145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എന്നാത്മാവേ! നിന്നിൽ ചാഞ്ചല്യമെന്തിനു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ബാഖായിൻ താഴ്വരയത്രേയിത്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സീയോൻ പുരി തന്നിൽ വേഗം നമുക്കെത്തീ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ട്ടാനന്ദ കണ്ണുനീർ വീഴ്ത്തീടാമേ!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468100" y="0"/>
            <a:ext cx="723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9887E-E4BE-4454-92D3-B050499F74E8}"/>
              </a:ext>
            </a:extLst>
          </p:cNvPr>
          <p:cNvSpPr/>
          <p:nvPr/>
        </p:nvSpPr>
        <p:spPr>
          <a:xfrm>
            <a:off x="-361950" y="2642011"/>
            <a:ext cx="12553950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ആനന്ദമുണ്ടെനിക്കാനന്ദമുണ്ടെനി-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ക്കേശു മഹാരാജ സന്നിധിയില്‍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D360D-05EB-4B20-AC1D-327B6C04AE95}"/>
              </a:ext>
            </a:extLst>
          </p:cNvPr>
          <p:cNvSpPr/>
          <p:nvPr/>
        </p:nvSpPr>
        <p:spPr>
          <a:xfrm>
            <a:off x="0" y="5719227"/>
            <a:ext cx="11468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Aanandamundenikk-anandamundeni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mahaaraaja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FE02A-D688-47FF-B79F-8E3A0667E7D8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Ennaathmaave!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chaanchalyamenthinu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baakhaayin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thaazhvarayaathrayithu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namikketthee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ttaananda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veezhtheedaame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46304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25145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കൂടാര വാസികളാകും നമുക്കിങ്ങു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വീടെന്നോ നാടെന്നോ ചൊല്‍വാനെന്ത്?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കൈകളാല്‍ തീര്‍ക്കാത്ത വീടൊന്നു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താതന്‍ താന്‍ മീതെ നമുക്കായി വെച്ചിട്ടുണ്ട്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468100" y="0"/>
            <a:ext cx="723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9887E-E4BE-4454-92D3-B050499F74E8}"/>
              </a:ext>
            </a:extLst>
          </p:cNvPr>
          <p:cNvSpPr/>
          <p:nvPr/>
        </p:nvSpPr>
        <p:spPr>
          <a:xfrm>
            <a:off x="-361950" y="2642011"/>
            <a:ext cx="12553950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ആനന്ദമുണ്ടെനിക്കാനന്ദമുണ്ടെനി-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ക്കേശു മഹാരാജ സന്നിധിയില്‍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D360D-05EB-4B20-AC1D-327B6C04AE95}"/>
              </a:ext>
            </a:extLst>
          </p:cNvPr>
          <p:cNvSpPr/>
          <p:nvPr/>
        </p:nvSpPr>
        <p:spPr>
          <a:xfrm>
            <a:off x="0" y="5719227"/>
            <a:ext cx="11468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Aanandamundenikk-anandamundeni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mahaaraaja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FE02A-D688-47FF-B79F-8E3A0667E7D8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Koodaara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vaasikalhaakum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namukkingu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veedenno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naadenno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cholvaanenthu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Kaikalhaal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theerkkaatha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veedonnu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meethe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vacchittundu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334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25145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ഭാരം പ്രയാസങ്ങളേറും വനദേശ-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ത്താകുല മാത്മാവില്‍ വന്നീടുകില്‍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പാരം കരുണയുള്ളീശന്‍ നമുക്കായി-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ട്ടേറ്റം കൃപ നല്‍കി പാലിച്ചീടും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468100" y="0"/>
            <a:ext cx="723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9887E-E4BE-4454-92D3-B050499F74E8}"/>
              </a:ext>
            </a:extLst>
          </p:cNvPr>
          <p:cNvSpPr/>
          <p:nvPr/>
        </p:nvSpPr>
        <p:spPr>
          <a:xfrm>
            <a:off x="-361950" y="2642011"/>
            <a:ext cx="12553950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ആനന്ദമുണ്ടെനിക്കാനന്ദമുണ്ടെനി-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ക്കേശു മഹാരാജ സന്നിധിയില്‍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D360D-05EB-4B20-AC1D-327B6C04AE95}"/>
              </a:ext>
            </a:extLst>
          </p:cNvPr>
          <p:cNvSpPr/>
          <p:nvPr/>
        </p:nvSpPr>
        <p:spPr>
          <a:xfrm>
            <a:off x="0" y="5719227"/>
            <a:ext cx="11468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Aanandamundenikk-anandamundeni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mahaaraaja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FE02A-D688-47FF-B79F-8E3A0667E7D8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Bhaaram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prayaasangalherhum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vanadesha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ththaakulaathmaavil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vannedukil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karunhayullheeshan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ttettam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paalichidum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67734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25145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കര്‍ത്താവേ നീ വേഗം വന്നീടണേ ഞങ്ങൾ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ക്കോര്‍ത്താലീ ക്ഷോണിയില്‍ മഹാ ദുഃഖം!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എന്നാലും നിന്‍മുഖ ശോഭയതിന്‍ മൂലം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 കാന്തി പൂണ്ടാനന്ദിക്കും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468100" y="0"/>
            <a:ext cx="7239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9887E-E4BE-4454-92D3-B050499F74E8}"/>
              </a:ext>
            </a:extLst>
          </p:cNvPr>
          <p:cNvSpPr/>
          <p:nvPr/>
        </p:nvSpPr>
        <p:spPr>
          <a:xfrm>
            <a:off x="-361950" y="2642011"/>
            <a:ext cx="12553950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ആനന്ദമുണ്ടെനിക്കാനന്ദമുണ്ടെനി-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ക്കേശു മഹാരാജ സന്നിധിയില്‍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D360D-05EB-4B20-AC1D-327B6C04AE95}"/>
              </a:ext>
            </a:extLst>
          </p:cNvPr>
          <p:cNvSpPr/>
          <p:nvPr/>
        </p:nvSpPr>
        <p:spPr>
          <a:xfrm>
            <a:off x="0" y="5719227"/>
            <a:ext cx="11468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Aanandamundenikk-anandamundeni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kkeshu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mahaaraaja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FE02A-D688-47FF-B79F-8E3A0667E7D8}"/>
              </a:ext>
            </a:extLst>
          </p:cNvPr>
          <p:cNvSpPr/>
          <p:nvPr/>
        </p:nvSpPr>
        <p:spPr>
          <a:xfrm>
            <a:off x="0" y="3733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Kartthave!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kkorthaalee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kshonhiyil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mukha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shobhayathin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moolam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poondaanandikkum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15827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168</Words>
  <Application>Microsoft Office PowerPoint</Application>
  <PresentationFormat>Widescreen</PresentationFormat>
  <Paragraphs>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288 ആനന്ദമുണ്ടെനിക്കാനന്ദമുണ്ടെനിക്കേശു</vt:lpstr>
      <vt:lpstr>ലോകം എനിക്കൊരു ശാശ്വതമല്ലെന്നെന്‍ സ്നേഹം നിറഞ്ഞേശു ചൊല്ലീട്ടുണ്ട് സ്വര്‍ലോക നാട്ടുകാര്‍ക്കിക്ഷിതിയില്‍ പല കഷ്ട സങ്കടങ്ങള്‍ വന്നീടുന്നു</vt:lpstr>
      <vt:lpstr>കര്‍ത്താവേ! നീ യെന്‍റെ സങ്കേതമാകയാല്‍ ഉള്ളില്‍ മനഃക്ലേശം ലേശമില്ല വിശ്വാസക്കപ്പലില്‍ സ്വര്‍പ്പൂരം ചേരുവാന്‍ ചുക്കാന്‍ പിടിക്കണേ - പൊന്നു നാഥാ!</vt:lpstr>
      <vt:lpstr>എന്നാത്മാവേ! നിന്നിൽ ചാഞ്ചല്യമെന്തിനു   ബാഖായിൻ താഴ്വരയത്രേയിത് സീയോൻ പുരി തന്നിൽ വേഗം നമുക്കെത്തീ   ട്ടാനന്ദ കണ്ണുനീർ വീഴ്ത്തീടാമേ! </vt:lpstr>
      <vt:lpstr>കൂടാര വാസികളാകും നമുക്കിങ്ങു വീടെന്നോ നാടെന്നോ ചൊല്‍വാനെന്ത്? കൈകളാല്‍ തീര്‍ക്കാത്ത വീടൊന്നു  താതന്‍ താന്‍ മീതെ നമുക്കായി വെച്ചിട്ടുണ്ട്</vt:lpstr>
      <vt:lpstr>ഭാരം പ്രയാസങ്ങളേറും വനദേശ- ത്താകുല മാത്മാവില്‍ വന്നീടുകില്‍ പാരം കരുണയുള്ളീശന്‍ നമുക്കായി- ട്ടേറ്റം കൃപ നല്‍കി പാലിച്ചീടും </vt:lpstr>
      <vt:lpstr>കര്‍ത്താവേ നീ വേഗം വന്നീടണേ ഞങ്ങൾ - ക്കോര്‍ത്താലീ ക്ഷോണിയില്‍ മഹാ ദുഃഖം! എന്നാലും നിന്‍മുഖ ശോഭയതിന്‍ മൂലം സന്തോഷ കാന്തി പൂണ്ടാനന്ദിക്കും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Aanandam undenikkaanandamund</dc:title>
  <dc:creator>Digital Input; GM JOHN; Acsah Mathews</dc:creator>
  <cp:lastModifiedBy>Acsah Mathews</cp:lastModifiedBy>
  <cp:revision>232</cp:revision>
  <dcterms:created xsi:type="dcterms:W3CDTF">2013-04-19T09:19:07Z</dcterms:created>
  <dcterms:modified xsi:type="dcterms:W3CDTF">2018-11-15T18:32:02Z</dcterms:modified>
</cp:coreProperties>
</file>