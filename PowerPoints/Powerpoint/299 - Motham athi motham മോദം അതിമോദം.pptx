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0" r:id="rId3"/>
    <p:sldId id="272" r:id="rId4"/>
    <p:sldId id="276" r:id="rId5"/>
    <p:sldId id="273" r:id="rId6"/>
    <p:sldId id="277" r:id="rId7"/>
    <p:sldId id="271" r:id="rId8"/>
    <p:sldId id="278" r:id="rId9"/>
    <p:sldId id="274" r:id="rId10"/>
    <p:sldId id="279" r:id="rId11"/>
    <p:sldId id="275" r:id="rId12"/>
    <p:sldId id="280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19" autoAdjust="0"/>
    <p:restoredTop sz="94660"/>
  </p:normalViewPr>
  <p:slideViewPr>
    <p:cSldViewPr>
      <p:cViewPr varScale="1">
        <p:scale>
          <a:sx n="44" d="100"/>
          <a:sy n="44" d="100"/>
        </p:scale>
        <p:origin x="72" y="79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FE3A14-74B7-4C14-9282-A4C5196FBD8C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819FA-1B35-4098-B390-9F3ACB78F0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DD1A5-77C0-45D9-AF17-4DF44CE41FF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1C8662-CE93-4415-84FC-0ED33585FB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816E50-42A6-4397-990C-034652CA4E38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790EF-D8CA-4308-9648-DEEF80B40B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96F9B-958B-42C9-8595-40093AD00038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D17E5F-3D4D-40FF-BCBE-9197E2347A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8EE19-956A-48FA-8924-70C9EEE19288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D1253-8912-479D-B02F-0B661141B1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8FC91-219C-4F10-8402-E23B49853B44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D4BE4-E988-4C22-B220-A4A226DFAD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79D3F-7D33-4B7E-9C13-5AF86A00302F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AFE65-A627-4F4B-834C-0FA30921F3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E9F32A-69E5-468A-85D0-324FAFBF9E7A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42B59-ABC4-4810-8BE2-75AF97F3AC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C7D62-FC2B-45E3-97FF-5C943F86D10D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0B4ED-6CE3-47C0-A725-423E4A341F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483C7C-1B83-487D-B09D-732DB72823AA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826BD7-085C-4FA4-9A50-6E6F2D54BA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C13ABA-9E38-439A-A090-C38EFC4C22E1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2F8385-1719-438F-A936-9075CAA54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26CF6AD-46E1-4104-9BA9-29642361847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1D2DED3-B32F-4E8D-B940-213C8E47E6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ECD0-8A42-46C3-BE9F-F3B1A10625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299</a:t>
            </a:r>
            <a:br>
              <a:rPr lang="en-US" sz="4800" dirty="0"/>
            </a:br>
            <a:r>
              <a:rPr lang="ml-IN" sz="4800" b="1" dirty="0">
                <a:latin typeface="Kartika" panose="02020503030404060203" pitchFamily="18" charset="0"/>
              </a:rPr>
              <a:t>മോദം! അതി മോദം!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86EC0-8464-47C6-9DE7-D9D58D5F4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33800"/>
            <a:ext cx="8534400" cy="9144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Modham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Athi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modham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44C5DF-F0AD-449A-93B4-6FB9B4BB7321}"/>
              </a:ext>
            </a:extLst>
          </p:cNvPr>
          <p:cNvSpPr/>
          <p:nvPr/>
        </p:nvSpPr>
        <p:spPr>
          <a:xfrm>
            <a:off x="1295400" y="5029200"/>
            <a:ext cx="4419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(മാണി ജോണ്‍ കൊച്ചുകുഞ്ഞ്)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4AC7F9-CF5F-4585-8C54-F53F710579BF}"/>
              </a:ext>
            </a:extLst>
          </p:cNvPr>
          <p:cNvSpPr/>
          <p:nvPr/>
        </p:nvSpPr>
        <p:spPr>
          <a:xfrm>
            <a:off x="7211991" y="5029200"/>
            <a:ext cx="34349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(Mani John </a:t>
            </a:r>
            <a:r>
              <a:rPr lang="en-US" sz="2000" dirty="0" err="1">
                <a:solidFill>
                  <a:schemeClr val="accent2"/>
                </a:solidFill>
              </a:rPr>
              <a:t>Kochukunju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11439013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06663"/>
            <a:ext cx="12192000" cy="3222337"/>
          </a:xfrm>
        </p:spPr>
        <p:txBody>
          <a:bodyPr anchor="t"/>
          <a:lstStyle/>
          <a:p>
            <a:pPr defTabSz="400050">
              <a:defRPr/>
            </a:pPr>
            <a:r>
              <a:rPr lang="ml-IN" sz="2000" b="1" dirty="0"/>
              <a:t>പല്ലവി</a:t>
            </a:r>
            <a:br>
              <a:rPr lang="ml-IN" sz="2200" b="1" dirty="0"/>
            </a:br>
            <a:r>
              <a:rPr lang="en-US" sz="2200" b="1" dirty="0"/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മോദം! അതി മോദം! മോദം ഹേ! വാഗ്ദത്ത കാലം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സാദര മണഞ്ഞീടുന്നഹോ!...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200" b="1" dirty="0"/>
              <a:t>അനുപല്ലവി</a:t>
            </a:r>
            <a:br>
              <a:rPr lang="ml-IN" sz="2200" b="1" dirty="0"/>
            </a:br>
            <a:r>
              <a:rPr lang="en-US" sz="2200" b="1" dirty="0"/>
              <a:t>	</a:t>
            </a:r>
            <a:r>
              <a:rPr lang="ml-IN" sz="3200" b="1" dirty="0"/>
              <a:t>ജാതി ഭേദ-വാദം തീര്‍ന്നു</a:t>
            </a:r>
            <a:r>
              <a:rPr lang="en-US" sz="3200" b="1" dirty="0"/>
              <a:t> </a:t>
            </a:r>
            <a:r>
              <a:rPr lang="ml-IN" sz="3200" b="1" dirty="0"/>
              <a:t>-</a:t>
            </a:r>
            <a:r>
              <a:rPr lang="en-US" sz="3200" b="1" dirty="0"/>
              <a:t> </a:t>
            </a:r>
            <a:r>
              <a:rPr lang="ml-IN" sz="3200" b="1" dirty="0"/>
              <a:t>ജാതികളൊന്നായിടുന്നു</a:t>
            </a:r>
            <a:br>
              <a:rPr lang="ml-IN" sz="3200" b="1" dirty="0"/>
            </a:br>
            <a:r>
              <a:rPr lang="en-US" sz="3200" b="1" spc="-300" dirty="0"/>
              <a:t>	</a:t>
            </a:r>
            <a:r>
              <a:rPr lang="ml-IN" sz="3200" b="1" spc="-300" dirty="0"/>
              <a:t>യൂദ ജാതിയും മുതിര്‍ന്നു-ജാത മോദം പാടിടുന്നു - മോദം...</a:t>
            </a:r>
            <a:br>
              <a:rPr lang="ml-IN" sz="2200" b="1" dirty="0"/>
            </a:br>
            <a:endParaRPr lang="ml-IN" sz="2200" b="1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299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E08BE9-26A2-4AA3-A6CA-7351D81993AC}"/>
              </a:ext>
            </a:extLst>
          </p:cNvPr>
          <p:cNvSpPr/>
          <p:nvPr/>
        </p:nvSpPr>
        <p:spPr>
          <a:xfrm>
            <a:off x="0" y="3661602"/>
            <a:ext cx="12192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Modham! Athi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Modham hey!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Vaagdaththa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kaalam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Saadara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manhanjeedunnaho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!...</a:t>
            </a:r>
          </a:p>
          <a:p>
            <a:pPr algn="ctr"/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Jaathi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bhètha-vaadam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theernnu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Jaathikalhonnaayidunnu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Yooda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jaathiyum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muthirnnu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Jaatha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paadidunnu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11430000" cy="2286000"/>
          </a:xfrm>
        </p:spPr>
        <p:txBody>
          <a:bodyPr anchor="t"/>
          <a:lstStyle/>
          <a:p>
            <a:pPr algn="l" defTabSz="400050">
              <a:lnSpc>
                <a:spcPct val="125000"/>
              </a:lnSpc>
              <a:spcAft>
                <a:spcPts val="140"/>
              </a:spcAft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അന്നു കാനനങ്ങള്‍പൂക്കുമേ -സീയോന്‍റെ മക്കൾ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നന്ദിയോടു പാടി യാര്‍ക്കുമേ!...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അന്നു സുവിശേഷ ക്കൊടിമന്നിടേ ജയം കൊണ്ടാടി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 മായന്നു ജനം-സന്നിധി പാടി വസിക്കും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677400" y="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29</a:t>
            </a:r>
          </a:p>
          <a:p>
            <a:pPr algn="ctr"/>
            <a:r>
              <a:rPr lang="en-US" sz="1200" b="1" dirty="0">
                <a:solidFill>
                  <a:srgbClr val="FF0000"/>
                </a:solidFill>
              </a:rPr>
              <a:t>1 of 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C3F9EC-0C7D-48EE-99ED-6E1417922B2F}"/>
              </a:ext>
            </a:extLst>
          </p:cNvPr>
          <p:cNvSpPr/>
          <p:nvPr/>
        </p:nvSpPr>
        <p:spPr>
          <a:xfrm>
            <a:off x="533400" y="3661602"/>
            <a:ext cx="11658600" cy="2496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kaananangalh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pookkumey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Seeyontey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makkalh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Nanniyodey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paadiyaarkkumey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!...</a:t>
            </a: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suvishesha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kkodimannidey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kondaadi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Unnatha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maayannu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janam-sannidhipaadi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vasikkum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A140D84-3F4F-4801-ADF4-D98FEE116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299</a:t>
            </a:r>
          </a:p>
        </p:txBody>
      </p:sp>
    </p:spTree>
    <p:extLst>
      <p:ext uri="{BB962C8B-B14F-4D97-AF65-F5344CB8AC3E}">
        <p14:creationId xmlns:p14="http://schemas.microsoft.com/office/powerpoint/2010/main" val="341486584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21" y="1227308"/>
            <a:ext cx="12192000" cy="2003137"/>
          </a:xfrm>
        </p:spPr>
        <p:txBody>
          <a:bodyPr anchor="t"/>
          <a:lstStyle/>
          <a:p>
            <a:pPr defTabSz="400050">
              <a:defRPr/>
            </a:pPr>
            <a:br>
              <a:rPr lang="ml-IN" sz="2200" b="1" dirty="0"/>
            </a:br>
            <a:r>
              <a:rPr lang="en-US" sz="2200" b="1" dirty="0"/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മോദം! അതി മോദം! മോദം ഹേ! വാഗ്ദത്ത കാലം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സാദര മണഞ്ഞീടുന്നഹോ!...</a:t>
            </a:r>
            <a:endParaRPr lang="ml-IN" sz="2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E08BE9-26A2-4AA3-A6CA-7351D81993AC}"/>
              </a:ext>
            </a:extLst>
          </p:cNvPr>
          <p:cNvSpPr/>
          <p:nvPr/>
        </p:nvSpPr>
        <p:spPr>
          <a:xfrm>
            <a:off x="0" y="345718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Modham! Athi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Modham hey!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Vaagdaththa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kaalam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Saadara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manhanjeedunnaho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2E1D79B-2F88-4793-91CF-62D8929EE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299</a:t>
            </a:r>
          </a:p>
        </p:txBody>
      </p:sp>
    </p:spTree>
    <p:extLst>
      <p:ext uri="{BB962C8B-B14F-4D97-AF65-F5344CB8AC3E}">
        <p14:creationId xmlns:p14="http://schemas.microsoft.com/office/powerpoint/2010/main" val="5476823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609600"/>
            <a:ext cx="11734800" cy="2438400"/>
          </a:xfrm>
        </p:spPr>
        <p:txBody>
          <a:bodyPr anchor="t"/>
          <a:lstStyle/>
          <a:p>
            <a:pPr algn="l" defTabSz="400050">
              <a:lnSpc>
                <a:spcPct val="125000"/>
              </a:lnSpc>
              <a:spcAft>
                <a:spcPts val="0"/>
              </a:spcAft>
              <a:defRPr/>
            </a:pPr>
            <a:r>
              <a:rPr lang="en-US" sz="3200" b="1" dirty="0"/>
              <a:t>2	</a:t>
            </a:r>
            <a:r>
              <a:rPr lang="ml-IN" sz="3200" b="1" dirty="0"/>
              <a:t>അന്നു സീയോനില്‍ നിന്നുണ്ടാകും-ആജ്ഞാ വിശേഷം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മന്നിട മെല്ലാ മതു കേള്‍ക്കും...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മന്നവര്‍ മന്ത്രി പ്രജകള്‍-എന്നിവ രെല്ലാ വരിലും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ഒന്നു പോലാവസിച്ചീടും-വന്നു സത്യാനുഗ്രഹങ്ങൾ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E25CC4-8540-4B56-866B-6ADE051CC98D}"/>
              </a:ext>
            </a:extLst>
          </p:cNvPr>
          <p:cNvSpPr/>
          <p:nvPr/>
        </p:nvSpPr>
        <p:spPr>
          <a:xfrm>
            <a:off x="533400" y="3661602"/>
            <a:ext cx="11658600" cy="2496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seeyonil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ninnundaakum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aagnyaa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vishesham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Mannida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kèlhkkum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</a:p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Mannavar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manthri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prajakalh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enniva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rellaam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varilum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pôlaa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vasichcheedum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sathyaanugrahangalh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61557AC-35CB-4095-B2C8-9CFD71EE9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299</a:t>
            </a:r>
          </a:p>
        </p:txBody>
      </p:sp>
    </p:spTree>
    <p:extLst>
      <p:ext uri="{BB962C8B-B14F-4D97-AF65-F5344CB8AC3E}">
        <p14:creationId xmlns:p14="http://schemas.microsoft.com/office/powerpoint/2010/main" val="320408858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21" y="1227308"/>
            <a:ext cx="12192000" cy="2003137"/>
          </a:xfrm>
        </p:spPr>
        <p:txBody>
          <a:bodyPr anchor="t"/>
          <a:lstStyle/>
          <a:p>
            <a:pPr defTabSz="400050">
              <a:defRPr/>
            </a:pPr>
            <a:br>
              <a:rPr lang="ml-IN" sz="2200" b="1" dirty="0"/>
            </a:br>
            <a:r>
              <a:rPr lang="en-US" sz="2200" b="1" dirty="0"/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മോദം! അതി മോദം! മോദം ഹേ! വാഗ്ദത്ത കാലം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സാദര മണഞ്ഞീടുന്നഹോ!...</a:t>
            </a:r>
            <a:endParaRPr lang="ml-IN" sz="2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E08BE9-26A2-4AA3-A6CA-7351D81993AC}"/>
              </a:ext>
            </a:extLst>
          </p:cNvPr>
          <p:cNvSpPr/>
          <p:nvPr/>
        </p:nvSpPr>
        <p:spPr>
          <a:xfrm>
            <a:off x="0" y="345718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Modham! Athi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Modham hey!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Vaagdaththa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kaalam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Saadara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manhanjeedunnaho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979A7AE-B5DF-4728-B677-92FE22E8B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299</a:t>
            </a:r>
          </a:p>
        </p:txBody>
      </p:sp>
    </p:spTree>
    <p:extLst>
      <p:ext uri="{BB962C8B-B14F-4D97-AF65-F5344CB8AC3E}">
        <p14:creationId xmlns:p14="http://schemas.microsoft.com/office/powerpoint/2010/main" val="111408143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11658600" cy="2590800"/>
          </a:xfrm>
        </p:spPr>
        <p:txBody>
          <a:bodyPr anchor="t"/>
          <a:lstStyle/>
          <a:p>
            <a:pPr algn="l" defTabSz="400050">
              <a:lnSpc>
                <a:spcPct val="125000"/>
              </a:lnSpc>
            </a:pPr>
            <a:r>
              <a:rPr lang="en-US" sz="3200" b="1" dirty="0"/>
              <a:t>3	</a:t>
            </a:r>
            <a:r>
              <a:rPr lang="ml-IN" sz="3200" b="1" dirty="0"/>
              <a:t>കാട്ടു പാമ്പോ ടൊത്തു മേളിക്കും-കുട്ടികൾ എന്നാൽ</a:t>
            </a:r>
            <a:br>
              <a:rPr lang="en-US" sz="3200" b="1" dirty="0">
                <a:cs typeface="Kartika" pitchFamily="18" charset="0"/>
              </a:rPr>
            </a:br>
            <a:r>
              <a:rPr lang="en-US" sz="3200" b="1" dirty="0"/>
              <a:t>	</a:t>
            </a:r>
            <a:r>
              <a:rPr lang="ml-IN" sz="3200" b="1" dirty="0"/>
              <a:t>വാട്ട മുണ്ടാക യില്ലേതുമേ...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കാട്ടു പുലികളു മാട്ടിൻ-കൂട്ടവു മൊന്നിച്ചു മേയും</a:t>
            </a:r>
            <a:br>
              <a:rPr lang="en-US" sz="3200" b="1" dirty="0">
                <a:cs typeface="Kartika" pitchFamily="18" charset="0"/>
              </a:rPr>
            </a:br>
            <a:r>
              <a:rPr lang="en-US" sz="3200" b="1" dirty="0"/>
              <a:t>	</a:t>
            </a:r>
            <a:r>
              <a:rPr lang="ml-IN" sz="3200" b="1" dirty="0"/>
              <a:t>നാട്ടിലെല്ലാ നന്മകളും-പുഷ്ടിയായി വര്‍ദ്ധിച്ചീടും</a:t>
            </a:r>
            <a:endParaRPr lang="en-US" sz="3200" b="1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268095-2FB5-409D-AD5F-966A6B214156}"/>
              </a:ext>
            </a:extLst>
          </p:cNvPr>
          <p:cNvSpPr/>
          <p:nvPr/>
        </p:nvSpPr>
        <p:spPr>
          <a:xfrm>
            <a:off x="533400" y="3661602"/>
            <a:ext cx="11658600" cy="2496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Kaattu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paambodoththu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mèlhikkum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kuttikalh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ennaal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Vaatta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mundaakayillethumey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Kaattu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pulikalhu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maattin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koottavu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monnichchu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mèyum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Naattilellaa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nanmakalhum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pushtiyaayi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vardhichcheedum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D905E5-E5D3-41C2-997F-F33AC46C2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299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21" y="1227308"/>
            <a:ext cx="12192000" cy="2003137"/>
          </a:xfrm>
        </p:spPr>
        <p:txBody>
          <a:bodyPr anchor="t"/>
          <a:lstStyle/>
          <a:p>
            <a:pPr defTabSz="400050">
              <a:defRPr/>
            </a:pPr>
            <a:br>
              <a:rPr lang="ml-IN" sz="2200" b="1" dirty="0"/>
            </a:br>
            <a:r>
              <a:rPr lang="en-US" sz="2200" b="1" dirty="0"/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മോദം! അതി മോദം! മോദം ഹേ! വാഗ്ദത്ത കാലം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സാദര മണഞ്ഞീടുന്നഹോ!...</a:t>
            </a:r>
            <a:endParaRPr lang="ml-IN" sz="2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E08BE9-26A2-4AA3-A6CA-7351D81993AC}"/>
              </a:ext>
            </a:extLst>
          </p:cNvPr>
          <p:cNvSpPr/>
          <p:nvPr/>
        </p:nvSpPr>
        <p:spPr>
          <a:xfrm>
            <a:off x="0" y="345718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Modham! Athi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Modham hey!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Vaagdaththa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kaalam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Saadara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manhanjeedunnaho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4732164-5125-45F5-A5A9-0BA30F3B4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299</a:t>
            </a:r>
          </a:p>
        </p:txBody>
      </p:sp>
    </p:spTree>
    <p:extLst>
      <p:ext uri="{BB962C8B-B14F-4D97-AF65-F5344CB8AC3E}">
        <p14:creationId xmlns:p14="http://schemas.microsoft.com/office/powerpoint/2010/main" val="119394199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609600" y="609600"/>
            <a:ext cx="11582400" cy="2438400"/>
          </a:xfrm>
        </p:spPr>
        <p:txBody>
          <a:bodyPr anchor="t"/>
          <a:lstStyle/>
          <a:p>
            <a:pPr algn="l" defTabSz="400050">
              <a:lnSpc>
                <a:spcPct val="125000"/>
              </a:lnSpc>
            </a:pPr>
            <a:r>
              <a:rPr lang="en-US" sz="3200" b="1" dirty="0"/>
              <a:t>4	</a:t>
            </a:r>
            <a:r>
              <a:rPr lang="ml-IN" sz="3200" b="1" dirty="0"/>
              <a:t>വാളു കുന്തങ്ങള്‍ ക്കില്ലാവശ്യം-കൊഴുക്കളാക്കി</a:t>
            </a:r>
            <a:br>
              <a:rPr lang="en-US" sz="3200" b="1" dirty="0">
                <a:cs typeface="Kartika" pitchFamily="18" charset="0"/>
              </a:rPr>
            </a:br>
            <a:r>
              <a:rPr lang="en-US" sz="3200" b="1" dirty="0"/>
              <a:t>	</a:t>
            </a:r>
            <a:r>
              <a:rPr lang="ml-IN" sz="3200" b="1" dirty="0"/>
              <a:t>ചാലു പോക്കാ നാക്കു മായവ...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നാലു ദിക്കും സമാധാനം ചാലവെ പരന്നിരിക്കും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വാളെ ടുക്കയില്ലാരുമേ-ചേലുകേടി ല്ലെന്നിനുമേ</a:t>
            </a:r>
            <a:endParaRPr lang="en-US" sz="3200" b="1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FF822-395E-46BD-93AC-AC0705BB0C52}"/>
              </a:ext>
            </a:extLst>
          </p:cNvPr>
          <p:cNvSpPr/>
          <p:nvPr/>
        </p:nvSpPr>
        <p:spPr>
          <a:xfrm>
            <a:off x="533400" y="3661602"/>
            <a:ext cx="11658600" cy="2496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Vaalhu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kunthangalh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kkillaavashyam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kozhukkalhaakki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Chaalu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pôkkaa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naakkumaayava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Naalu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samaadhaanam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chaalavey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parannirikkum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Vaalhey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dukkayillaarumey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chèlukèdillonninumey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591B6CA-4464-4DAA-9492-F0C460495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299</a:t>
            </a:r>
          </a:p>
        </p:txBody>
      </p:sp>
    </p:spTree>
    <p:extLst>
      <p:ext uri="{BB962C8B-B14F-4D97-AF65-F5344CB8AC3E}">
        <p14:creationId xmlns:p14="http://schemas.microsoft.com/office/powerpoint/2010/main" val="286415042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21" y="1227308"/>
            <a:ext cx="12192000" cy="2003137"/>
          </a:xfrm>
        </p:spPr>
        <p:txBody>
          <a:bodyPr anchor="t"/>
          <a:lstStyle/>
          <a:p>
            <a:pPr defTabSz="400050">
              <a:defRPr/>
            </a:pPr>
            <a:br>
              <a:rPr lang="ml-IN" sz="2200" b="1" dirty="0"/>
            </a:br>
            <a:r>
              <a:rPr lang="en-US" sz="2200" b="1" dirty="0"/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മോദം! അതി മോദം! മോദം ഹേ! വാഗ്ദത്ത കാലം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സാദര മണഞ്ഞീടുന്നഹോ!...</a:t>
            </a:r>
            <a:endParaRPr lang="ml-IN" sz="2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E08BE9-26A2-4AA3-A6CA-7351D81993AC}"/>
              </a:ext>
            </a:extLst>
          </p:cNvPr>
          <p:cNvSpPr/>
          <p:nvPr/>
        </p:nvSpPr>
        <p:spPr>
          <a:xfrm>
            <a:off x="0" y="345718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Modham! Athi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Modham hey!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Vaagdaththa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kaalam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Saadara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manhanjeedunnaho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B91BA9E-B29D-45E4-A08E-C66E97603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299</a:t>
            </a:r>
          </a:p>
        </p:txBody>
      </p:sp>
    </p:spTree>
    <p:extLst>
      <p:ext uri="{BB962C8B-B14F-4D97-AF65-F5344CB8AC3E}">
        <p14:creationId xmlns:p14="http://schemas.microsoft.com/office/powerpoint/2010/main" val="304387848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647700" y="461964"/>
            <a:ext cx="11506200" cy="2438400"/>
          </a:xfrm>
        </p:spPr>
        <p:txBody>
          <a:bodyPr anchor="t"/>
          <a:lstStyle/>
          <a:p>
            <a:pPr algn="l" defTabSz="400050">
              <a:lnSpc>
                <a:spcPct val="125000"/>
              </a:lnSpc>
            </a:pPr>
            <a:r>
              <a:rPr lang="en-US" sz="3200" b="1" dirty="0"/>
              <a:t>5	</a:t>
            </a:r>
            <a:r>
              <a:rPr lang="ml-IN" sz="3200" b="1" dirty="0"/>
              <a:t>ആലേലുയ്യാ ഗീതം പാടുമേ-യരുശലേമും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ആലേലുയ്യാ രാഗം പാടുമേ...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ആലേലുയ്യാ വാനത്തിലും-ആലേലുയ്യാ ഭൂമിയിലും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ആലേലുയ്യാ മാലാഖമാര്‍ ചൊല്ലുമേ! മാനുഷരെല്ലാം</a:t>
            </a:r>
            <a:br>
              <a:rPr lang="en-US" sz="3200" b="1" dirty="0">
                <a:cs typeface="Kartika" pitchFamily="18" charset="0"/>
              </a:rPr>
            </a:br>
            <a:endParaRPr lang="en-US" sz="3200" b="1" dirty="0">
              <a:cs typeface="Kartika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B12F84-B2F3-4262-9A85-CC0D2140E0D6}"/>
              </a:ext>
            </a:extLst>
          </p:cNvPr>
          <p:cNvSpPr/>
          <p:nvPr/>
        </p:nvSpPr>
        <p:spPr>
          <a:xfrm>
            <a:off x="533400" y="3661602"/>
            <a:ext cx="11658600" cy="2496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Aaleluyya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geetham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paadumey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Yerushalemum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Aaleluyya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raagam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paadumey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Aaleluyya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vaanaththilum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aaleluyya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bhoomiyilum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Aaleluyya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maalaakhamaar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chollumey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manusharellaam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FCA74E2-D8D1-4677-BFBD-45061B6CA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299</a:t>
            </a:r>
          </a:p>
        </p:txBody>
      </p:sp>
    </p:spTree>
    <p:extLst>
      <p:ext uri="{BB962C8B-B14F-4D97-AF65-F5344CB8AC3E}">
        <p14:creationId xmlns:p14="http://schemas.microsoft.com/office/powerpoint/2010/main" val="110893584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21" y="1227308"/>
            <a:ext cx="12192000" cy="2003137"/>
          </a:xfrm>
        </p:spPr>
        <p:txBody>
          <a:bodyPr anchor="t"/>
          <a:lstStyle/>
          <a:p>
            <a:pPr defTabSz="400050">
              <a:defRPr/>
            </a:pPr>
            <a:br>
              <a:rPr lang="ml-IN" sz="2200" b="1" dirty="0"/>
            </a:br>
            <a:r>
              <a:rPr lang="en-US" sz="2200" b="1" dirty="0"/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മോദം! അതി മോദം! മോദം ഹേ! വാഗ്ദത്ത കാലം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സാദര മണഞ്ഞീടുന്നഹോ!...</a:t>
            </a:r>
            <a:endParaRPr lang="ml-IN" sz="2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E08BE9-26A2-4AA3-A6CA-7351D81993AC}"/>
              </a:ext>
            </a:extLst>
          </p:cNvPr>
          <p:cNvSpPr/>
          <p:nvPr/>
        </p:nvSpPr>
        <p:spPr>
          <a:xfrm>
            <a:off x="0" y="345718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Modham! Athi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modham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Modham hey!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Vaagdaththa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kaalam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Saadara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manhanjeedunnaho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!...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98E84C6-3F1E-4A90-8E73-232581C3A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299</a:t>
            </a:r>
          </a:p>
        </p:txBody>
      </p:sp>
    </p:spTree>
    <p:extLst>
      <p:ext uri="{BB962C8B-B14F-4D97-AF65-F5344CB8AC3E}">
        <p14:creationId xmlns:p14="http://schemas.microsoft.com/office/powerpoint/2010/main" val="133666412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215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Kartika</vt:lpstr>
      <vt:lpstr>Times New Roman</vt:lpstr>
      <vt:lpstr>Office Theme</vt:lpstr>
      <vt:lpstr>299 മോദം! അതി മോദം!</vt:lpstr>
      <vt:lpstr>പല്ലവി  മോദം! അതി മോദം! മോദം ഹേ! വാഗ്ദത്ത കാലം  സാദര മണഞ്ഞീടുന്നഹോ!...  അനുപല്ലവി  ജാതി ഭേദ-വാദം തീര്‍ന്നു - ജാതികളൊന്നായിടുന്നു  യൂദ ജാതിയും മുതിര്‍ന്നു-ജാത മോദം പാടിടുന്നു - മോദം... </vt:lpstr>
      <vt:lpstr>1 അന്നു കാനനങ്ങള്‍പൂക്കുമേ -സീയോന്‍റെ മക്കൾ  നന്ദിയോടു പാടി യാര്‍ക്കുമേ!...  അന്നു സുവിശേഷ ക്കൊടിമന്നിടേ ജയം കൊണ്ടാടി  ഉന്നത മായന്നു ജനം-സന്നിധി പാടി വസിക്കും</vt:lpstr>
      <vt:lpstr>  മോദം! അതി മോദം! മോദം ഹേ! വാഗ്ദത്ത കാലം  സാദര മണഞ്ഞീടുന്നഹോ!...</vt:lpstr>
      <vt:lpstr>2 അന്നു സീയോനില്‍ നിന്നുണ്ടാകും-ആജ്ഞാ വിശേഷം  മന്നിട മെല്ലാ മതു കേള്‍ക്കും...  മന്നവര്‍ മന്ത്രി പ്രജകള്‍-എന്നിവ രെല്ലാ വരിലും  ഒന്നു പോലാവസിച്ചീടും-വന്നു സത്യാനുഗ്രഹങ്ങൾ</vt:lpstr>
      <vt:lpstr>  മോദം! അതി മോദം! മോദം ഹേ! വാഗ്ദത്ത കാലം  സാദര മണഞ്ഞീടുന്നഹോ!...</vt:lpstr>
      <vt:lpstr>3 കാട്ടു പാമ്പോ ടൊത്തു മേളിക്കും-കുട്ടികൾ എന്നാൽ  വാട്ട മുണ്ടാക യില്ലേതുമേ...  കാട്ടു പുലികളു മാട്ടിൻ-കൂട്ടവു മൊന്നിച്ചു മേയും  നാട്ടിലെല്ലാ നന്മകളും-പുഷ്ടിയായി വര്‍ദ്ധിച്ചീടും</vt:lpstr>
      <vt:lpstr>  മോദം! അതി മോദം! മോദം ഹേ! വാഗ്ദത്ത കാലം  സാദര മണഞ്ഞീടുന്നഹോ!...</vt:lpstr>
      <vt:lpstr>4 വാളു കുന്തങ്ങള്‍ ക്കില്ലാവശ്യം-കൊഴുക്കളാക്കി  ചാലു പോക്കാ നാക്കു മായവ...  നാലു ദിക്കും സമാധാനം ചാലവെ പരന്നിരിക്കും  വാളെ ടുക്കയില്ലാരുമേ-ചേലുകേടി ല്ലെന്നിനുമേ</vt:lpstr>
      <vt:lpstr>  മോദം! അതി മോദം! മോദം ഹേ! വാഗ്ദത്ത കാലം  സാദര മണഞ്ഞീടുന്നഹോ!...</vt:lpstr>
      <vt:lpstr>5 ആലേലുയ്യാ ഗീതം പാടുമേ-യരുശലേമും  ആലേലുയ്യാ രാഗം പാടുമേ...  ആലേലുയ്യാ വാനത്തിലും-ആലേലുയ്യാ ഭൂമിയിലും  ആലേലുയ്യാ മാലാഖമാര്‍ ചൊല്ലുമേ! മാനുഷരെല്ലാം </vt:lpstr>
      <vt:lpstr>  മോദം! അതി മോദം! മോദം ഹേ! വാഗ്ദത്ത കാലം  സാദര മണഞ്ഞീടുന്നഹോ!...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Modham athi modham</dc:title>
  <dc:creator>Digital Input:; GM JOHN; Acsah Mathews</dc:creator>
  <cp:lastModifiedBy>Acsah Mathews</cp:lastModifiedBy>
  <cp:revision>187</cp:revision>
  <dcterms:created xsi:type="dcterms:W3CDTF">2013-04-19T09:19:07Z</dcterms:created>
  <dcterms:modified xsi:type="dcterms:W3CDTF">2018-11-16T14:57:14Z</dcterms:modified>
</cp:coreProperties>
</file>