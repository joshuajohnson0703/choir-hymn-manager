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7" r:id="rId2"/>
    <p:sldId id="270" r:id="rId3"/>
    <p:sldId id="273" r:id="rId4"/>
    <p:sldId id="278" r:id="rId5"/>
    <p:sldId id="274" r:id="rId6"/>
    <p:sldId id="279" r:id="rId7"/>
    <p:sldId id="275" r:id="rId8"/>
    <p:sldId id="280" r:id="rId9"/>
    <p:sldId id="276" r:id="rId10"/>
    <p:sldId id="281" r:id="rId11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38" d="100"/>
          <a:sy n="38" d="100"/>
        </p:scale>
        <p:origin x="84" y="91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C6C6F5-7191-414E-9076-83FDC7F838CB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6014D7-0295-43AC-8E19-3445080E38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BBD0A5-31B7-44D6-9CAE-CE422BBD274F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17511D-B94A-468D-B5EB-DA56675B4D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5E6A45-656D-42E4-810D-BA46026599D2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17FA4E-B406-49A7-AF8C-30E7354601A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EC4A44-8610-459E-9279-DEBC1701349A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EA5904-AF8A-43FF-9EB9-1673176D96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F507DE-9961-4656-8DD4-16ADC41FC60E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73BE41-098C-4FBD-A30F-A4C8F2AC4B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B65075-F7B9-40C0-840E-22CD40906919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127A2A-5E77-4237-A936-73C7DEADED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196918-05E4-4E78-81DE-95F213920709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8FCDC7-B7C5-4B74-83E6-AA9C115FB2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224558-99C8-44BE-8F1B-13643CA62221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D237E3-9858-4CD4-B732-4F382A5EB0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CC57E4-ECA4-4B73-955B-2B74AD457468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C7EBC7-89D1-4D5B-ACCC-E12FB5015F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AC5881-B41B-49D1-B496-BE1A081E7765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009AE-33E4-46F4-8C07-7C270EB8FC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7EDA2D-78CA-41DB-902A-E6122E2E554C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4B1708-D8BB-46FA-87C7-FF593D12C7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9677F7C-D3C5-4C8E-8372-A0E6EF44D092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77910DF-E2A2-4367-94FD-0D62F95867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84658-D9D7-4B37-BFCB-310F830C49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168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നസറയ്യനാകും യേശു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0F5E1D-DE9A-4F36-9FCB-694B6A26A7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9060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</a:rPr>
              <a:t>Nassrayanaakum </a:t>
            </a:r>
            <a:r>
              <a:rPr lang="en-US" sz="4000" b="1" dirty="0" err="1">
                <a:solidFill>
                  <a:schemeClr val="tx2"/>
                </a:solidFill>
              </a:rPr>
              <a:t>yeshu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E14EED-0A8A-4A9B-A0DA-BC03E0299E57}"/>
              </a:ext>
            </a:extLst>
          </p:cNvPr>
          <p:cNvSpPr/>
          <p:nvPr/>
        </p:nvSpPr>
        <p:spPr>
          <a:xfrm>
            <a:off x="1854200" y="5162549"/>
            <a:ext cx="244009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</a:rPr>
              <a:t>(മോശവൽസലം)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1E616A-B67A-41FB-92C1-6D3586107DC4}"/>
              </a:ext>
            </a:extLst>
          </p:cNvPr>
          <p:cNvSpPr/>
          <p:nvPr/>
        </p:nvSpPr>
        <p:spPr>
          <a:xfrm>
            <a:off x="8344699" y="5162549"/>
            <a:ext cx="23152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(</a:t>
            </a:r>
            <a:r>
              <a:rPr lang="en-US" sz="2000" dirty="0" err="1">
                <a:solidFill>
                  <a:schemeClr val="accent2"/>
                </a:solidFill>
              </a:rPr>
              <a:t>Mosha</a:t>
            </a:r>
            <a:r>
              <a:rPr lang="en-US" sz="2000" dirty="0">
                <a:solidFill>
                  <a:schemeClr val="accent2"/>
                </a:solidFill>
              </a:rPr>
              <a:t> </a:t>
            </a:r>
            <a:r>
              <a:rPr lang="en-US" sz="2000" dirty="0" err="1">
                <a:solidFill>
                  <a:schemeClr val="accent2"/>
                </a:solidFill>
              </a:rPr>
              <a:t>Vatsalam</a:t>
            </a:r>
            <a:r>
              <a:rPr lang="en-US" sz="2000" dirty="0">
                <a:solidFill>
                  <a:schemeClr val="accent2"/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1746362773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25400" y="313154"/>
            <a:ext cx="12192000" cy="3581400"/>
          </a:xfrm>
        </p:spPr>
        <p:txBody>
          <a:bodyPr anchor="t"/>
          <a:lstStyle/>
          <a:p>
            <a:pPr defTabSz="282575"/>
            <a:r>
              <a:rPr lang="ml-IN" sz="2400" i="1" dirty="0">
                <a:latin typeface="Kartika" panose="02020503030404060203" pitchFamily="18" charset="0"/>
                <a:cs typeface="Kartika" panose="02020503030404060203" pitchFamily="18" charset="0"/>
              </a:rPr>
              <a:t>പല്ലവി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നസറയ്യനാകും യേശു നാ-ഥ-ൻ  -ദൈവ...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നന്ദനൻ എഴുന്നരുളീടുന്നു കൃപ യോടിന്നേരം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400" i="1" dirty="0">
                <a:latin typeface="Kartika" panose="02020503030404060203" pitchFamily="18" charset="0"/>
                <a:cs typeface="Kartika" panose="02020503030404060203" pitchFamily="18" charset="0"/>
              </a:rPr>
              <a:t>അനുപല്ലവി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നാശ മുണ്ടാക്കുന്ന പാപ നഷ്ട കഷ്ടങ്ങളകറ്റി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മാസുവിശേഷ രക്ഷയെ മംഗലമായ് നൽകിടുവാൻ 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																						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-നസ...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168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33698F-5803-451A-904C-0A88B2AE87CE}"/>
              </a:ext>
            </a:extLst>
          </p:cNvPr>
          <p:cNvSpPr/>
          <p:nvPr/>
        </p:nvSpPr>
        <p:spPr>
          <a:xfrm>
            <a:off x="0" y="3276600"/>
            <a:ext cx="12192000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i="1" dirty="0">
                <a:solidFill>
                  <a:schemeClr val="tx2"/>
                </a:solidFill>
                <a:latin typeface="+mn-lt"/>
              </a:rPr>
              <a:t>Pallavi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>
                <a:solidFill>
                  <a:schemeClr val="tx2"/>
                </a:solidFill>
                <a:latin typeface="+mn-lt"/>
              </a:rPr>
              <a:t>Nassrayanaakum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naa-dhan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daiva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Nannanan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ezhunnarulheedunnu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kripayodinneram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2400" i="1" dirty="0" err="1">
                <a:solidFill>
                  <a:schemeClr val="tx2"/>
                </a:solidFill>
                <a:latin typeface="+mn-lt"/>
              </a:rPr>
              <a:t>Anupallavi</a:t>
            </a:r>
            <a:endParaRPr lang="en-US" sz="2400" i="1" dirty="0">
              <a:solidFill>
                <a:schemeClr val="tx2"/>
              </a:solidFill>
              <a:latin typeface="+mn-lt"/>
            </a:endParaRP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Naashamundakkunna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naashangalakatti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Maasuvishesha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rakshaye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mangalamai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nalkeeduvaan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Nassr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…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5400" y="1075153"/>
            <a:ext cx="12192000" cy="2506247"/>
          </a:xfrm>
        </p:spPr>
        <p:txBody>
          <a:bodyPr anchor="t"/>
          <a:lstStyle/>
          <a:p>
            <a:pPr algn="l" defTabSz="282575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ആണി ചേർത്ത പാദങ്ങളാൽ അൻപിൽ നടകൊ-ണ്ടു-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അലിവുള്ള തിരുകണ്‍കൾ ചുറ്റും നോക്കിക്കൊണ്ട്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ക്ഷീണമെന്യേ നന്മ ചെയ്യും തൃക്കരങ്ങൾ നീട്ടിക്കൊണ്ടു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ദേവനീതി നിവർത്തിച്ചു ദിവ്യ കൃപ - ശോഭയോടെ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168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33698F-5803-451A-904C-0A88B2AE87CE}"/>
              </a:ext>
            </a:extLst>
          </p:cNvPr>
          <p:cNvSpPr/>
          <p:nvPr/>
        </p:nvSpPr>
        <p:spPr>
          <a:xfrm>
            <a:off x="215900" y="3581401"/>
            <a:ext cx="118110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Aanhi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chertha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paadangalhaal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anpil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nadako-ndu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</a:t>
            </a: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Alivullhathiru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kanhkalh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chuttum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nokkikondu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Ksheenamenye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nanmacheyyum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thrikarangalh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neettikondu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Devaneethi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nivarthichu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divya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kripa-shobhayode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81FD04-EDA4-4461-A284-0F872F550155}"/>
              </a:ext>
            </a:extLst>
          </p:cNvPr>
          <p:cNvSpPr txBox="1"/>
          <p:nvPr/>
        </p:nvSpPr>
        <p:spPr>
          <a:xfrm>
            <a:off x="-50800" y="420469"/>
            <a:ext cx="12217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7386094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459700"/>
            <a:ext cx="12192000" cy="3231654"/>
          </a:xfrm>
        </p:spPr>
        <p:txBody>
          <a:bodyPr anchor="t"/>
          <a:lstStyle/>
          <a:p>
            <a:pPr defTabSz="282575"/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നസറയ്യനാകും യേശു നാ-ഥ-ൻ  -ദൈവ...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നന്ദനൻ എഴുന്നരുളീടുന്നു കൃപ യോടിന്നേരം </a:t>
            </a: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നാശ മുണ്ടാക്കുന്ന പാപ നഷ്ട കഷ്ടങ്ങളകറ്റി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മാസുവിശേഷ രക്ഷയെ മംഗലമായ് നൽകിടുവാൻ 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																																			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-നസ...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168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33698F-5803-451A-904C-0A88B2AE87CE}"/>
              </a:ext>
            </a:extLst>
          </p:cNvPr>
          <p:cNvSpPr/>
          <p:nvPr/>
        </p:nvSpPr>
        <p:spPr>
          <a:xfrm>
            <a:off x="0" y="3691354"/>
            <a:ext cx="12192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tx2"/>
                </a:solidFill>
                <a:latin typeface="+mn-lt"/>
              </a:rPr>
              <a:t>Nassrayanaakum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naa-dhan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daiva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Nannanan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ezhunnarulheedunnu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kripayodinneram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Naashamundakkunna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naashangalakatti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Maasuvishesha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rakshaye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mangalamai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nalkeeduvaan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Nassr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… </a:t>
            </a:r>
          </a:p>
        </p:txBody>
      </p:sp>
    </p:spTree>
    <p:extLst>
      <p:ext uri="{BB962C8B-B14F-4D97-AF65-F5344CB8AC3E}">
        <p14:creationId xmlns:p14="http://schemas.microsoft.com/office/powerpoint/2010/main" val="4126552555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5400" y="1075153"/>
            <a:ext cx="12192000" cy="2506247"/>
          </a:xfrm>
        </p:spPr>
        <p:txBody>
          <a:bodyPr anchor="t"/>
          <a:lstStyle/>
          <a:p>
            <a:pPr algn="l" defTabSz="282575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പാപ രോഗങ്ങൾക്കു തക്ക ഔഷധങ്ങൾ കൊണ്ടു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പാവപ്പെട്ടവർക്കു നൽകാൻ നന്മ ബലി കൊ-ണ്ടു-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കോപമില്ലാത്ത ഗുണവാൻ ഗുരുവായുദിച്ച പരൻ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കോടി ലോകങ്ങൾക്കു രാജൻ കരുണക്കണ്‍കളുള്ളവൻ </a:t>
            </a:r>
            <a:endParaRPr lang="en-US" sz="3400" b="1" spc="-15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168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33698F-5803-451A-904C-0A88B2AE87CE}"/>
              </a:ext>
            </a:extLst>
          </p:cNvPr>
          <p:cNvSpPr/>
          <p:nvPr/>
        </p:nvSpPr>
        <p:spPr>
          <a:xfrm>
            <a:off x="215900" y="3854836"/>
            <a:ext cx="118110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Paaparogangalkku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thakka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aushadhangal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kondu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Paavappettavarkku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nalkaan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nanma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bali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kondu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</a:t>
            </a: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Kopamillatha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gunhavaan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guruvaayudicha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paran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Kodi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lokangalhkku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raajan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karunhakkanhkalhullhavan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81FD04-EDA4-4461-A284-0F872F550155}"/>
              </a:ext>
            </a:extLst>
          </p:cNvPr>
          <p:cNvSpPr txBox="1"/>
          <p:nvPr/>
        </p:nvSpPr>
        <p:spPr>
          <a:xfrm>
            <a:off x="-50800" y="420469"/>
            <a:ext cx="12217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553751950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459700"/>
            <a:ext cx="12192000" cy="3231654"/>
          </a:xfrm>
        </p:spPr>
        <p:txBody>
          <a:bodyPr anchor="t"/>
          <a:lstStyle/>
          <a:p>
            <a:pPr defTabSz="282575"/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നസറയ്യനാകും യേശു നാ-ഥ-ൻ  -ദൈവ...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നന്ദനൻ എഴുന്നരുളീടുന്നു കൃപ യോടിന്നേരം </a:t>
            </a: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നാശ മുണ്ടാക്കുന്ന പാപ നഷ്ട കഷ്ടങ്ങളകറ്റി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മാസുവിശേഷ രക്ഷയെ മംഗലമായ് നൽകിടുവാൻ 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																																			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-നസ...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168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33698F-5803-451A-904C-0A88B2AE87CE}"/>
              </a:ext>
            </a:extLst>
          </p:cNvPr>
          <p:cNvSpPr/>
          <p:nvPr/>
        </p:nvSpPr>
        <p:spPr>
          <a:xfrm>
            <a:off x="0" y="3691354"/>
            <a:ext cx="12192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tx2"/>
                </a:solidFill>
                <a:latin typeface="+mn-lt"/>
              </a:rPr>
              <a:t>Nassrayanaakum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naa-dhan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daiva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Nannanan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ezhunnarulheedunnu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kripayodinneram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Naashamundakkunna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naashangalakatti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Maasuvishesha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rakshaye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mangalamai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nalkeeduvaan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Nassr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… </a:t>
            </a:r>
          </a:p>
        </p:txBody>
      </p:sp>
    </p:spTree>
    <p:extLst>
      <p:ext uri="{BB962C8B-B14F-4D97-AF65-F5344CB8AC3E}">
        <p14:creationId xmlns:p14="http://schemas.microsoft.com/office/powerpoint/2010/main" val="2111758276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5400" y="1075153"/>
            <a:ext cx="12192000" cy="2506247"/>
          </a:xfrm>
        </p:spPr>
        <p:txBody>
          <a:bodyPr anchor="t"/>
          <a:lstStyle/>
          <a:p>
            <a:pPr algn="l" defTabSz="282575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പാപ കുഷ്ഠ രോഗികളെ പക്ഷത്തോടു നോ-ക്കി-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പക്ഷവാതം നീക്കും ശക്തി കാണിച്ചിടാൻ നോ-ക്കി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ശാപ കൂരുടർക്കു കാഴ്ച ചന്തമേ നൽകുന്നതിനും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ചത്തപാപികൾക്കു ജീവൻ ശക്തിയും അരുൾവതിനും </a:t>
            </a:r>
            <a:endParaRPr lang="en-US" sz="3400" b="1" spc="-15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168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33698F-5803-451A-904C-0A88B2AE87CE}"/>
              </a:ext>
            </a:extLst>
          </p:cNvPr>
          <p:cNvSpPr/>
          <p:nvPr/>
        </p:nvSpPr>
        <p:spPr>
          <a:xfrm>
            <a:off x="215900" y="3854836"/>
            <a:ext cx="118110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Paapakushta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rogikalhe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pakshathodu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nokki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</a:t>
            </a: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Pakshavaatham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neekkum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shakthi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kaanhichidaan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nokki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Shaapa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kurudarkku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kaazhcha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chanthame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nalkunnathinum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Chatha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paapikalhkku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jeevan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shakthiyum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arulhvathinum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81FD04-EDA4-4461-A284-0F872F550155}"/>
              </a:ext>
            </a:extLst>
          </p:cNvPr>
          <p:cNvSpPr txBox="1"/>
          <p:nvPr/>
        </p:nvSpPr>
        <p:spPr>
          <a:xfrm>
            <a:off x="-50800" y="420469"/>
            <a:ext cx="12217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230812960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459700"/>
            <a:ext cx="12192000" cy="3231654"/>
          </a:xfrm>
        </p:spPr>
        <p:txBody>
          <a:bodyPr anchor="t"/>
          <a:lstStyle/>
          <a:p>
            <a:pPr defTabSz="282575"/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നസറയ്യനാകും യേശു നാ-ഥ-ൻ  -ദൈവ...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നന്ദനൻ എഴുന്നരുളീടുന്നു കൃപ യോടിന്നേരം </a:t>
            </a: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നാശ മുണ്ടാക്കുന്ന പാപ നഷ്ട കഷ്ടങ്ങളകറ്റി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മാസുവിശേഷ രക്ഷയെ മംഗലമായ് നൽകിടുവാൻ 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																																			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-നസ...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168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33698F-5803-451A-904C-0A88B2AE87CE}"/>
              </a:ext>
            </a:extLst>
          </p:cNvPr>
          <p:cNvSpPr/>
          <p:nvPr/>
        </p:nvSpPr>
        <p:spPr>
          <a:xfrm>
            <a:off x="0" y="3691354"/>
            <a:ext cx="12192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tx2"/>
                </a:solidFill>
                <a:latin typeface="+mn-lt"/>
              </a:rPr>
              <a:t>Nassrayanaakum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naa-dhan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daiva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Nannanan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ezhunnarulheedunnu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kripayodinneram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Naashamundakkunna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naashangalakatti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Maasuvishesha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rakshaye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mangalamai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nalkeeduvaan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Nassr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… </a:t>
            </a:r>
          </a:p>
        </p:txBody>
      </p:sp>
    </p:spTree>
    <p:extLst>
      <p:ext uri="{BB962C8B-B14F-4D97-AF65-F5344CB8AC3E}">
        <p14:creationId xmlns:p14="http://schemas.microsoft.com/office/powerpoint/2010/main" val="2460543082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5400" y="1075153"/>
            <a:ext cx="12192000" cy="2506247"/>
          </a:xfrm>
        </p:spPr>
        <p:txBody>
          <a:bodyPr anchor="t"/>
          <a:lstStyle/>
          <a:p>
            <a:pPr algn="l" defTabSz="282575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</a:rPr>
              <a:t>പേടി ലജ്ജയുള്ളവരെ കടക്കണ്ണാൽ നോക്കി-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പിഴച്ച മാ പാപികളെ അലിവോടു നോക്കി-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വാടി നിൽക്കും പാപികളെ വിളിച്ചു കരുണയോടെ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മഹത്വം രക്ഷ നൽകീടാൻ എഴുന്നരുളുന്നൻപോടെ</a:t>
            </a:r>
            <a:endParaRPr lang="en-US" sz="3400" b="1" spc="-15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168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33698F-5803-451A-904C-0A88B2AE87CE}"/>
              </a:ext>
            </a:extLst>
          </p:cNvPr>
          <p:cNvSpPr/>
          <p:nvPr/>
        </p:nvSpPr>
        <p:spPr>
          <a:xfrm>
            <a:off x="215900" y="3854836"/>
            <a:ext cx="118110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Pedi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lajjayullhavare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kadakkannhaal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nokki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</a:t>
            </a: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Pizhacha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paapikalhe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alivodu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nokki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</a:t>
            </a: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Vaadi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nilkkum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paapikalhe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vilhichu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karunhayode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Mahathwam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raksha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nalkeedan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ezhunnarulhunnenpode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81FD04-EDA4-4461-A284-0F872F550155}"/>
              </a:ext>
            </a:extLst>
          </p:cNvPr>
          <p:cNvSpPr txBox="1"/>
          <p:nvPr/>
        </p:nvSpPr>
        <p:spPr>
          <a:xfrm>
            <a:off x="-50800" y="420469"/>
            <a:ext cx="12217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0327008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459700"/>
            <a:ext cx="12192000" cy="3231654"/>
          </a:xfrm>
        </p:spPr>
        <p:txBody>
          <a:bodyPr anchor="t"/>
          <a:lstStyle/>
          <a:p>
            <a:pPr defTabSz="282575"/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നസറയ്യനാകും യേശു നാ-ഥ-ൻ  -ദൈവ...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നന്ദനൻ എഴുന്നരുളീടുന്നു കൃപ യോടിന്നേരം </a:t>
            </a: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നാശ മുണ്ടാക്കുന്ന പാപ നഷ്ട കഷ്ടങ്ങളകറ്റി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മാസുവിശേഷ രക്ഷയെ മംഗലമായ് നൽകിടുവാൻ 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																																			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-നസ...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168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33698F-5803-451A-904C-0A88B2AE87CE}"/>
              </a:ext>
            </a:extLst>
          </p:cNvPr>
          <p:cNvSpPr/>
          <p:nvPr/>
        </p:nvSpPr>
        <p:spPr>
          <a:xfrm>
            <a:off x="0" y="3691354"/>
            <a:ext cx="12192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tx2"/>
                </a:solidFill>
                <a:latin typeface="+mn-lt"/>
              </a:rPr>
              <a:t>Nassrayanaakum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naa-dhan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daiva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Nannanan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ezhunnarulheedunnu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kripayodinneram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Naashamundakkunna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naashangalakatti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Maasuvishesha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rakshaye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mangalamai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nalkeeduvaan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Nassr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… </a:t>
            </a:r>
          </a:p>
        </p:txBody>
      </p:sp>
    </p:spTree>
    <p:extLst>
      <p:ext uri="{BB962C8B-B14F-4D97-AF65-F5344CB8AC3E}">
        <p14:creationId xmlns:p14="http://schemas.microsoft.com/office/powerpoint/2010/main" val="2604425827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704</TotalTime>
  <Words>235</Words>
  <Application>Microsoft Office PowerPoint</Application>
  <PresentationFormat>Widescreen</PresentationFormat>
  <Paragraphs>68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Kartika</vt:lpstr>
      <vt:lpstr>Office Theme</vt:lpstr>
      <vt:lpstr>168 നസറയ്യനാകും യേശു</vt:lpstr>
      <vt:lpstr>പല്ലവി  നസറയ്യനാകും യേശു നാ-ഥ-ൻ  -ദൈവ... നന്ദനൻ എഴുന്നരുളീടുന്നു കൃപ യോടിന്നേരം  അനുപല്ലവി  നാശ മുണ്ടാക്കുന്ന പാപ നഷ്ട കഷ്ടങ്ങളകറ്റി  മാസുവിശേഷ രക്ഷയെ മംഗലമായ് നൽകിടുവാൻ                                     -നസ...</vt:lpstr>
      <vt:lpstr>ആണി ചേർത്ത പാദങ്ങളാൽ അൻപിൽ നടകൊ-ണ്ടു- അലിവുള്ള തിരുകണ്‍കൾ ചുറ്റും നോക്കിക്കൊണ്ട്  ക്ഷീണമെന്യേ നന്മ ചെയ്യും തൃക്കരങ്ങൾ നീട്ടിക്കൊണ്ടു  ദേവനീതി നിവർത്തിച്ചു ദിവ്യ കൃപ - ശോഭയോടെ</vt:lpstr>
      <vt:lpstr>നസറയ്യനാകും യേശു നാ-ഥ-ൻ  -ദൈവ... നന്ദനൻ എഴുന്നരുളീടുന്നു കൃപ യോടിന്നേരം   നാശ മുണ്ടാക്കുന്ന പാപ നഷ്ട കഷ്ടങ്ങളകറ്റി  മാസുവിശേഷ രക്ഷയെ മംഗലമായ് നൽകിടുവാൻ                                     -നസ...</vt:lpstr>
      <vt:lpstr>പാപ രോഗങ്ങൾക്കു തക്ക ഔഷധങ്ങൾ കൊണ്ടു  പാവപ്പെട്ടവർക്കു നൽകാൻ നന്മ ബലി കൊ-ണ്ടു- കോപമില്ലാത്ത ഗുണവാൻ ഗുരുവായുദിച്ച പരൻ  കോടി ലോകങ്ങൾക്കു രാജൻ കരുണക്കണ്‍കളുള്ളവൻ </vt:lpstr>
      <vt:lpstr>നസറയ്യനാകും യേശു നാ-ഥ-ൻ  -ദൈവ... നന്ദനൻ എഴുന്നരുളീടുന്നു കൃപ യോടിന്നേരം   നാശ മുണ്ടാക്കുന്ന പാപ നഷ്ട കഷ്ടങ്ങളകറ്റി  മാസുവിശേഷ രക്ഷയെ മംഗലമായ് നൽകിടുവാൻ                                     -നസ...</vt:lpstr>
      <vt:lpstr>പാപ കുഷ്ഠ രോഗികളെ പക്ഷത്തോടു നോ-ക്കി- പക്ഷവാതം നീക്കും ശക്തി കാണിച്ചിടാൻ നോ-ക്കി ശാപ കൂരുടർക്കു കാഴ്ച ചന്തമേ നൽകുന്നതിനും  ചത്തപാപികൾക്കു ജീവൻ ശക്തിയും അരുൾവതിനും </vt:lpstr>
      <vt:lpstr>നസറയ്യനാകും യേശു നാ-ഥ-ൻ  -ദൈവ... നന്ദനൻ എഴുന്നരുളീടുന്നു കൃപ യോടിന്നേരം   നാശ മുണ്ടാക്കുന്ന പാപ നഷ്ട കഷ്ടങ്ങളകറ്റി  മാസുവിശേഷ രക്ഷയെ മംഗലമായ് നൽകിടുവാൻ                                     -നസ...</vt:lpstr>
      <vt:lpstr>പേടി ലജ്ജയുള്ളവരെ കടക്കണ്ണാൽ നോക്കി- പിഴച്ച മാ പാപികളെ അലിവോടു നോക്കി- വാടി നിൽക്കും പാപികളെ വിളിച്ചു കരുണയോടെ  മഹത്വം രക്ഷ നൽകീടാൻ എഴുന്നരുളുന്നൻപോടെ</vt:lpstr>
      <vt:lpstr>നസറയ്യനാകും യേശു നാ-ഥ-ൻ  -ദൈവ... നന്ദനൻ എഴുന്നരുളീടുന്നു കൃപ യോടിന്നേരം   നാശ മുണ്ടാക്കുന്ന പാപ നഷ്ട കഷ്ടങ്ങളകറ്റി  മാസുവിശേഷ രക്ഷയെ മംഗലമായ് നൽകിടുവാൻ                                     -നസ...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Nassarayyanaakum yeshu nadhan</dc:title>
  <dc:creator>Digital Input:;GM JOHN</dc:creator>
  <cp:lastModifiedBy>Acsah Mathews</cp:lastModifiedBy>
  <cp:revision>266</cp:revision>
  <dcterms:created xsi:type="dcterms:W3CDTF">2013-04-19T09:19:07Z</dcterms:created>
  <dcterms:modified xsi:type="dcterms:W3CDTF">2018-11-06T18:37:14Z</dcterms:modified>
</cp:coreProperties>
</file>