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2" r:id="rId3"/>
    <p:sldId id="285" r:id="rId4"/>
    <p:sldId id="286" r:id="rId5"/>
    <p:sldId id="287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DF2D7-0F8B-41EF-A7F1-DFCCB39DE25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5155C-E485-400F-AE39-146C7FFA57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83CC8-E5F4-4060-9AD9-12C8F1B765B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1454C-A6FA-4B39-8E89-FFF29B58AB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A14EC-5153-490A-A97D-3F6ADC9BDCE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F2C7B-7D9C-43C2-AA8C-50EEDE8FAF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3AFD7-90E1-422C-A830-C550438AB3D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4A796-3096-4071-B249-417C1400D5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558B2-49EA-49B8-9C68-D690AE5E4BF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47356-602F-4696-A06E-043D53E275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27ADA-6DAF-46FE-9280-09B7770CBBF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548E0-55DC-49D7-9219-B49076105B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EB53C-1D0F-42B9-B5F1-394F58E6751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98496-0DA0-42B0-BA18-81AAEEF6AE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BC006-2BAC-4F5B-A2E2-22ED23D8030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9CBAF-B0A4-4F85-922D-6F1ECC4CA2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00167-94D6-442F-8E82-859BA70141D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CF3B9-53EC-429D-94A7-E4A5AA873B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18664-E610-4862-AC41-8599FD63F07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C7D44-8701-4292-997C-9DC852ECE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8E470-DD26-4D52-9AA4-79362187F99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B61CA-D454-4EC2-9A08-B1B9A6A692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D47F53B-1F58-438C-907A-F26B4701C4C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0690F6-0B24-4BA7-9996-954AEA413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C0C9-0710-474D-BD12-2B6C488F4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344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ജീവനായകാ! ജീവനായകാ!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1E86F-A2DF-4A82-AFB1-B41E7D96A9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Jeeva </a:t>
            </a:r>
            <a:r>
              <a:rPr lang="en-US" sz="4000" b="1" dirty="0" err="1">
                <a:solidFill>
                  <a:srgbClr val="002060"/>
                </a:solidFill>
              </a:rPr>
              <a:t>naayakaa</a:t>
            </a:r>
            <a:r>
              <a:rPr lang="en-US" sz="4000" b="1" dirty="0">
                <a:solidFill>
                  <a:srgbClr val="002060"/>
                </a:solidFill>
              </a:rPr>
              <a:t>! Jeeva </a:t>
            </a:r>
            <a:r>
              <a:rPr lang="en-US" sz="4000" b="1" dirty="0" err="1">
                <a:solidFill>
                  <a:srgbClr val="002060"/>
                </a:solidFill>
              </a:rPr>
              <a:t>naayakaa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0EBA9-A5EF-4864-9728-B1DCD7B73851}"/>
              </a:ext>
            </a:extLst>
          </p:cNvPr>
          <p:cNvSpPr/>
          <p:nvPr/>
        </p:nvSpPr>
        <p:spPr>
          <a:xfrm>
            <a:off x="1828800" y="4724400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50000"/>
                  </a:schemeClr>
                </a:solidFill>
              </a:rPr>
              <a:t>(റവ. റ്റി. കോശി)</a:t>
            </a:r>
            <a:endParaRPr lang="en-US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4D34BC-9F5C-495A-9C97-B3BAC46DAC7C}"/>
              </a:ext>
            </a:extLst>
          </p:cNvPr>
          <p:cNvSpPr/>
          <p:nvPr/>
        </p:nvSpPr>
        <p:spPr>
          <a:xfrm>
            <a:off x="8415919" y="4724400"/>
            <a:ext cx="19886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306964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7434" y="2008176"/>
            <a:ext cx="12192000" cy="1329154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ലോകമിതാ പാപം കൊണ്ടു നശിച്ചു പോകുന്നേ- ഈ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ലോകമഹിമയിൽ മുഴുകി മറന്നു ദൈവത്തെ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-ജീവ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5C8B0-04AD-46BF-80AA-A62C5F00638F}"/>
              </a:ext>
            </a:extLst>
          </p:cNvPr>
          <p:cNvSpPr/>
          <p:nvPr/>
        </p:nvSpPr>
        <p:spPr>
          <a:xfrm>
            <a:off x="7434" y="80436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ജീവനായകാ! ജീവനായകാ!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ജീവനറ്റതാം സഭയിൽ ജീവനൂതുക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648A-9CCC-45B9-9A65-C0CE3F4DD16E}"/>
              </a:ext>
            </a:extLst>
          </p:cNvPr>
          <p:cNvSpPr/>
          <p:nvPr/>
        </p:nvSpPr>
        <p:spPr>
          <a:xfrm>
            <a:off x="0" y="3520670"/>
            <a:ext cx="121994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70C0"/>
                </a:solidFill>
                <a:latin typeface="+mn-lt"/>
              </a:rPr>
              <a:t>Jeeva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! Jeeva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Jeevanattathaam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sabhayil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jeevanoothuka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321EB-579F-444B-9EC3-D29C1FA147D5}"/>
              </a:ext>
            </a:extLst>
          </p:cNvPr>
          <p:cNvSpPr/>
          <p:nvPr/>
        </p:nvSpPr>
        <p:spPr>
          <a:xfrm>
            <a:off x="7434" y="4914862"/>
            <a:ext cx="1218456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nashichu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Lokamahimayil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muzhuki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4161" y="804365"/>
            <a:ext cx="12160405" cy="1329154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ലോകജീവ രക്തത്തിന്നു ചുമതലപ്പെട്ടോർ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അയ്യോ!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ലോക മായയിൽ കിടന്നുറങ്ങുന്നേ കഷ്ടം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5C8B0-04AD-46BF-80AA-A62C5F00638F}"/>
              </a:ext>
            </a:extLst>
          </p:cNvPr>
          <p:cNvSpPr/>
          <p:nvPr/>
        </p:nvSpPr>
        <p:spPr>
          <a:xfrm>
            <a:off x="7434" y="199875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ജീവനായകാ! ജീവനായകാ!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ജീവനറ്റതാം സഭയിൽ ജീവനൂതുക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648A-9CCC-45B9-9A65-C0CE3F4DD16E}"/>
              </a:ext>
            </a:extLst>
          </p:cNvPr>
          <p:cNvSpPr/>
          <p:nvPr/>
        </p:nvSpPr>
        <p:spPr>
          <a:xfrm>
            <a:off x="24161" y="5313783"/>
            <a:ext cx="121994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Jeevanattathaam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sabhayil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321EB-579F-444B-9EC3-D29C1FA147D5}"/>
              </a:ext>
            </a:extLst>
          </p:cNvPr>
          <p:cNvSpPr/>
          <p:nvPr/>
        </p:nvSpPr>
        <p:spPr>
          <a:xfrm>
            <a:off x="-1859" y="3814162"/>
            <a:ext cx="1218456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rakthathinnu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chumathalapettor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ayyo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maayayil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kidannang-urhangunne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kashtam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5919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4161" y="804365"/>
            <a:ext cx="12160405" cy="1329154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അന്ത്യകല്പന യനുസരിച്ചു കൊള്ളുവാൻ- ഒരു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ചിന്തപോലുമില്ല സഭ തന്നിലിന്നഹോ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5C8B0-04AD-46BF-80AA-A62C5F00638F}"/>
              </a:ext>
            </a:extLst>
          </p:cNvPr>
          <p:cNvSpPr/>
          <p:nvPr/>
        </p:nvSpPr>
        <p:spPr>
          <a:xfrm>
            <a:off x="7434" y="199875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ജീവനായകാ! ജീവനായകാ!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ജീവനറ്റതാം സഭയിൽ ജീവനൂതുക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648A-9CCC-45B9-9A65-C0CE3F4DD16E}"/>
              </a:ext>
            </a:extLst>
          </p:cNvPr>
          <p:cNvSpPr/>
          <p:nvPr/>
        </p:nvSpPr>
        <p:spPr>
          <a:xfrm>
            <a:off x="24161" y="5313783"/>
            <a:ext cx="121994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Jeevanattathaam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sabhayil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321EB-579F-444B-9EC3-D29C1FA147D5}"/>
              </a:ext>
            </a:extLst>
          </p:cNvPr>
          <p:cNvSpPr/>
          <p:nvPr/>
        </p:nvSpPr>
        <p:spPr>
          <a:xfrm>
            <a:off x="-1859" y="3814162"/>
            <a:ext cx="1218456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anusarichu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Chinthapolumilla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thannilinnaho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087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4161" y="804365"/>
            <a:ext cx="12160405" cy="1329154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പെന്തക്കോസ്താത്മാവിനെ അയയ്ക്ക ദൈവമേ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ഈ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ചിന്തയറ്റ ഞങ്ങളെ നിൻ സാക്ഷിയാക്കുക!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5C8B0-04AD-46BF-80AA-A62C5F00638F}"/>
              </a:ext>
            </a:extLst>
          </p:cNvPr>
          <p:cNvSpPr/>
          <p:nvPr/>
        </p:nvSpPr>
        <p:spPr>
          <a:xfrm>
            <a:off x="7434" y="199875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ജീവനായകാ! ജീവനായകാ!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ജീവനറ്റതാം സഭയിൽ ജീവനൂതുക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648A-9CCC-45B9-9A65-C0CE3F4DD16E}"/>
              </a:ext>
            </a:extLst>
          </p:cNvPr>
          <p:cNvSpPr/>
          <p:nvPr/>
        </p:nvSpPr>
        <p:spPr>
          <a:xfrm>
            <a:off x="24161" y="5313783"/>
            <a:ext cx="121994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Jeevanattathaam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sabhayil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321EB-579F-444B-9EC3-D29C1FA147D5}"/>
              </a:ext>
            </a:extLst>
          </p:cNvPr>
          <p:cNvSpPr/>
          <p:nvPr/>
        </p:nvSpPr>
        <p:spPr>
          <a:xfrm>
            <a:off x="-1859" y="3814162"/>
            <a:ext cx="1218456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Penthikosth-aathmaavine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aayakka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Chinthayatta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saakshiyaakkuka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81666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4161" y="804365"/>
            <a:ext cx="12160405" cy="1329154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ശക്തി വന്നീടുമ്പോൾ ലോകപരിധി യോളവും-നിൻ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സാക്ഷിയാകു മെന്നുരച്ച പോലരുൾക നീ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5C8B0-04AD-46BF-80AA-A62C5F00638F}"/>
              </a:ext>
            </a:extLst>
          </p:cNvPr>
          <p:cNvSpPr/>
          <p:nvPr/>
        </p:nvSpPr>
        <p:spPr>
          <a:xfrm>
            <a:off x="7434" y="199875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ജീവനായകാ! ജീവനായകാ!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ജീവനറ്റതാം സഭയിൽ ജീവനൂതുക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648A-9CCC-45B9-9A65-C0CE3F4DD16E}"/>
              </a:ext>
            </a:extLst>
          </p:cNvPr>
          <p:cNvSpPr/>
          <p:nvPr/>
        </p:nvSpPr>
        <p:spPr>
          <a:xfrm>
            <a:off x="24161" y="5313783"/>
            <a:ext cx="121994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Jeevanattathaam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sabhayil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321EB-579F-444B-9EC3-D29C1FA147D5}"/>
              </a:ext>
            </a:extLst>
          </p:cNvPr>
          <p:cNvSpPr/>
          <p:nvPr/>
        </p:nvSpPr>
        <p:spPr>
          <a:xfrm>
            <a:off x="-1859" y="3814162"/>
            <a:ext cx="1218456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vaneedumbolh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paridhiyolavum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Saakshi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aakumennuracha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polarulka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3147126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4161" y="804365"/>
            <a:ext cx="12160405" cy="1329154"/>
          </a:xfrm>
        </p:spPr>
        <p:txBody>
          <a:bodyPr anchor="t"/>
          <a:lstStyle/>
          <a:p>
            <a:pPr algn="l" defTabSz="463550"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ജീവയാവിയാൽ കത്തിക്ക നിൻ സഭയതിൽ-കെട്ട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പാപിയ്ക്കായിട്ടുള്ളം നീറും സ്നേഹമൂർത്തിയേ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5C8B0-04AD-46BF-80AA-A62C5F00638F}"/>
              </a:ext>
            </a:extLst>
          </p:cNvPr>
          <p:cNvSpPr/>
          <p:nvPr/>
        </p:nvSpPr>
        <p:spPr>
          <a:xfrm>
            <a:off x="7434" y="1998753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ജീവനായകാ! ജീവനായകാ!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ജീവനറ്റതാം സഭയിൽ ജീവനൂതുക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648A-9CCC-45B9-9A65-C0CE3F4DD16E}"/>
              </a:ext>
            </a:extLst>
          </p:cNvPr>
          <p:cNvSpPr/>
          <p:nvPr/>
        </p:nvSpPr>
        <p:spPr>
          <a:xfrm>
            <a:off x="24161" y="5313783"/>
            <a:ext cx="121994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Jeeva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Jeevanattathaam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sabhayil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jeevanoothuka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321EB-579F-444B-9EC3-D29C1FA147D5}"/>
              </a:ext>
            </a:extLst>
          </p:cNvPr>
          <p:cNvSpPr/>
          <p:nvPr/>
        </p:nvSpPr>
        <p:spPr>
          <a:xfrm>
            <a:off x="-1859" y="3814162"/>
            <a:ext cx="1218456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Jeevayaaviyaal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kaththikka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sabhayathil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Paapikyaayittullham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moorthiye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6112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182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344 ജീവനായകാ! ജീവനായകാ!</vt:lpstr>
      <vt:lpstr>1 ലോകമിതാ പാപം കൊണ്ടു നശിച്ചു പോകുന്നേ- ഈ  ലോകമഹിമയിൽ മുഴുകി മറന്നു ദൈവത്തെ  -ജീവ</vt:lpstr>
      <vt:lpstr>2 ലോകജീവ രക്തത്തിന്നു ചുമതലപ്പെട്ടോർ - അയ്യോ!  ലോക മായയിൽ കിടന്നുറങ്ങുന്നേ കഷ്ടം</vt:lpstr>
      <vt:lpstr>3 അന്ത്യകല്പന യനുസരിച്ചു കൊള്ളുവാൻ- ഒരു  ചിന്തപോലുമില്ല സഭ തന്നിലിന്നഹോ</vt:lpstr>
      <vt:lpstr>4 പെന്തക്കോസ്താത്മാവിനെ അയയ്ക്ക ദൈവമേ! ഈ  ചിന്തയറ്റ ഞങ്ങളെ നിൻ സാക്ഷിയാക്കുക! </vt:lpstr>
      <vt:lpstr>5 ശക്തി വന്നീടുമ്പോൾ ലോകപരിധി യോളവും-നിൻ  സാക്ഷിയാകു മെന്നുരച്ച പോലരുൾക നീ</vt:lpstr>
      <vt:lpstr>6 ജീവയാവിയാൽ കത്തിക്ക നിൻ സഭയതിൽ-കെട്ട  പാപിയ്ക്കായിട്ടുള്ളം നീറും സ്നേഹമൂർത്തിയേ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Jeevanayaka jeevanayaka</dc:title>
  <dc:creator>Digital Input; GM JOHN; Acsah Mathews</dc:creator>
  <cp:lastModifiedBy>Acsah Mathews</cp:lastModifiedBy>
  <cp:revision>412</cp:revision>
  <dcterms:created xsi:type="dcterms:W3CDTF">2013-04-19T09:19:07Z</dcterms:created>
  <dcterms:modified xsi:type="dcterms:W3CDTF">2018-11-20T18:11:45Z</dcterms:modified>
</cp:coreProperties>
</file>