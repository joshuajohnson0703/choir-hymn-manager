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41" d="100"/>
          <a:sy n="41" d="100"/>
        </p:scale>
        <p:origin x="7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F981-B75C-44FB-B8D2-EA148003F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DF4DA-31BF-427E-92F2-B3055A4D1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0C2E-63B3-4FA1-A8E6-3D07A706D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B69AE-0011-47E2-97D5-717BE695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382F1-B26D-4F50-B236-899239CF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2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E336-5EA2-4B1C-82EC-B3DDB0A5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3DB15-E49F-4F81-BA22-42E124F6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7AEAD-4657-4781-B2EC-ACBEF4F1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27401-30E1-4510-91B0-80F17212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950A-167B-4519-AA0C-43551C36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5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40B6-B53D-4AAE-9538-6303EDAA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E6660-BA32-46F2-9908-A606053F0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DD987-6AEA-492C-8963-0C15F101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65B6B-6CF1-42D3-9CDA-F625EDD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B0408-E8A6-47DB-8BC0-02638F17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89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2A42-D0A1-48CD-81FC-3F61C999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09CD-9B78-4F76-890A-48E08A82B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BD075-9353-4F4F-8057-F8DB5E4A0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CCAF-AA7A-4E0D-94BA-8C6AEBD0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D09CA-F6E9-47D5-8578-688A6BC9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BBC8C-6732-472A-97AB-038079B8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6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8C03-316D-496D-8A6B-14B7636E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0C58C-8680-40A2-AC47-7CB4C841B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8DDC6-34A3-4A1F-9E52-5AA8D5AA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4B5E7-A7FF-41F0-B287-38CFE56A5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2457E-D799-44ED-B810-F5EA12583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E645D-5088-464E-B156-D66B0E69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F4F923-3500-4972-9C63-DDE0BC0E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5CB75-A9D6-44D6-BBA1-6FE4FB0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661C-D292-4D30-B636-C05BC139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E9BAA-DCAB-43BC-8EBF-B38F48EE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DA8C1-616C-418C-B6DA-B604A581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93679-C9FE-4F64-937A-D2B58E58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56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A5945-63CA-4ED1-A49B-0E63E0C7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EF4720-CC22-4305-AB2D-0A8AC4EE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0D6BD-BE94-46AC-99C6-AACB5447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0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1ACF-65E2-4894-982A-A736C0B3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A70C-092C-4EFB-B104-04093396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84F77-2345-4A57-A527-5F0415E57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B9DD3-1AF1-4477-A560-EFFE378F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E5806-5229-4A59-B862-0C3E622B5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8825A-3586-4FB6-97F6-A45833D0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5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E7AE-5DD9-43E6-8E98-E1A970AD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A1C31-A8CF-4909-B795-D2DFBC6FB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B6F90-590B-44E4-8CD5-7104767CC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46E02-94B4-4C3E-99D0-40DDBCC9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2360E-FD78-497C-85F1-968B39D9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BB60D-093A-48A7-AA34-15804E2D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4B26-4024-48B3-9565-628DE83F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C1BA9-CD37-4304-A051-CC7CE87A3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BF404-0B3A-414C-962E-69DA62A0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CC9E9-4AEB-40DA-A2EB-9A4A7416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4E4B-0351-49E9-8385-2FA57B1C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9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30E92-D42B-4005-8550-F8408DC4E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21FE8-3539-40CB-9851-EA505E1B7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A0577-93EB-4203-82E6-8A004BF0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84B8A-7A7A-4D67-A90E-DA126B21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A443-5CEF-4E38-B933-EF8C595D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4AED5-912B-4049-A25E-BA3AE316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63426-AD5B-4D46-AC8A-C4E3CE065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9DC38-52E1-4BB1-91ED-28195BE30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F7BD9-0922-4519-8EF3-FBFFF1079D23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E5E00-1843-4EF9-B0FE-20E0B2480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D593D-744B-4DC5-9EF2-343A187D2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FD9DF-AAC1-4301-96FA-D08C3902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E97D3-15BB-45FB-8247-492701A0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461" y="1122363"/>
            <a:ext cx="11465169" cy="2387600"/>
          </a:xfrm>
        </p:spPr>
        <p:txBody>
          <a:bodyPr>
            <a:normAutofit/>
          </a:bodyPr>
          <a:lstStyle/>
          <a:p>
            <a:r>
              <a:rPr lang="en-US" dirty="0"/>
              <a:t>438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06265-C19B-4165-80A8-D3784B886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461" y="3602038"/>
            <a:ext cx="11465169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Odikkoodin </a:t>
            </a:r>
            <a:r>
              <a:rPr lang="en-US" sz="4000" b="1" dirty="0" err="1">
                <a:solidFill>
                  <a:srgbClr val="002060"/>
                </a:solidFill>
              </a:rPr>
              <a:t>yeshuvodu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Ride on in Majesty – </a:t>
            </a:r>
            <a:r>
              <a:rPr lang="en-US" sz="3600" i="1" dirty="0">
                <a:solidFill>
                  <a:srgbClr val="002060"/>
                </a:solidFill>
              </a:rPr>
              <a:t>H. H. </a:t>
            </a:r>
            <a:r>
              <a:rPr lang="en-US" sz="3600" i="1" dirty="0" err="1">
                <a:solidFill>
                  <a:srgbClr val="002060"/>
                </a:solidFill>
              </a:rPr>
              <a:t>Milman</a:t>
            </a:r>
            <a:r>
              <a:rPr lang="en-US" sz="3600" i="1" dirty="0">
                <a:solidFill>
                  <a:srgbClr val="002060"/>
                </a:solidFill>
              </a:rPr>
              <a:t>, Geo C. Stebbins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01137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നല്‍ ഓല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കൈയില്‍ ഏന്തുവീന്‍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സീയോന്‍റെ ബാലര്‍ ഏവരും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Paadicholleedin </a:t>
            </a:r>
            <a:r>
              <a:rPr lang="en-US" sz="3400" b="1" dirty="0" err="1">
                <a:solidFill>
                  <a:srgbClr val="002060"/>
                </a:solidFill>
              </a:rPr>
              <a:t>hoshanna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Nal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enthuveen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Seeyonte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baalar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evarum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9864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പാടിച്ചൊല്ലീടിന്‍ ഹോശാന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ഗര്‍ദ്ദഭവാഹനന്‍ പിമ്പില്‍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ആര്‍ത്തു ശബ്ദിപ്പിന്‍ ഹോശാന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Paadicholleedin </a:t>
            </a:r>
            <a:r>
              <a:rPr lang="en-US" sz="3400" b="1" dirty="0" err="1">
                <a:solidFill>
                  <a:srgbClr val="002060"/>
                </a:solidFill>
              </a:rPr>
              <a:t>hoshanna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Gardhabha-vaahanan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pimbil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Aarthu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shabdippin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hoshanna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95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പാടിച്ചൊല്ലീടിന്‍ ഹോശാന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ക്രൂശിങ്കലാമിതിന്‍ അന്തം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നാശദോഷമാകെ നീക്കാന്‍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Paadicholleedin </a:t>
            </a:r>
            <a:r>
              <a:rPr lang="en-US" sz="3400" b="1" dirty="0" err="1">
                <a:solidFill>
                  <a:srgbClr val="002060"/>
                </a:solidFill>
              </a:rPr>
              <a:t>hoshanna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Krooshinkalaamithin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antham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Naashadoshamaake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neekkaan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087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വീഥി മൂടി പത്രങ്ങളാല്‍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ശീല നീളെ വിരിച്ചീടിന്‍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കൊലഹലമായ് ഘോഷിപ്പിന്‍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Veedhi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moodi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pathrangalhaal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Sheela </a:t>
            </a:r>
            <a:r>
              <a:rPr lang="en-US" sz="3400" b="1" dirty="0" err="1">
                <a:solidFill>
                  <a:srgbClr val="002060"/>
                </a:solidFill>
              </a:rPr>
              <a:t>neelhe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virichideedin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Kolahalamai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khoshippin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4279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മോടിയോടു വാനോര്‍ സൈന്യം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ഖേദമാശ്ചര്യമവര്‍ക്കു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നാഥനിങ്ങനെ പോകയില്‍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Modiyodu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sainyam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Khedham-aashcharyam-avarkku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Naadhaningane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pokayil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9877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നാടും വീടും കൂടും എല്ലാം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ചേരും വേഗം അന്ത്യയുദ്ധം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തീരും എല്ലാം കുരിശിങ്കല്‍ 	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Naadum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ellaam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Cherum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vegam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anthya-yudhdham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Theerum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kurishinkal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829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മുടി ചൂടിന്‍ ശിരസ്സതില്‍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സീയോന്‍റെ രാജന്‍ വാഴട്ടെ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ഈ ഉള്ളോരെല്ലാവര്‍ മേലും	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Mudi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choodin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shirassathil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Seeyonte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raajan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vaazhatte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ullhorellavarh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mellum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4511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51A58-D935-4EC6-9E84-0DF46F5719CB}"/>
              </a:ext>
            </a:extLst>
          </p:cNvPr>
          <p:cNvSpPr/>
          <p:nvPr/>
        </p:nvSpPr>
        <p:spPr>
          <a:xfrm>
            <a:off x="0" y="657054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ഓടിക്കൂടിന്‍ യേശുവോടു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പാടിച്ചൊല്ലീടിന്‍ഹോശാന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വെടിയല്ലേ, കൈവിടല്ലേ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അടിയാരെ ഒരിക്കലും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7F132-F644-41AE-9DB7-F186A2512708}"/>
              </a:ext>
            </a:extLst>
          </p:cNvPr>
          <p:cNvSpPr/>
          <p:nvPr/>
        </p:nvSpPr>
        <p:spPr>
          <a:xfrm>
            <a:off x="-1" y="2842268"/>
            <a:ext cx="1198098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ഓടിക്കൂടിന്‍ യേശുവോടു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പാടിച്ചൊല്ലീടിന്‍ ഹോശാന</a:t>
            </a:r>
            <a:endParaRPr lang="ml-IN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20282-890F-4F96-BB0D-C0876201BBDB}"/>
              </a:ext>
            </a:extLst>
          </p:cNvPr>
          <p:cNvSpPr/>
          <p:nvPr/>
        </p:nvSpPr>
        <p:spPr>
          <a:xfrm>
            <a:off x="0" y="3713693"/>
            <a:ext cx="1198098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Odikkoodin </a:t>
            </a:r>
            <a:r>
              <a:rPr lang="en-US" sz="3400" b="1" dirty="0" err="1">
                <a:solidFill>
                  <a:srgbClr val="002060"/>
                </a:solidFill>
              </a:rPr>
              <a:t>yeshuvodu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Paadicholleedin </a:t>
            </a:r>
            <a:r>
              <a:rPr lang="en-US" sz="3400" b="1" dirty="0" err="1">
                <a:solidFill>
                  <a:srgbClr val="002060"/>
                </a:solidFill>
              </a:rPr>
              <a:t>hoshanna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Vediyalle</a:t>
            </a:r>
            <a:r>
              <a:rPr lang="en-US" sz="3400" b="1" dirty="0">
                <a:solidFill>
                  <a:srgbClr val="002060"/>
                </a:solidFill>
              </a:rPr>
              <a:t>, </a:t>
            </a:r>
            <a:r>
              <a:rPr lang="en-US" sz="3400" b="1" dirty="0" err="1">
                <a:solidFill>
                  <a:srgbClr val="002060"/>
                </a:solidFill>
              </a:rPr>
              <a:t>kaividalle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Adiyaare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orikkalum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48E65-1862-43F3-B802-5BE916BD9977}"/>
              </a:ext>
            </a:extLst>
          </p:cNvPr>
          <p:cNvSpPr/>
          <p:nvPr/>
        </p:nvSpPr>
        <p:spPr>
          <a:xfrm>
            <a:off x="-1" y="5329520"/>
            <a:ext cx="113010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Odikoodin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yeshuvodu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Paadichollideen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hoshanna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F0F5D-C690-426D-A27C-CEC245E84AE6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06398-F208-48FA-966D-0577A68025CD}"/>
              </a:ext>
            </a:extLst>
          </p:cNvPr>
          <p:cNvSpPr txBox="1"/>
          <p:nvPr/>
        </p:nvSpPr>
        <p:spPr>
          <a:xfrm>
            <a:off x="-1" y="76060"/>
            <a:ext cx="121920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5133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253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Kartika</vt:lpstr>
      <vt:lpstr>Office Theme</vt:lpstr>
      <vt:lpstr>438 ഓടിക്കൂടിന്‍ യേശുവോടു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Odikoodin Yeshuvodu</dc:title>
  <dc:creator>Acsah Mathews</dc:creator>
  <cp:lastModifiedBy>Acsah Mathews</cp:lastModifiedBy>
  <cp:revision>2</cp:revision>
  <dcterms:created xsi:type="dcterms:W3CDTF">2018-11-29T16:02:05Z</dcterms:created>
  <dcterms:modified xsi:type="dcterms:W3CDTF">2018-11-29T16:06:28Z</dcterms:modified>
</cp:coreProperties>
</file>