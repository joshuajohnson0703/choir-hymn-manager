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3CD2-ED08-4FD1-A141-46C59DB48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FD0C3-D524-4440-AEC5-9F7961285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3EF97-C186-47A8-A064-FE1C3F530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D5733-E2BE-436E-9947-F7AAC0DA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365D6-B8A8-4A39-9CBF-79102C2D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8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C973-DF12-4548-9194-537AF1D6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93A8-47B9-4AE3-B54C-B92FE4579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AD176-C469-4C90-B347-2348F4E2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9AB14-BF6D-4296-8DA8-F69C8EA7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E93FE-DC7E-42F2-90A3-F4FA85AB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8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D6CC-B37B-4057-8BB4-1204CB32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BD5C3-FA8E-4C9E-8101-42B6A99B3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45FB9-5E7B-4B0C-A544-F0AEA746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36F6-5DFD-47EF-B8F1-7A61DB709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3F2CF-D871-406A-8929-CCF22747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3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B4E3-765E-4122-BE67-94DB1D8A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5FE33-B29C-44EB-B031-EDFA2F981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60A0B-29B2-4ABC-88AC-A13065ED7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95FDB-0F88-4832-BC1E-25951D72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63D61-1C65-409D-9A2D-F714E9BC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7C9C6-894F-408A-85A8-17316675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7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356B-1D25-475F-90DF-06628A04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ACB02-0F66-42FF-9442-3ED5D53F9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5D09D-0783-4A11-B62C-53A1A8E8E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685FCC-0149-4F91-B401-C043E2C9E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E3D813-9A8E-4F01-94DF-28F183390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998A3-8A2E-4253-8521-30730DC3F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E5215B-8E21-4E8A-8AA4-B5902860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CD2DDF-D724-4D48-9109-20A6C737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48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9139-9A67-4CB1-A3F2-FBCD92DE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46F83D-2B22-4AB4-B6CE-9DFD420D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43798-42D6-4724-B57A-AC5F7FB0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EB8B3-5316-4B2F-9E1B-CBC67DEC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2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33535-9B8D-4C33-BF3E-D6E6AA0C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DB3C0-B5D1-45CB-A625-1D81F817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F5815-1C1A-47DA-BB38-A0AC3049B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79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D705-1236-4FBC-8038-90F324188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45F7E-A16A-4050-A460-81589E338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CDDA8-A06D-4658-BBE3-64402F6EE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F63B-A9CA-4B6E-BF1C-0AA1D972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E168E-1604-4831-8ED7-539E2B60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BE530-DFA3-4769-84A7-C9EC7A3B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8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644B7-726E-42B6-897F-1613F887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76441-64EB-4130-9C0B-99D18C558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3EC15-E6B2-4F93-BC9E-ECE23D43E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6A5D0-A0B6-40F3-8CA8-153F7F1F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A9190-0DB8-4974-AE63-6429FC47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F2CD7-5FFB-4BE3-93A5-DB514D87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9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F9DE-F591-4A32-9CB7-04ED9279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5D836-33BC-4BF7-BCF8-844A86994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FD234-8614-4DA0-88C7-C356DA68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85F15-1F09-4E5A-93FE-30BA65B4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DB235-0F33-40B6-9B70-C4786ECF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39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CF121-9FC2-454B-A8CD-E0751E5E4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72CCD-562E-4EF0-8160-74AB13C0A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26996-7EE2-4AFE-8F05-76CEB4F8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62E29-1B1E-49A1-BE55-B214B233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4229A-2E68-4DC6-A8CA-03B1EA0B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2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150DE-78DA-4C78-8EDF-4593FB69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95873-729A-4E4F-94E0-BE2F850FD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EBD6F-C9F5-4644-A439-4125429F6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54CAC-7491-41AD-A723-E7C40287B15C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7D4C6-FB2F-4E60-9218-DD042CD3B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7A30B-6195-4B28-A596-863104192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9F4F0-8A13-46D0-8BC9-16C5FC484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8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CE0E-4AEB-4104-88AA-FE0FD46C2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4462"/>
            <a:ext cx="12192000" cy="3275501"/>
          </a:xfrm>
        </p:spPr>
        <p:txBody>
          <a:bodyPr>
            <a:normAutofit/>
          </a:bodyPr>
          <a:lstStyle/>
          <a:p>
            <a:r>
              <a:rPr lang="en-US" dirty="0"/>
              <a:t>467</a:t>
            </a:r>
            <a:br>
              <a:rPr lang="en-US" dirty="0"/>
            </a:br>
            <a:br>
              <a:rPr lang="en-US" sz="2200" dirty="0"/>
            </a:br>
            <a:r>
              <a:rPr lang="ml-IN" sz="48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നന്മയല്ലാതൊന്നും</a:t>
            </a:r>
            <a:r>
              <a:rPr lang="en-US" sz="48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4800" b="1" dirty="0">
                <a:solidFill>
                  <a:srgbClr val="000000"/>
                </a:solidFill>
                <a:latin typeface="Kartika" panose="02020503030404060203" pitchFamily="18" charset="0"/>
              </a:rPr>
              <a:t>ചെയ്തിടാത്തവൻ 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7304-BA76-4AB8-B8D9-7090C0C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54400"/>
            <a:ext cx="12192000" cy="12044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 err="1">
                <a:solidFill>
                  <a:srgbClr val="002060"/>
                </a:solidFill>
              </a:rPr>
              <a:t>Nanmayallathonnum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cheythidaaththavan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7B284-AB72-4DD4-AAEF-552C24A25667}"/>
              </a:ext>
            </a:extLst>
          </p:cNvPr>
          <p:cNvSpPr/>
          <p:nvPr/>
        </p:nvSpPr>
        <p:spPr>
          <a:xfrm>
            <a:off x="4686800" y="4658825"/>
            <a:ext cx="2818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(Koshy 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</a:rPr>
              <a:t>Thalackal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)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83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40677" y="483094"/>
            <a:ext cx="1191064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നന്മയല്ലാതൊന്നും ചെയ്തിടാത്തവൻ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തിന്മയാകെ മായിക്കുന്നവൻ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മറക്കുന്നവൻ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പുതുജീവനെന്നിൽ പകരുന്നവൻ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അവനാരിലും വലിയവൻ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അവനാരിലും മതിയായവൻ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140678" y="3664455"/>
            <a:ext cx="1191064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Nanmayallathonnum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cheythidaaththavan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thinmayaake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maayikkunnavan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Paapamellaam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marhakkunnavan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puthujeevanennil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pakarunnavan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8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avanaarilum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valiyavan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8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avanaarilum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mathiyaayavan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-9602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553940"/>
            <a:ext cx="12109938" cy="3022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ദൈവത്തെ സ്നേഹിക്കുമ്പോൾ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സർവ്വം നന്മയ്ക്കായ് ഭവിച്ചിടുന്നു</a:t>
            </a:r>
          </a:p>
          <a:p>
            <a:pPr>
              <a:lnSpc>
                <a:spcPct val="112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തിരുസ്വരമനുസരിച്ചാൽ</a:t>
            </a:r>
            <a:r>
              <a:rPr lang="en-US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നമുക്കൊരുക്കിടുമവനഖിലം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കൃപയരുളീടുമേ - ബലമണിയിക്കുമേ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മാറാ മധുരമായ് മാറ്റീടുമേ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867053"/>
            <a:ext cx="11898923" cy="2990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Daivaththe </a:t>
            </a:r>
            <a:r>
              <a:rPr lang="en-US" sz="3400" b="1" dirty="0" err="1">
                <a:solidFill>
                  <a:srgbClr val="002060"/>
                </a:solidFill>
              </a:rPr>
              <a:t>snehikkumbolh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sarvvam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nanmakkaai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bhavichcheedunnu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Thiruswaram-anusarichaal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namukk-orukkeedumavan-akhilam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Kripayarulheedume</a:t>
            </a:r>
            <a:r>
              <a:rPr lang="en-US" sz="3400" b="1" dirty="0">
                <a:solidFill>
                  <a:srgbClr val="002060"/>
                </a:solidFill>
              </a:rPr>
              <a:t> -  </a:t>
            </a:r>
            <a:r>
              <a:rPr lang="en-US" sz="3400" b="1" dirty="0" err="1">
                <a:solidFill>
                  <a:srgbClr val="002060"/>
                </a:solidFill>
              </a:rPr>
              <a:t>balamanhiyikkume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Maarhaa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madhuramaai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maattidume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76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40677" y="483094"/>
            <a:ext cx="1191064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നന്മയല്ലാതൊന്നും ചെയ്തിടാത്തവൻ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തിന്മയാകെ മായിക്കുന്നവൻ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മറക്കുന്നവൻ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പുതുജീവനെന്നിൽ പകരുന്നവൻ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അവനാരിലും വലിയവൻ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അവനാരിലും മതിയായവൻ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140678" y="3664455"/>
            <a:ext cx="1191064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Nanmayallathonnum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cheythidaaththavan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thinmayaake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maayikkunnavan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Paapamellaam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marhakkunnavan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puthujeevanennil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pakarunnavan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8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avanaarilum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valiyavan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8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avanaarilum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mathiyaayavan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715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-9602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553940"/>
            <a:ext cx="12109938" cy="3022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ഇരുൾ നമ്മെ മൂടിടുമ്പോൾ -ലോകവെളിച്ചമായവനണയും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രോഗികളായിടുമ്പോൾ സൗഖ്യദായകനവൻ കരുതും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അവനാലയത്തിൽ സ്വർഗ്ഗനന്മകളാൽ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നമ്മെ നിറച്ചീടുമനുദിനവും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867053"/>
            <a:ext cx="11898923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Irulh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namme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moodidumbolh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lokavelhicham-aay-avan-anhayum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Rogikalh-aayidumbolh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soukhya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daayakan-avan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karuthum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Avan-aalayaththil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swarga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nanmakalhaal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Namme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nirhachidum-anudinavum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48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40677" y="483094"/>
            <a:ext cx="1191064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നന്മയല്ലാതൊന്നും ചെയ്തിടാത്തവൻ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തിന്മയാകെ മായിക്കുന്നവൻ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മറക്കുന്നവൻ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പുതുജീവനെന്നിൽ പകരുന്നവൻ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അവനാരിലും വലിയവൻ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അവനാരിലും മതിയായവൻ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140678" y="3664455"/>
            <a:ext cx="1191064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Nanmayallathonnum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cheythidaaththavan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thinmayaake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maayikkunnavan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Paapamellaam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marhakkunnavan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puthujeevanennil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pakarunnavan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8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avanaarilum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valiyavan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8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avanaarilum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mathiyaayavan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883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-9602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964978"/>
            <a:ext cx="12109938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കണ്ണുനീർ താഴ്വരകൾ ജീവജലനദിയാക്കുമവൻ</a:t>
            </a:r>
          </a:p>
          <a:p>
            <a:pPr>
              <a:lnSpc>
                <a:spcPct val="112000"/>
              </a:lnSpc>
            </a:pP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ലോകത്തിൻ ചങ്ങലകൾ </a:t>
            </a:r>
            <a:r>
              <a:rPr lang="en-US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മണിവീണയായ് തീർക്കുമവൻ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സീയോൻ യാത്രയതിൽ മോക്ഷമാർഗ്ഗമതിൽ -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സ്നേഹക്കൊടിക്കിഴിൽ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നയിക്കുമവൻ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867053"/>
            <a:ext cx="11898923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Kanhuneer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thaazhvarakalh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jeeva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jalanadhiyaakkumavan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Lokaththin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changalakalh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manhi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veenhayaay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theerkkumavan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Seeyon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yaathrayathil</a:t>
            </a:r>
            <a:r>
              <a:rPr lang="en-US" sz="3400" b="1" dirty="0">
                <a:solidFill>
                  <a:srgbClr val="002060"/>
                </a:solidFill>
              </a:rPr>
              <a:t> moksha </a:t>
            </a:r>
            <a:r>
              <a:rPr lang="en-US" sz="3400" b="1" dirty="0" err="1">
                <a:solidFill>
                  <a:srgbClr val="002060"/>
                </a:solidFill>
              </a:rPr>
              <a:t>maargamathil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Snehakkodikkeezhil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nayikkumavan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67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40677" y="483094"/>
            <a:ext cx="1191064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നന്മയല്ലാതൊന്നും ചെയ്തിടാത്തവൻ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തിന്മയാകെ മായിക്കുന്നവൻ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മറക്കുന്നവൻ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പുതുജീവനെന്നിൽ പകരുന്നവൻ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അവനാരിലും വലിയവൻ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അവനാരിലും മതിയായവൻ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140678" y="3664455"/>
            <a:ext cx="1191064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Nanmayallathonnum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cheythidaaththavan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thinmayaake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maayikkunnavan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Paapamellaam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marhakkunnavan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puthujeevanennil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pakarunnavan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8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avanaarilum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valiyavan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8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avanaarilum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mathiyaayavan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624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192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Kartika</vt:lpstr>
      <vt:lpstr>Office Theme</vt:lpstr>
      <vt:lpstr>467  നന്മയല്ലാതൊന്നും ചെയ്തിടാത്തവൻ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Nanma allathonnum cheythidaathavan</dc:title>
  <dc:creator>Acsah Mathews</dc:creator>
  <cp:lastModifiedBy>Acsah Mathews</cp:lastModifiedBy>
  <cp:revision>2</cp:revision>
  <dcterms:created xsi:type="dcterms:W3CDTF">2018-11-30T16:30:32Z</dcterms:created>
  <dcterms:modified xsi:type="dcterms:W3CDTF">2018-11-30T16:36:37Z</dcterms:modified>
</cp:coreProperties>
</file>