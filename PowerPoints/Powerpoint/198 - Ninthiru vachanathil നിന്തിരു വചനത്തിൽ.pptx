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0" r:id="rId3"/>
    <p:sldId id="273" r:id="rId4"/>
    <p:sldId id="274" r:id="rId5"/>
    <p:sldId id="275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40" d="100"/>
          <a:sy n="40" d="100"/>
        </p:scale>
        <p:origin x="72" y="8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6B6F0F-49D2-45D1-8741-07707CA87772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58FB3B-22BF-4263-B13C-B454D578A1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865A19-17E2-4077-812E-0D11270DD76C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441022-986C-4AC5-A3AF-D07525AD58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174577-0952-4A54-838C-FC5341BECA5D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5A2C9A-A479-4279-8EA3-E7FBBDE8F3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0714D4-61D9-4D06-A864-FF42286206B6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AA13D5-B168-450E-9B64-9CD29A476C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E033C1-6D29-455C-948B-C07FFF5AAD29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EB15A5-BCC5-4697-B6A5-653691BB31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391FA7-85F7-4FE0-913D-BE8F7F2ADC32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8CC78-472C-41AA-BA11-B00B77B13E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3AA47C-4B64-4092-93EE-F2E91E731587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DD21C1-BFDD-42FF-942E-F0DC3E8010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8F8CAB-65E9-4488-AC95-28F09C31641A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95F720-72EE-4119-91A8-C72184B39C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34C2A8-C09C-4755-9730-4ABFB1EB3815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4DFD3B-9B88-4508-88A5-C723CBBBFA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705361-F485-406E-9FC9-60029F2DB8FF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047319-F759-4A35-B7A5-D577733CC6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2A924-3ECA-4333-BBA5-E99D0A8D3CE1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2C340B-6BE6-47C4-809D-5C451651EC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05D69D2-0E66-46EA-BC28-203F1B6EE54A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AD1EE40-6106-4777-B999-A34D995955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EE39F-F849-4672-B532-424A960B92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198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നിന്തിരു വചനത്തിൽ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FC8F97-18BE-4305-8FE6-01EEE5DB22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14300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Nin </a:t>
            </a:r>
            <a:r>
              <a:rPr lang="en-US" sz="4000" b="1" dirty="0" err="1">
                <a:solidFill>
                  <a:schemeClr val="tx2"/>
                </a:solidFill>
              </a:rPr>
              <a:t>Thiru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vachanaththil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0E4103-D0BD-4BA0-9D78-571BB2E08FD6}"/>
              </a:ext>
            </a:extLst>
          </p:cNvPr>
          <p:cNvSpPr/>
          <p:nvPr/>
        </p:nvSpPr>
        <p:spPr>
          <a:xfrm>
            <a:off x="2438400" y="5130283"/>
            <a:ext cx="21547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>
                <a:solidFill>
                  <a:schemeClr val="accent2"/>
                </a:solidFill>
              </a:rPr>
              <a:t>(റ്റി. ജെ. വർക്കി)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F3BD96-9BFB-4701-8C57-DF4FF375E177}"/>
              </a:ext>
            </a:extLst>
          </p:cNvPr>
          <p:cNvSpPr/>
          <p:nvPr/>
        </p:nvSpPr>
        <p:spPr>
          <a:xfrm>
            <a:off x="8210602" y="5158357"/>
            <a:ext cx="15269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(T.J. </a:t>
            </a:r>
            <a:r>
              <a:rPr lang="en-US" dirty="0" err="1">
                <a:solidFill>
                  <a:schemeClr val="accent2"/>
                </a:solidFill>
              </a:rPr>
              <a:t>Varkey</a:t>
            </a:r>
            <a:r>
              <a:rPr lang="en-US" dirty="0">
                <a:solidFill>
                  <a:schemeClr val="accent2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98304861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459832" y="1327450"/>
            <a:ext cx="10732168" cy="2667000"/>
          </a:xfrm>
        </p:spPr>
        <p:txBody>
          <a:bodyPr anchor="t"/>
          <a:lstStyle/>
          <a:p>
            <a:pPr algn="l">
              <a:lnSpc>
                <a:spcPct val="114000"/>
              </a:lnSpc>
              <a:tabLst>
                <a:tab pos="350838" algn="l"/>
              </a:tabLst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നിന്തിരു വചനത്തിൽ നി-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ന്നത്ഭുതകാര്യങ്ങൾ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ചന്തമായ് ഗ്രഹിപ്പതിന്നു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നിൻതുണ നൽകീശോ!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198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26AE3A-0B0A-4FC2-9285-1D800940F9FB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559068-DCE0-4FF9-ABAB-6D4781C6EFCF}"/>
              </a:ext>
            </a:extLst>
          </p:cNvPr>
          <p:cNvSpPr/>
          <p:nvPr/>
        </p:nvSpPr>
        <p:spPr>
          <a:xfrm>
            <a:off x="0" y="3968115"/>
            <a:ext cx="10732168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Nin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Thiru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vachanaththil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- 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nnathbhutha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kaaryangalh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Chanthamaai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grahippathinnu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Ninthunha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nalkeeshô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459832" y="1327450"/>
            <a:ext cx="10732168" cy="2667000"/>
          </a:xfrm>
        </p:spPr>
        <p:txBody>
          <a:bodyPr anchor="t"/>
          <a:lstStyle/>
          <a:p>
            <a:pPr algn="l">
              <a:lnSpc>
                <a:spcPct val="114000"/>
              </a:lnSpc>
              <a:tabLst>
                <a:tab pos="350838" algn="l"/>
              </a:tabLst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അന്ധകാര രാജനെന്‍റെ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ചിന്ത കലക്കാതെ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കാന്താ നിൻ ചിന്തയെന്നിൽത-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ന്നാദ്യന്തം പാലിക്ക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198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26AE3A-0B0A-4FC2-9285-1D800940F9FB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559068-DCE0-4FF9-ABAB-6D4781C6EFCF}"/>
              </a:ext>
            </a:extLst>
          </p:cNvPr>
          <p:cNvSpPr/>
          <p:nvPr/>
        </p:nvSpPr>
        <p:spPr>
          <a:xfrm>
            <a:off x="0" y="3968115"/>
            <a:ext cx="10732168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Andhakaara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raajanentey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Chintha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kalakkaathey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Kaanthaa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chinthayenniltha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nnaadyantham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paalikka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0771207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459832" y="1327450"/>
            <a:ext cx="10732168" cy="2667000"/>
          </a:xfrm>
        </p:spPr>
        <p:txBody>
          <a:bodyPr anchor="t"/>
          <a:lstStyle/>
          <a:p>
            <a:pPr algn="l">
              <a:lnSpc>
                <a:spcPct val="114000"/>
              </a:lnSpc>
              <a:tabLst>
                <a:tab pos="350838" algn="l"/>
              </a:tabLst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സത്യവചനത്തിൽ നിന്നു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നിത്യജീവ വാക്യം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ചിത്തേ പതിപ്പിച്ചീടുക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ശുദ്ധാത്മ നായകാ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198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26AE3A-0B0A-4FC2-9285-1D800940F9FB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559068-DCE0-4FF9-ABAB-6D4781C6EFCF}"/>
              </a:ext>
            </a:extLst>
          </p:cNvPr>
          <p:cNvSpPr/>
          <p:nvPr/>
        </p:nvSpPr>
        <p:spPr>
          <a:xfrm>
            <a:off x="0" y="3968115"/>
            <a:ext cx="10732168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Sathya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vachanaththil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Nithya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jeeva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vaakyam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Chiththey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pathippichcheeduka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Shudhdhaathma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Naayaka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1118424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459832" y="1327450"/>
            <a:ext cx="10732168" cy="2667000"/>
          </a:xfrm>
        </p:spPr>
        <p:txBody>
          <a:bodyPr anchor="t"/>
          <a:lstStyle/>
          <a:p>
            <a:pPr algn="l">
              <a:lnSpc>
                <a:spcPct val="114000"/>
              </a:lnSpc>
              <a:tabLst>
                <a:tab pos="350838" algn="l"/>
              </a:tabLst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വിശ്വാസത്തോടെന്നുള്ളിൽ നിൻ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നിശ്വാസമൊഴികൾ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നിശ്ചയമായ് കലർന്നെ നി-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ക്കാശ്വാസമുണ്ടാവാൻ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198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26AE3A-0B0A-4FC2-9285-1D800940F9FB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559068-DCE0-4FF9-ABAB-6D4781C6EFCF}"/>
              </a:ext>
            </a:extLst>
          </p:cNvPr>
          <p:cNvSpPr/>
          <p:nvPr/>
        </p:nvSpPr>
        <p:spPr>
          <a:xfrm>
            <a:off x="0" y="3968115"/>
            <a:ext cx="10732168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Vishwaasaththodennullhil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Nishwaasa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mozhikalh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Nishchayamaai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kalarnney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kkaashwaasa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mundaavaan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1572971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842</TotalTime>
  <Words>74</Words>
  <Application>Microsoft Office PowerPoint</Application>
  <PresentationFormat>Widescreen</PresentationFormat>
  <Paragraphs>32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Kartika</vt:lpstr>
      <vt:lpstr>Office Theme</vt:lpstr>
      <vt:lpstr>198 നിന്തിരു വചനത്തിൽ</vt:lpstr>
      <vt:lpstr>നിന്തിരു വചനത്തിൽ നി- ന്നത്ഭുതകാര്യങ്ങൾ  ചന്തമായ് ഗ്രഹിപ്പതിന്നു  നിൻതുണ നൽകീശോ!</vt:lpstr>
      <vt:lpstr>അന്ധകാര രാജനെന്‍റെ  ചിന്ത കലക്കാതെ  കാന്താ നിൻ ചിന്തയെന്നിൽത- ന്നാദ്യന്തം പാലിക്ക</vt:lpstr>
      <vt:lpstr>സത്യവചനത്തിൽ നിന്നു  നിത്യജീവ വാക്യം  ചിത്തേ പതിപ്പിച്ചീടുക  ശുദ്ധാത്മ നായകാ</vt:lpstr>
      <vt:lpstr>വിശ്വാസത്തോടെന്നുള്ളിൽ നിൻ  നിശ്വാസമൊഴികൾ  നിശ്ചയമായ് കലർന്നെ നി- ക്കാശ്വാസമുണ്ടാവാൻ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Ninthiru vachanathil</dc:title>
  <dc:creator>Digital Input:; GM JOHN; Acsah Mathews</dc:creator>
  <cp:lastModifiedBy>Acsah Mathews</cp:lastModifiedBy>
  <cp:revision>286</cp:revision>
  <dcterms:created xsi:type="dcterms:W3CDTF">2013-04-19T09:19:07Z</dcterms:created>
  <dcterms:modified xsi:type="dcterms:W3CDTF">2018-11-07T19:25:19Z</dcterms:modified>
</cp:coreProperties>
</file>