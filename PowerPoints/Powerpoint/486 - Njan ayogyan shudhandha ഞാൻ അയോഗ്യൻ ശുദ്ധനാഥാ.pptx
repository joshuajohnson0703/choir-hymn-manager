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6CCE-FF7F-43DF-8F7F-4CD26B3C3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13706-1193-48D9-B29E-B3C219CCF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0598D-6D20-4330-9EDA-D288F234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34F76-81C7-43AD-941F-D724ADE5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DA09A-AE04-42DF-9CFB-C7E62A87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3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BD71-29DF-4290-8FEC-32C850D9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870B6-DA94-4322-99D4-27EE9D72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E6607-256E-438D-B295-909D04686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619E0-37BA-4F90-B8B0-9D839B0E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34D03-134C-4C2D-A685-04CEB249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1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33CCC-E304-43FE-9B0D-4CE96F582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8BA10-A616-48A8-B701-FDBCC783E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2F372-F1CF-4158-AFA7-2BE92D1F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64080-C8E5-4349-B30E-7D4D2338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DC5E9-B278-4A98-9DB9-404875DA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10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FB12-CF03-4E0B-8B27-ACC9C676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360D9-652E-4866-B018-63FE07ABB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B743C-A29F-4245-A9FB-23D9DF97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AC2D7-3DD0-4B80-B534-1E06FA8F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7E062-02B0-4A26-8623-797FAED9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4ABA0-BD4A-4097-B6BA-E1C8D994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8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B04B-14B5-44D0-9892-02A52756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A2EBB-4CC8-4943-A3D9-7918CC1C0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709F2-239E-43AA-AF1F-DD1379FF9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BAA15-3763-4076-B3C0-A5C80FA14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ECCD4-99AD-4145-ACCF-62CEF67B8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510A6-FB0B-498D-AE9F-461170DB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AAD94-2A1C-459C-B34B-0A9CF292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DCBF1-97BB-4316-8473-03B4A12D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3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1892-5EB4-48AE-A3E3-B9D16F72C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B63D3-D23F-4CC9-AA5E-78674C44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DB67-2F4B-42A4-9C11-C2499B9D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B4D81-B0BA-4989-AB86-382AA4E2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0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DA98F-6991-4036-B5E2-C5117B9F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190CF-0CB6-41B9-9F66-7BC4D534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7BE6B-E9C0-4258-BC36-E7AA4583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45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0501-141A-4734-AC58-D4837027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466E7-5472-4BF7-B30F-963A8D2D9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2B09B-7F8E-4C5F-8F84-361EBB564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31C27-A4B2-4B65-969A-32A495725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A196D-BE11-4317-BDB8-8241A382D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FA036-B26B-4DE3-8DF8-212203D3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9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5591-F211-4E67-A28C-D76DD415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9C9F7-8F69-4B96-B198-213DC14CD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1CA78-66AD-48DA-84F4-AE08B6D42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2A4AF-15CA-4273-ACA1-AF9D48B0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1BC5C-9016-4D78-B746-77C74333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CCB5E-150E-4852-8179-F237E3DA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78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3B59-E3B2-4B9F-94CE-FCD9CDB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C531F-7F6A-4F77-A540-FC72979CE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57C9F-DA4E-41B4-9C32-77034B09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4C76B-1779-4DBC-9205-6B7AFCC3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CB98-ECE3-4841-8BAC-393F46A5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1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FC0796-BB00-4B24-A4AC-FAA241A30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B96AC-7E51-4568-974C-AC7BCC3BB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EF56-6526-4974-AC81-A5151843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2C60F-FCFD-4955-97D7-07EDE8B1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B0C3E-5778-4E77-928B-F524FA92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5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6BB55-BEC0-4FAA-9CE3-130E20735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3D3CC-B792-41F5-AC02-3AB3227D1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7831-4C00-40C2-B9DA-E3FEBA566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4BDA5-DDC5-4D48-A5E4-AEDD35495F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6794C-E973-424F-9DAB-FE2E78702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21900-1E46-48BA-AD64-AB9B31FC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73A4F-B1C5-415A-BC2F-33F2DB9AF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7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486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അയോഗ്യൻ ശുദ്ധനാഥാ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Njan </a:t>
            </a:r>
            <a:r>
              <a:rPr lang="en-US" sz="4000" b="1" dirty="0" err="1">
                <a:solidFill>
                  <a:srgbClr val="002060"/>
                </a:solidFill>
              </a:rPr>
              <a:t>ayogyan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shudhanadha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chemeClr val="accent1">
                    <a:lumMod val="75000"/>
                  </a:schemeClr>
                </a:solidFill>
              </a:rPr>
              <a:t>I am not worthy, Holy Lord </a:t>
            </a:r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– W. Hurst</a:t>
            </a: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119550"/>
            <a:ext cx="11271741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അയോഗ്യൻ ശുദ്ധനാഥാ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നീയെൻ ചാരെ വരാൻ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കല്പന ഒന്നല്ലോ വേണ്ടു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പാപിയെ മോചിപ്പാൻ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46536" y="3725693"/>
            <a:ext cx="11013833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Njan </a:t>
            </a:r>
            <a:r>
              <a:rPr lang="en-US" sz="3600" b="1" dirty="0" err="1">
                <a:solidFill>
                  <a:srgbClr val="002060"/>
                </a:solidFill>
              </a:rPr>
              <a:t>ayogyan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shudhanaadhaa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Neeyen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chaare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Kalpana </a:t>
            </a:r>
            <a:r>
              <a:rPr lang="en-US" sz="3600" b="1" dirty="0" err="1">
                <a:solidFill>
                  <a:srgbClr val="002060"/>
                </a:solidFill>
              </a:rPr>
              <a:t>onnallo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vendu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Paapiye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mochippaan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119550"/>
            <a:ext cx="11271741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അയോഗ്യൻ എന്‍ ദേഹിയില്‍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വാസം നീചക്കുടില്‍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നീയതിൽ വരുമോ നാഥാ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വാക്കിനാൽ ശുദ്ധി താ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46536" y="3725693"/>
            <a:ext cx="11013833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Njan </a:t>
            </a:r>
            <a:r>
              <a:rPr lang="en-US" sz="3600" b="1" dirty="0" err="1">
                <a:solidFill>
                  <a:srgbClr val="002060"/>
                </a:solidFill>
              </a:rPr>
              <a:t>ayogyan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dehiyil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Vaasam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neechakkudil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Neeyathil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varumo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Vaakkinaal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shudhi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3961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119550"/>
            <a:ext cx="11271741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അയോഗ്യൻ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,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എങ്കിലും ഞാന്‍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മുടക്കാമോ നിന്നെ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വിലയായ് തിരുജഡ-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രക്തം കൊടുത്തോനേ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46536" y="3725693"/>
            <a:ext cx="11013833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Njan </a:t>
            </a:r>
            <a:r>
              <a:rPr lang="en-US" sz="3600" b="1" dirty="0" err="1">
                <a:solidFill>
                  <a:srgbClr val="002060"/>
                </a:solidFill>
              </a:rPr>
              <a:t>ayogyan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enkilum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Mudakkaamo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En </a:t>
            </a:r>
            <a:r>
              <a:rPr lang="en-US" sz="3600" b="1" dirty="0" err="1">
                <a:solidFill>
                  <a:srgbClr val="002060"/>
                </a:solidFill>
              </a:rPr>
              <a:t>vilayaai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thiru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jada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Raktham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koduththone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6086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119550"/>
            <a:ext cx="11271741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നല്ലൊരീസമയം വന്നു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ദിവ്യാഹാരം നൽകി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വല്ലാത്തെന്‍ നെഞ്ചിൽ നിന്‍ ശക്തി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സ്നേഹം നിറയ്ക്കുകെ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46536" y="3725693"/>
            <a:ext cx="11013833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Nalloree-samayam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Divya-ahaaram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nalki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Vallaaththen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nenjil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shakthi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Sneham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niraykkuka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6015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486 ഞാൻ അയോഗ്യൻ ശുദ്ധനാഥാ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Njan ayogyan shudhanadha</dc:title>
  <dc:creator>Acsah Mathews</dc:creator>
  <cp:lastModifiedBy>Acsah Mathews</cp:lastModifiedBy>
  <cp:revision>1</cp:revision>
  <dcterms:created xsi:type="dcterms:W3CDTF">2018-12-03T14:38:21Z</dcterms:created>
  <dcterms:modified xsi:type="dcterms:W3CDTF">2018-12-03T14:39:35Z</dcterms:modified>
</cp:coreProperties>
</file>