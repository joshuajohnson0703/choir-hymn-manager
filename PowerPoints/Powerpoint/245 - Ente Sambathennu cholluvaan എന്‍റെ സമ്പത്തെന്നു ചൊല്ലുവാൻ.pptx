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1" r:id="rId3"/>
    <p:sldId id="276" r:id="rId4"/>
    <p:sldId id="283" r:id="rId5"/>
    <p:sldId id="277" r:id="rId6"/>
    <p:sldId id="284" r:id="rId7"/>
    <p:sldId id="278" r:id="rId8"/>
    <p:sldId id="285" r:id="rId9"/>
    <p:sldId id="279" r:id="rId10"/>
    <p:sldId id="286" r:id="rId11"/>
    <p:sldId id="280" r:id="rId12"/>
    <p:sldId id="287" r:id="rId13"/>
    <p:sldId id="281" r:id="rId14"/>
    <p:sldId id="288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7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C4B56-7C0A-4076-AEC9-7F5559D6FDFD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C04EDF-690F-44F1-80B4-4E25E63FA5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F7D77-F315-4C78-945D-C60FB698E2A0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2E1FB-064C-439C-B0B7-AF4C75047B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B76523-F09E-470E-BC24-5B9127C32FF4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ACBCB4-9D6D-4C81-B731-450F4C23CC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15BFC0-18D6-4904-87D2-405CEDC80E03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A3DE6B-D67D-4241-8405-D2D6D1E9E4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C47E8-5EF9-451F-9308-92B9CAAA136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449F0-731F-4399-AFD8-7C8CA45DBA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5CB77B-B69F-4BF5-BDF8-096D487D913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79369-06D4-4166-93D5-93051D2B3A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03A9E1-4821-4CC2-BED0-152AE53E80DD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4336D-003A-4CB1-8266-F2E5D6F9FE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4D1946-B2F6-4D15-980F-E26845FD640D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F91F6-EDD7-4290-AC16-8278035894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E9905D-5449-4D69-A907-A843021315F8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DA8E5-0778-411F-869F-1831E2BF52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EA267B-6A98-4968-B94A-218D138F04C0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1513D5-7C7E-48D2-ABBF-768C44DD97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C1ACA-BE4B-40A2-9D74-452B29CA6D47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F5AF6-CEF0-4D19-A302-2BBB9557D2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EB05621-619C-481B-B487-11D02F9C7F18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A2B08D4-44FF-47D8-843E-353B1A08FE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227A-52F3-4210-94F4-9629E7FC1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245</a:t>
            </a:r>
            <a:br>
              <a:rPr lang="en-US" dirty="0"/>
            </a:br>
            <a:r>
              <a:rPr lang="ml-IN" b="1" spc="-300" dirty="0">
                <a:latin typeface="Kartika" panose="02020503030404060203" pitchFamily="18" charset="0"/>
              </a:rPr>
              <a:t>എന്‍റെ സമ്പത്തെന്നു ചൊല്ലുവാൻ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06486-1270-4A3C-BF0D-C7BF68902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Ente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sambathennu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cholluvaan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C792A4-5E7B-4BF1-B567-70BBBB156D49}"/>
              </a:ext>
            </a:extLst>
          </p:cNvPr>
          <p:cNvSpPr/>
          <p:nvPr/>
        </p:nvSpPr>
        <p:spPr>
          <a:xfrm>
            <a:off x="762000" y="4876800"/>
            <a:ext cx="57486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  <a:latin typeface="Arial" panose="020B0604020202020204" pitchFamily="34" charset="0"/>
              </a:rPr>
              <a:t>(മൂത്താമ്പാക്കൽ കൊച്ചുകുഞ്ഞ് ഉപദേശി)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7B8A75-5DEB-4BD4-BA50-212C6CE04A5D}"/>
              </a:ext>
            </a:extLst>
          </p:cNvPr>
          <p:cNvSpPr/>
          <p:nvPr/>
        </p:nvSpPr>
        <p:spPr>
          <a:xfrm>
            <a:off x="6876620" y="4876800"/>
            <a:ext cx="46602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Muthampakkal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Kochukunju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Upadeshi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83668826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1999" cy="3276600"/>
          </a:xfrm>
        </p:spPr>
        <p:txBody>
          <a:bodyPr anchor="t"/>
          <a:lstStyle/>
          <a:p>
            <a:pPr defTabSz="469900"/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സമ്പത്തെന്നു ചൊല്ലുവാൻ 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വേറെയില്ലൊന്നും</a:t>
            </a:r>
            <a:b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മാത്രം സമ്പത്താകുന്നു</a:t>
            </a:r>
            <a:b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ചാവിനെ വെന്നുയിർത്തവൻ വാന ലോകമതിൽ ചെന്നു</a:t>
            </a:r>
            <a:b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സാധുവെന്നെയോർത്തു നിത്യം താതനോടു യാചിക്കുന്നു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-എന്‍റെ......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14AE4-4E32-4440-A395-0D1432BCFE9F}"/>
              </a:ext>
            </a:extLst>
          </p:cNvPr>
          <p:cNvSpPr/>
          <p:nvPr/>
        </p:nvSpPr>
        <p:spPr>
          <a:xfrm>
            <a:off x="0" y="3721900"/>
            <a:ext cx="12169698" cy="2602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sambathennu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cholluvaan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verheyillonnum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sambathaakunnu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 </a:t>
            </a:r>
          </a:p>
          <a:p>
            <a:pPr algn="ctr">
              <a:lnSpc>
                <a:spcPct val="110000"/>
              </a:lnSpc>
            </a:pPr>
            <a:endParaRPr lang="en-US" sz="1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Chaavine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vennuyirhthavan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vaanalokamathil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Saadhuvenne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thaathanodu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yaachikunnu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3915"/>
            <a:ext cx="12191999" cy="2743200"/>
          </a:xfrm>
        </p:spPr>
        <p:txBody>
          <a:bodyPr anchor="t"/>
          <a:lstStyle/>
          <a:p>
            <a:pPr algn="l" defTabSz="4699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ക്രൂശിൽ മരിച്ചീശനെൻ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പേർക്കായ് വീണ്ടെടുത്തെന്നെ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 കനാൻ നാട്ടിൽ ആക്കുവാൻ...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പാപം നീങ്ങി ശാപം മാറി മൃത്യുവിന്മേൽ ജയമേകി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വേഗം വരാമെന്നുരച്ചിട്ടാമയം തീർത്താശ നല്കി...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എന്‍റെ......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14AE4-4E32-4440-A395-0D1432BCFE9F}"/>
              </a:ext>
            </a:extLst>
          </p:cNvPr>
          <p:cNvSpPr/>
          <p:nvPr/>
        </p:nvSpPr>
        <p:spPr>
          <a:xfrm>
            <a:off x="0" y="3721900"/>
            <a:ext cx="12169698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maricheeshanen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perkkaai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veendeduthenne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Swargakanaan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naattilaakkuvaan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neengi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shaapam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mrithyuvinmel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jayameki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ennurachittaamayam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theerthaasham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	   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7158133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2301" y="1524000"/>
            <a:ext cx="12191999" cy="1905000"/>
          </a:xfrm>
        </p:spPr>
        <p:txBody>
          <a:bodyPr anchor="t"/>
          <a:lstStyle/>
          <a:p>
            <a:pPr defTabSz="469900">
              <a:lnSpc>
                <a:spcPct val="150000"/>
              </a:lnSpc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സമ്പത്തെന്നു ചൊല്ലുവാൻ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വേറെയില്ലൊന്നും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മാത്രം സമ്പത്താകുന്നു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14AE4-4E32-4440-A395-0D1432BCFE9F}"/>
              </a:ext>
            </a:extLst>
          </p:cNvPr>
          <p:cNvSpPr/>
          <p:nvPr/>
        </p:nvSpPr>
        <p:spPr>
          <a:xfrm>
            <a:off x="0" y="3438293"/>
            <a:ext cx="12169698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sambathennu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cholluvaan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verheyillonnum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sambathaakunnu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024552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3915"/>
            <a:ext cx="12191999" cy="2743200"/>
          </a:xfrm>
        </p:spPr>
        <p:txBody>
          <a:bodyPr anchor="t"/>
          <a:lstStyle/>
          <a:p>
            <a:pPr algn="l" defTabSz="4699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തന്‍റെ പേർക്കായ് സർവ്വസമ്പത്തും - യാഗമായ് വച്ചി-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ട്ടെന്നെന്നേക്കും തന്നിൽ പ്രേമമായ്...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തന്‍റെ വേല ചെയ്തുകൊണ്ടും എന്‍റെ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ക്രൂശു ചുമന്നിട്ടും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പ്രാണപ്രിയൻ സേവയിൽ എൻ ആയുസ്സെല്ലാം കഴിച്ചിടും 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എന്‍റെ......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14AE4-4E32-4440-A395-0D1432BCFE9F}"/>
              </a:ext>
            </a:extLst>
          </p:cNvPr>
          <p:cNvSpPr/>
          <p:nvPr/>
        </p:nvSpPr>
        <p:spPr>
          <a:xfrm>
            <a:off x="0" y="3721900"/>
            <a:ext cx="12169698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perkkai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yaagamaai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vacchi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Ttennannekkum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premamaai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vela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kondum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chumannittum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Praanha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sevayil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aayussellaam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kazhicheedum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	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8078047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2301" y="1524000"/>
            <a:ext cx="12191999" cy="1905000"/>
          </a:xfrm>
        </p:spPr>
        <p:txBody>
          <a:bodyPr anchor="t"/>
          <a:lstStyle/>
          <a:p>
            <a:pPr defTabSz="469900">
              <a:lnSpc>
                <a:spcPct val="150000"/>
              </a:lnSpc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സമ്പത്തെന്നു ചൊല്ലുവാൻ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വേറെയില്ലൊന്നും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മാത്രം സമ്പത്താകുന്നു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14AE4-4E32-4440-A395-0D1432BCFE9F}"/>
              </a:ext>
            </a:extLst>
          </p:cNvPr>
          <p:cNvSpPr/>
          <p:nvPr/>
        </p:nvSpPr>
        <p:spPr>
          <a:xfrm>
            <a:off x="0" y="3438293"/>
            <a:ext cx="12169698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sambathennu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cholluvaan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verheyillonnum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sambathaakunnu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919491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3915"/>
            <a:ext cx="12191999" cy="2743200"/>
          </a:xfrm>
        </p:spPr>
        <p:txBody>
          <a:bodyPr anchor="t"/>
          <a:lstStyle/>
          <a:p>
            <a:pPr algn="l" defTabSz="4699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 ദാസൻ എന്നു ചൊല്ലുന്നാൾ തന്‍റെ മുമ്പാകെ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ലജ്ജിതനായ്‌ തീർന്നു പോകാതെ...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നന്ദിയോടെൻ പ്രിയൻ മുൻപിൽ പ്രേമ കണ്ണീർ ചൊരിഞ്ഞീടാൻ</a:t>
            </a:r>
            <a:br>
              <a:rPr lang="en-US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ഭാഗ്യമേറും മഹോത്സവ വാഴ്ച്ചകാലം വരുന്നല്ലോ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എന്‍റെ......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14AE4-4E32-4440-A395-0D1432BCFE9F}"/>
              </a:ext>
            </a:extLst>
          </p:cNvPr>
          <p:cNvSpPr/>
          <p:nvPr/>
        </p:nvSpPr>
        <p:spPr>
          <a:xfrm>
            <a:off x="0" y="3721900"/>
            <a:ext cx="12169698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Nalladaasan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chollunaalh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mumbaake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Lajjithanaai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theernnupokaathe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Nanniyoden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mumbil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premakannheer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chorinjeedaan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Bhaagyamerhum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mahothsava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vaazhchakaalam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varunnallo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		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6677452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2301" y="1524000"/>
            <a:ext cx="12191999" cy="1905000"/>
          </a:xfrm>
        </p:spPr>
        <p:txBody>
          <a:bodyPr anchor="t"/>
          <a:lstStyle/>
          <a:p>
            <a:pPr defTabSz="469900">
              <a:lnSpc>
                <a:spcPct val="150000"/>
              </a:lnSpc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സമ്പത്തെന്നു ചൊല്ലുവാൻ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വേറെയില്ലൊന്നും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മാത്രം സമ്പത്താകുന്നു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14AE4-4E32-4440-A395-0D1432BCFE9F}"/>
              </a:ext>
            </a:extLst>
          </p:cNvPr>
          <p:cNvSpPr/>
          <p:nvPr/>
        </p:nvSpPr>
        <p:spPr>
          <a:xfrm>
            <a:off x="0" y="3438293"/>
            <a:ext cx="12169698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sambathennu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cholluvaan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verheyillonnum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sambathaakunnu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778803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3915"/>
            <a:ext cx="12191999" cy="2743200"/>
          </a:xfrm>
        </p:spPr>
        <p:txBody>
          <a:bodyPr anchor="t"/>
          <a:lstStyle/>
          <a:p>
            <a:pPr algn="l" defTabSz="4699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കുഞ്ഞാടാകും എന്‍റെ പ്രിയന്‍റെ സിയോൻ പുരിയിൽ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ചെന്നു ചേരാൻ ഭാഗ്യമുണ്ടെങ്കിൽ...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 മെന്നെ ത്യജിച്ചാലും ദേഹമെല്ലാം ക്ഷയിച്ചാലും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ക്ലേശമെന്നിൽ ലേശമില്ലാതീശനെ ഞാൻ പിൻ തുടരും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എന്‍റെ......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14AE4-4E32-4440-A395-0D1432BCFE9F}"/>
              </a:ext>
            </a:extLst>
          </p:cNvPr>
          <p:cNvSpPr/>
          <p:nvPr/>
        </p:nvSpPr>
        <p:spPr>
          <a:xfrm>
            <a:off x="0" y="3721900"/>
            <a:ext cx="12169698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Kunjaadakum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seeyon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puriyil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bhaagyamundenkil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Lokamenne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thyajichaalum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dehamellaam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kshayichaalum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Kleshamennil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leshamillatheeshane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pinthudarum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				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0376598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2301" y="1524000"/>
            <a:ext cx="12191999" cy="1905000"/>
          </a:xfrm>
        </p:spPr>
        <p:txBody>
          <a:bodyPr anchor="t"/>
          <a:lstStyle/>
          <a:p>
            <a:pPr defTabSz="469900">
              <a:lnSpc>
                <a:spcPct val="150000"/>
              </a:lnSpc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സമ്പത്തെന്നു ചൊല്ലുവാൻ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വേറെയില്ലൊന്നും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മാത്രം സമ്പത്താകുന്നു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14AE4-4E32-4440-A395-0D1432BCFE9F}"/>
              </a:ext>
            </a:extLst>
          </p:cNvPr>
          <p:cNvSpPr/>
          <p:nvPr/>
        </p:nvSpPr>
        <p:spPr>
          <a:xfrm>
            <a:off x="0" y="3438293"/>
            <a:ext cx="12169698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sambathennu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cholluvaan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verheyillonnum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sambathaakunnu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884552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3915"/>
            <a:ext cx="12191999" cy="2743200"/>
          </a:xfrm>
        </p:spPr>
        <p:txBody>
          <a:bodyPr anchor="t"/>
          <a:lstStyle/>
          <a:p>
            <a:pPr algn="l" defTabSz="4699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ദേശം ഇദ്ധരയല്ല - അന്യനായ് സാധു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ഹാമിൻദേശം വിട്ടുപോകുന്നു-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മേലിലെറുശലേമെന്നെ ചേർത്തുകൊൾവാനൊരുങ്ങിത്തൻ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ശോഭയേറും വാതിലുകളെനിക്കായിട്ടുയർത്തുന്നു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എന്‍റെ......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14AE4-4E32-4440-A395-0D1432BCFE9F}"/>
              </a:ext>
            </a:extLst>
          </p:cNvPr>
          <p:cNvSpPr/>
          <p:nvPr/>
        </p:nvSpPr>
        <p:spPr>
          <a:xfrm>
            <a:off x="0" y="3721900"/>
            <a:ext cx="12169698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5. Ente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desham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idhdhareyalla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anyanaai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saadhu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Haamin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desham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vittu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pokunnu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Melilerhushalemenne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kollhvaanorungi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Shobhayerhum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vaathilukalh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enikkaayittuyarthunnu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		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4621980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2301" y="1524000"/>
            <a:ext cx="12191999" cy="1905000"/>
          </a:xfrm>
        </p:spPr>
        <p:txBody>
          <a:bodyPr anchor="t"/>
          <a:lstStyle/>
          <a:p>
            <a:pPr defTabSz="469900">
              <a:lnSpc>
                <a:spcPct val="150000"/>
              </a:lnSpc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സമ്പത്തെന്നു ചൊല്ലുവാൻ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വേറെയില്ലൊന്നും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മാത്രം സമ്പത്താകുന്നു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14AE4-4E32-4440-A395-0D1432BCFE9F}"/>
              </a:ext>
            </a:extLst>
          </p:cNvPr>
          <p:cNvSpPr/>
          <p:nvPr/>
        </p:nvSpPr>
        <p:spPr>
          <a:xfrm>
            <a:off x="0" y="3438293"/>
            <a:ext cx="12169698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sambathennu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cholluvaan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verheyillonnum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sambathaakunnu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763139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3915"/>
            <a:ext cx="12191999" cy="2743200"/>
          </a:xfrm>
        </p:spPr>
        <p:txBody>
          <a:bodyPr anchor="t"/>
          <a:lstStyle/>
          <a:p>
            <a:pPr algn="l" defTabSz="4699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രാജാവെഴുന്നള്ളുമ്പോൾ - തന്‍റെ മുൻപാകെ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ശോഭയേറും രാജ്ഞിയായി ത്തൻ...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9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മാർവിലെന്നെ ചേർത്തീടും തൻ</a:t>
            </a:r>
            <a:r>
              <a:rPr lang="en-US" sz="29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9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പൊന്നു മാർവ്വിൽ മുത്തീടും ഞാൻ</a:t>
            </a:r>
            <a:br>
              <a:rPr lang="en-US" sz="29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ഹാ! എനിക്കീ മഹാ ഭാഗ്യം ദൈവമേ നീ ഒരുക്കിയേ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എന്‍റെ......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14AE4-4E32-4440-A395-0D1432BCFE9F}"/>
              </a:ext>
            </a:extLst>
          </p:cNvPr>
          <p:cNvSpPr/>
          <p:nvPr/>
        </p:nvSpPr>
        <p:spPr>
          <a:xfrm>
            <a:off x="0" y="3721900"/>
            <a:ext cx="12169698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6. Ente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raajavezhunnellhumbolh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mumbaake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Shobhayerhum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raagniyaayi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Maarvilenne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cherththidum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ponnumaarvil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mutthidum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mahaabhaagyam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orukkiye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	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047675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2301" y="1524000"/>
            <a:ext cx="12191999" cy="1905000"/>
          </a:xfrm>
        </p:spPr>
        <p:txBody>
          <a:bodyPr anchor="t"/>
          <a:lstStyle/>
          <a:p>
            <a:pPr defTabSz="469900">
              <a:lnSpc>
                <a:spcPct val="150000"/>
              </a:lnSpc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സമ്പത്തെന്നു ചൊല്ലുവാൻ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വേറെയില്ലൊന്നും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മാത്രം സമ്പത്താകുന്നു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20400" y="0"/>
            <a:ext cx="1371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14AE4-4E32-4440-A395-0D1432BCFE9F}"/>
              </a:ext>
            </a:extLst>
          </p:cNvPr>
          <p:cNvSpPr/>
          <p:nvPr/>
        </p:nvSpPr>
        <p:spPr>
          <a:xfrm>
            <a:off x="0" y="3438293"/>
            <a:ext cx="12169698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sambathennu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cholluvaan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verheyillonnum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sambathaakunnu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17435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295</Words>
  <Application>Microsoft Office PowerPoint</Application>
  <PresentationFormat>Widescreen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Kartika</vt:lpstr>
      <vt:lpstr>Office Theme</vt:lpstr>
      <vt:lpstr>245 എന്‍റെ സമ്പത്തെന്നു ചൊല്ലുവാൻ</vt:lpstr>
      <vt:lpstr>എന്‍റെ സമ്പത്തെന്നു ചൊല്ലുവാൻ – വേറെയില്ലൊന്നും യേശു മാത്രം സമ്പത്താകുന്നു  ചാവിനെ വെന്നുയിർത്തവൻ വാന ലോകമതിൽ ചെന്നു സാധുവെന്നെയോർത്തു നിത്യം താതനോടു യാചിക്കുന്നു               -എന്‍റെ...... </vt:lpstr>
      <vt:lpstr>ക്രൂശിൽ മരിച്ചീശനെൻ പേർക്കായ് വീണ്ടെടുത്തെന്നെ സ്വർഗ്ഗ കനാൻ നാട്ടിൽ ആക്കുവാൻ... പാപം നീങ്ങി ശാപം മാറി മൃത്യുവിന്മേൽ ജയമേകി വേഗം വരാമെന്നുരച്ചിട്ടാമയം തീർത്താശ നല്കി...                      – എന്‍റെ......</vt:lpstr>
      <vt:lpstr>എന്‍റെ സമ്പത്തെന്നു ചൊല്ലുവാൻ – വേറെയില്ലൊന്നും യേശു മാത്രം സമ്പത്താകുന്നു</vt:lpstr>
      <vt:lpstr>തന്‍റെ പേർക്കായ് സർവ്വസമ്പത്തും - യാഗമായ് വച്ചി- ട്ടെന്നെന്നേക്കും തന്നിൽ പ്രേമമായ്... തന്‍റെ വേല ചെയ്തുകൊണ്ടും എന്‍റെ ക്രൂശു ചുമന്നിട്ടും പ്രാണപ്രിയൻ സേവയിൽ എൻ ആയുസ്സെല്ലാം കഴിച്ചിടും                       – എന്‍റെ......</vt:lpstr>
      <vt:lpstr>എന്‍റെ സമ്പത്തെന്നു ചൊല്ലുവാൻ – വേറെയില്ലൊന്നും യേശു മാത്രം സമ്പത്താകുന്നു</vt:lpstr>
      <vt:lpstr>നല്ല ദാസൻ എന്നു ചൊല്ലുന്നാൾ തന്‍റെ മുമ്പാകെ ലജ്ജിതനായ്‌ തീർന്നു പോകാതെ... നന്ദിയോടെൻ പ്രിയൻ മുൻപിൽ പ്രേമ കണ്ണീർ ചൊരിഞ്ഞീടാൻ ഭാഗ്യമേറും മഹോത്സവ വാഴ്ച്ചകാലം വരുന്നല്ലോ                     – എന്‍റെ......</vt:lpstr>
      <vt:lpstr>എന്‍റെ സമ്പത്തെന്നു ചൊല്ലുവാൻ – വേറെയില്ലൊന്നും യേശു മാത്രം സമ്പത്താകുന്നു</vt:lpstr>
      <vt:lpstr>കുഞ്ഞാടാകും എന്‍റെ പ്രിയന്‍റെ സിയോൻ പുരിയിൽ ചെന്നു ചേരാൻ ഭാഗ്യമുണ്ടെങ്കിൽ... ലോക മെന്നെ ത്യജിച്ചാലും ദേഹമെല്ലാം ക്ഷയിച്ചാലും ക്ലേശമെന്നിൽ ലേശമില്ലാതീശനെ ഞാൻ പിൻ തുടരും                      – എന്‍റെ......</vt:lpstr>
      <vt:lpstr>എന്‍റെ സമ്പത്തെന്നു ചൊല്ലുവാൻ – വേറെയില്ലൊന്നും യേശു മാത്രം സമ്പത്താകുന്നു</vt:lpstr>
      <vt:lpstr>എന്‍റെ ദേശം ഇദ്ധരയല്ല - അന്യനായ് സാധു  ഹാമിൻദേശം വിട്ടുപോകുന്നു- മേലിലെറുശലേമെന്നെ ചേർത്തുകൊൾവാനൊരുങ്ങിത്തൻ ശോഭയേറും വാതിലുകളെനിക്കായിട്ടുയർത്തുന്നു                     – എന്‍റെ......</vt:lpstr>
      <vt:lpstr>എന്‍റെ സമ്പത്തെന്നു ചൊല്ലുവാൻ – വേറെയില്ലൊന്നും യേശു മാത്രം സമ്പത്താകുന്നു</vt:lpstr>
      <vt:lpstr>എന്‍റെ രാജാവെഴുന്നള്ളുമ്പോൾ - തന്‍റെ മുൻപാകെ ശോഭയേറും രാജ്ഞിയായി ത്തൻ... മാർവിലെന്നെ ചേർത്തീടും തൻ പൊന്നു മാർവ്വിൽ മുത്തീടും ഞാൻ ഹാ! എനിക്കീ മഹാ ഭാഗ്യം ദൈവമേ നീ ഒരുക്കിയേ                      – എന്‍റെ......</vt:lpstr>
      <vt:lpstr>എന്‍റെ സമ്പത്തെന്നു ചൊല്ലുവാൻ – വേറെയില്ലൊന്നും യേശു മാത്രം സമ്പത്താകുന്നു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 sambathennu cholluvaan</dc:title>
  <dc:creator>Digital Input:; GM JOHN; Acsah Mathews</dc:creator>
  <cp:lastModifiedBy>Acsah Mathews</cp:lastModifiedBy>
  <cp:revision>131</cp:revision>
  <dcterms:created xsi:type="dcterms:W3CDTF">2013-04-19T09:19:07Z</dcterms:created>
  <dcterms:modified xsi:type="dcterms:W3CDTF">2018-11-13T19:32:42Z</dcterms:modified>
</cp:coreProperties>
</file>