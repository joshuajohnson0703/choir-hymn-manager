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85" r:id="rId3"/>
    <p:sldId id="287" r:id="rId4"/>
    <p:sldId id="288" r:id="rId5"/>
    <p:sldId id="289" r:id="rId6"/>
    <p:sldId id="290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10199-0B8D-493C-979A-69DEECBCEDA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F7D10-70A4-4B81-8384-96545E6D2D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33B43-B718-4DB7-9162-68EF9739228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E8654-BACC-4C84-8632-CE133053E0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E9E0C-4758-4A2F-9EDE-8A25704C115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E8A59-E7E0-42F2-9FB0-A0BCF806FB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77A3A-A251-43F2-B1D4-52CBBA75EBF3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9E3A9-E1C7-471E-9F71-AF58A725FE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A930F-85E1-4932-A1C4-3FC3E59099E0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8E52CF-755F-40C2-8196-F19BE4A6E2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8050C-B17D-48B7-ABD6-9C1209F0BB3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6CFC15-0ED0-44E2-8C36-5B657801C9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B217D-6798-4686-9709-F3907A41FDD3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D9BCE-E565-4FEF-957B-DC8039A99F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60D68-6D46-4080-A209-B46005BF270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75895-6AFC-4CBF-8607-A488251AD0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F195F-889D-4D52-9FB2-11E1DBDDCF1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5661E-7207-47F6-B4C4-88FB75501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B0E08-F7D3-4A2D-9036-FA464414203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C9D0B-4196-4328-BF72-A473FC5EA7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F961C-2F9D-4922-9FEB-FA05251E695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E6524-1C9E-45BE-ACBB-0D455D026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8259463-D62F-41E0-898A-25CC9870C87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83D865-F510-41BA-8FAD-C1FAF0BB52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E898D-1E28-4F71-B210-9C695CE3C0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311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ആദിത്യൻ ഉദിച്ചീടുന്ന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33046-1EC3-422D-AC0B-A749ADD76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4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Aadithyan </a:t>
            </a:r>
            <a:r>
              <a:rPr lang="en-US" sz="4000" b="1" dirty="0" err="1">
                <a:solidFill>
                  <a:srgbClr val="002060"/>
                </a:solidFill>
              </a:rPr>
              <a:t>udichcheedunna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Jesus shall reign – Isaac Watts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2253640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14400" y="1187053"/>
            <a:ext cx="11277600" cy="2590800"/>
          </a:xfrm>
          <a:ln>
            <a:noFill/>
          </a:ln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ആദിത്യൻ ഉദിച്ചീടുന്ന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ദേശങ്ങളി ലെല്ലാം യേശു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 മില്ലാത്തൊരു രാജ്യം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സ്ഥാപിച്ചു വാഴും എന്നേക്കും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737142-6041-4060-8E81-96C31D8BD303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2F34C-2FAF-4379-8C61-A47A21626977}"/>
              </a:ext>
            </a:extLst>
          </p:cNvPr>
          <p:cNvSpPr/>
          <p:nvPr/>
        </p:nvSpPr>
        <p:spPr>
          <a:xfrm>
            <a:off x="914400" y="3815953"/>
            <a:ext cx="969264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Aadithyan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udichcheedunna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Dèshangalhil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ellaam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Antha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millaaththoru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raajyam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Sthaapichchu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vaazhum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ennèkum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14400" y="1187053"/>
            <a:ext cx="11277600" cy="2590800"/>
          </a:xfrm>
          <a:ln>
            <a:noFill/>
          </a:ln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നാനാ ദേശക്കാരെല്ലാരും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സ്നേഹത്തിൻ സ്തുതിപാടും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പൈതങ്ങൾ കൂടെ ഘോഷിക്കും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വിശേഷമാം തൻ നാമത്തെ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737142-6041-4060-8E81-96C31D8BD303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2F34C-2FAF-4379-8C61-A47A21626977}"/>
              </a:ext>
            </a:extLst>
          </p:cNvPr>
          <p:cNvSpPr/>
          <p:nvPr/>
        </p:nvSpPr>
        <p:spPr>
          <a:xfrm>
            <a:off x="914400" y="3815953"/>
            <a:ext cx="969264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Naanaa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dèshakkaarellaarum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snehaththin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Paithangalh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ghoshikkum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Visheshamaam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naamaththey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063393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14400" y="1187053"/>
            <a:ext cx="11277600" cy="2590800"/>
          </a:xfrm>
          <a:ln>
            <a:noFill/>
          </a:ln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യാചനകൾ സ്തോത്ര മെല്ലാം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നാമത്തിൽ ഉയർന്നീടും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നാനാ ജനം വണ്ങ്ങീടും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രാജാധി രാജൻ കർത്തനെ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737142-6041-4060-8E81-96C31D8BD303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2F34C-2FAF-4379-8C61-A47A21626977}"/>
              </a:ext>
            </a:extLst>
          </p:cNvPr>
          <p:cNvSpPr/>
          <p:nvPr/>
        </p:nvSpPr>
        <p:spPr>
          <a:xfrm>
            <a:off x="914400" y="3815953"/>
            <a:ext cx="969264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Yaachanakalh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sthothramellaam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naamaththil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uyarnneedum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Naanaa janam vanhangeedum</a:t>
            </a:r>
          </a:p>
          <a:p>
            <a:pPr algn="r">
              <a:lnSpc>
                <a:spcPct val="114000"/>
              </a:lnSpc>
            </a:pPr>
            <a:r>
              <a:rPr lang="fi-FI" sz="3600" b="1" dirty="0">
                <a:solidFill>
                  <a:srgbClr val="002060"/>
                </a:solidFill>
                <a:latin typeface="+mn-lt"/>
              </a:rPr>
              <a:t>Raajaadhi Raajan Karthaney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010625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14400" y="1187053"/>
            <a:ext cx="11277600" cy="2590800"/>
          </a:xfrm>
          <a:ln>
            <a:noFill/>
          </a:ln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വേദന ക്ലേശം പാപവും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പോകും അശേഷം എന്നേക്കും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സ്വാതന്ത്ര്യം ഭാഗ്യം പൂർണ്ണത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എല്ലാവർക്കും ലഭിച്ചീടും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737142-6041-4060-8E81-96C31D8BD303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2F34C-2FAF-4379-8C61-A47A21626977}"/>
              </a:ext>
            </a:extLst>
          </p:cNvPr>
          <p:cNvSpPr/>
          <p:nvPr/>
        </p:nvSpPr>
        <p:spPr>
          <a:xfrm>
            <a:off x="914400" y="3815953"/>
            <a:ext cx="969264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Vèdana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klèsham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paapavum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Pôkum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ashèsham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ennekum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Swaathanthryam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poornhatha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Ellaavarkkum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labhichcheedum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53654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914400" y="1187053"/>
            <a:ext cx="11277600" cy="2590800"/>
          </a:xfrm>
          <a:ln>
            <a:noFill/>
          </a:ln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ലോകർ വരട്ടെ തൻ മുൻപിൽ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സ്തോത്രത്തോടുകൂടെ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മേൽ ലോക സൈന്യം പാടട്ടെ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ഭൂമി ചൊല്ലീടട്ടെ 'ആമേൻ'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737142-6041-4060-8E81-96C31D8BD303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2F34C-2FAF-4379-8C61-A47A21626977}"/>
              </a:ext>
            </a:extLst>
          </p:cNvPr>
          <p:cNvSpPr/>
          <p:nvPr/>
        </p:nvSpPr>
        <p:spPr>
          <a:xfrm>
            <a:off x="914400" y="3815953"/>
            <a:ext cx="969264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Lôkar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varattey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munpil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sthothraththodu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Mèl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sainyam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paadattey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Bhoomi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cholleedattey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‘Amen’</a:t>
            </a:r>
          </a:p>
        </p:txBody>
      </p:sp>
    </p:spTree>
    <p:extLst>
      <p:ext uri="{BB962C8B-B14F-4D97-AF65-F5344CB8AC3E}">
        <p14:creationId xmlns:p14="http://schemas.microsoft.com/office/powerpoint/2010/main" val="4747465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94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311 ആദിത്യൻ ഉദിച്ചീടുന്ന</vt:lpstr>
      <vt:lpstr>ആദിത്യൻ ഉദിച്ചീടുന്ന  ദേശങ്ങളി ലെല്ലാം യേശു  അന്ത മില്ലാത്തൊരു രാജ്യം  സ്ഥാപിച്ചു വാഴും എന്നേക്കും</vt:lpstr>
      <vt:lpstr>നാനാ ദേശക്കാരെല്ലാരും   തൻ സ്നേഹത്തിൻ സ്തുതിപാടും  പൈതങ്ങൾ കൂടെ ഘോഷിക്കും  വിശേഷമാം തൻ നാമത്തെ </vt:lpstr>
      <vt:lpstr>യാചനകൾ സ്തോത്ര മെല്ലാം  തൻ നാമത്തിൽ ഉയർന്നീടും  നാനാ ജനം വണ്ങ്ങീടും  രാജാധി രാജൻ കർത്തനെ </vt:lpstr>
      <vt:lpstr>വേദന ക്ലേശം പാപവും  പോകും അശേഷം എന്നേക്കും  സ്വാതന്ത്ര്യം ഭാഗ്യം പൂർണ്ണത  എല്ലാവർക്കും ലഭിച്ചീടും </vt:lpstr>
      <vt:lpstr>ലോകർ വരട്ടെ തൻ മുൻപിൽ  സ്തുതി സ്തോത്രത്തോടുകൂടെ  മേൽ ലോക സൈന്യം പാടട്ടെ  ഭൂമി ചൊല്ലീടട്ടെ 'ആമേൻ'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Aadityan udicheedunna</dc:title>
  <dc:creator>Digital Input; GM JOHN; Acsah Mathews</dc:creator>
  <cp:lastModifiedBy>Acsah Mathews</cp:lastModifiedBy>
  <cp:revision>429</cp:revision>
  <dcterms:created xsi:type="dcterms:W3CDTF">2013-04-19T09:19:07Z</dcterms:created>
  <dcterms:modified xsi:type="dcterms:W3CDTF">2018-11-16T19:28:40Z</dcterms:modified>
</cp:coreProperties>
</file>