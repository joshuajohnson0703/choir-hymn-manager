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2" r:id="rId2"/>
    <p:sldId id="270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0E767568-17DD-4E59-B567-AFECFC5391E2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AA3D58D1-1DDB-4196-9D03-C74D25DA7F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48F8D40-4254-4DD2-A639-B6EDFE8AB082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48F8D40-4254-4DD2-A639-B6EDFE8AB082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63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48F8D40-4254-4DD2-A639-B6EDFE8AB082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79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48F8D40-4254-4DD2-A639-B6EDFE8AB082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16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48F8D40-4254-4DD2-A639-B6EDFE8AB082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78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48F8D40-4254-4DD2-A639-B6EDFE8AB082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62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48F8D40-4254-4DD2-A639-B6EDFE8AB082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78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48F8D40-4254-4DD2-A639-B6EDFE8AB082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68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48F8D40-4254-4DD2-A639-B6EDFE8AB082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9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E09886-97FE-4460-B976-A9FB462A69E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71BBF-37A2-4DD8-803D-EC271317E1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E7E5F-B148-429D-B714-DC7051BBB66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29A46-564D-4883-8BB0-4AEF4EDA40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0AD042-5CC6-40A9-8763-0686DE968AA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CA4C34-FCBA-45C1-ADEF-776CCBECD3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F43D2-E1C3-4267-AEC1-BF54118251CF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EE5D0-1294-4592-9EF6-5C32EFB3F0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73080-6DEE-4A7A-90E5-3C640DA7B14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39A621-21B3-47B7-BE19-0633EC6312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9B5DDE-827B-4618-96B8-D941F96D768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E585B-FE91-4DFF-948B-5F424B425F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48CD6-1C89-41D3-BA4F-3EAACD0AD13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69E82-DB21-4B9A-913B-72E74AA50A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CB2983-8570-4B72-9F1F-10D4494ED8B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F92D2F-2E5D-42D4-864E-8747080D88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1884E-5C65-46E4-9847-04162BD640C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F6A5F-F11D-4BCA-ADE2-B9B6F48057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50E64-8B05-446B-8449-AA5C2A610DC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1F5F6-FAEE-4F81-A684-883BA40181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A2A175-4445-418F-A80E-780615CA2871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CC090-2658-459F-9933-26A0A5F421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1A993D3-F5F7-4AC5-90BC-4111F7C6B85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68CD9B8-49DC-4944-BE26-E5362E8D63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6D015-B790-4D23-8EF0-43779D5EC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140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ദൈവമേ! എൻ ദൈവമേ!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55AFF-6158-4A3D-BE87-B1651061D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Daivamey! </a:t>
            </a:r>
            <a:r>
              <a:rPr lang="en-US" sz="4000" b="1" dirty="0" err="1">
                <a:solidFill>
                  <a:schemeClr val="tx2"/>
                </a:solidFill>
              </a:rPr>
              <a:t>En</a:t>
            </a:r>
            <a:r>
              <a:rPr lang="en-US" sz="4000" b="1" dirty="0">
                <a:solidFill>
                  <a:schemeClr val="tx2"/>
                </a:solidFill>
              </a:rPr>
              <a:t> Daivamey!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4D9A83-DC3A-4BC8-B07F-6996325F9335}"/>
              </a:ext>
            </a:extLst>
          </p:cNvPr>
          <p:cNvSpPr/>
          <p:nvPr/>
        </p:nvSpPr>
        <p:spPr>
          <a:xfrm>
            <a:off x="2667000" y="4717017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822879-3149-48A3-8A46-08CE25DBDB59}"/>
              </a:ext>
            </a:extLst>
          </p:cNvPr>
          <p:cNvSpPr/>
          <p:nvPr/>
        </p:nvSpPr>
        <p:spPr>
          <a:xfrm>
            <a:off x="7471235" y="4717017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Moshavatsalam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0591770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10553"/>
            <a:ext cx="11277600" cy="2667000"/>
          </a:xfrm>
        </p:spPr>
        <p:txBody>
          <a:bodyPr anchor="t"/>
          <a:lstStyle/>
          <a:p>
            <a:pPr algn="l" defTabSz="46196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ദൈവമേ! എൻ ദൈവമേ!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നീ കൈവിട്ടതു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എന്തിനെന്നിമ്മാനുവേൽ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സന്താപാൽ വിളിച്ചതു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D234A-9328-46D1-A7A1-70F7D403D3B2}"/>
              </a:ext>
            </a:extLst>
          </p:cNvPr>
          <p:cNvSpPr/>
          <p:nvPr/>
        </p:nvSpPr>
        <p:spPr>
          <a:xfrm>
            <a:off x="0" y="3429000"/>
            <a:ext cx="11277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Daivamey!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Daivamey!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kaivittathu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Enthinennimmaanuvel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Santhaapal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vilhichithu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10553"/>
            <a:ext cx="11277600" cy="2667000"/>
          </a:xfrm>
        </p:spPr>
        <p:txBody>
          <a:bodyPr anchor="t"/>
          <a:lstStyle/>
          <a:p>
            <a:pPr algn="l" defTabSz="46196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സൂര്യ ശോഭ മാറിപ്പോയ്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രാത്രി പോൽ മദ്ധ്യാഹ്നമായ്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നാഥൻ പാപിക്കായ്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ക്രൂശിൽ തൂങ്ങുന്നയ്യയ്യോ!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D234A-9328-46D1-A7A1-70F7D403D3B2}"/>
              </a:ext>
            </a:extLst>
          </p:cNvPr>
          <p:cNvSpPr/>
          <p:nvPr/>
        </p:nvSpPr>
        <p:spPr>
          <a:xfrm>
            <a:off x="0" y="3429000"/>
            <a:ext cx="11277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Sooryashobha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maarippoy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Raathri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pôl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madhyaanhamaai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Kristhu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paapikkaai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Krooshil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thoongunnayyayyo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4747351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10553"/>
            <a:ext cx="11277600" cy="2667000"/>
          </a:xfrm>
        </p:spPr>
        <p:txBody>
          <a:bodyPr anchor="t"/>
          <a:lstStyle/>
          <a:p>
            <a:pPr algn="l" defTabSz="461963"/>
            <a:r>
              <a:rPr lang="ml-IN" sz="3600" b="1" dirty="0">
                <a:latin typeface="Kartika" panose="02020503030404060203" pitchFamily="18" charset="0"/>
              </a:rPr>
              <a:t>3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നന്മ ചെയ് വാനോടിയ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	നാഥാ!നിൻതൃപ്പാദങ്ങൾ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വൻ മുറിവു കൊണ്ടൊരാണി-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	യിൽ പതിഞ്ഞു തൂങ്ങുന്നു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D234A-9328-46D1-A7A1-70F7D403D3B2}"/>
              </a:ext>
            </a:extLst>
          </p:cNvPr>
          <p:cNvSpPr/>
          <p:nvPr/>
        </p:nvSpPr>
        <p:spPr>
          <a:xfrm>
            <a:off x="0" y="3429000"/>
            <a:ext cx="11277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Nanma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cheivaanôdiya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thrippaadangalh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Van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murivu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kondoraanhi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pathinju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thoongunnu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087774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10553"/>
            <a:ext cx="11277600" cy="2667000"/>
          </a:xfrm>
        </p:spPr>
        <p:txBody>
          <a:bodyPr anchor="t"/>
          <a:lstStyle/>
          <a:p>
            <a:pPr algn="l" defTabSz="46196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സ്വസ്ഥമാക്കും യേശുവിൻ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തൃക്കൈകൾ രണ്ടാണിയാൽ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മർത്യ പാപത്തിൻ നിമിത്തം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ചേർത്തറഞ്ഞു തൂങ്ങുന്നു!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D234A-9328-46D1-A7A1-70F7D403D3B2}"/>
              </a:ext>
            </a:extLst>
          </p:cNvPr>
          <p:cNvSpPr/>
          <p:nvPr/>
        </p:nvSpPr>
        <p:spPr>
          <a:xfrm>
            <a:off x="0" y="3429000"/>
            <a:ext cx="11277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Swasthamaakkum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Thrikkaikalh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randaanhiyaal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Marthyapaapathin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nimiththam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Chèrththaranju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thoongunnu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876476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10553"/>
            <a:ext cx="11277600" cy="2667000"/>
          </a:xfrm>
        </p:spPr>
        <p:txBody>
          <a:bodyPr anchor="t"/>
          <a:lstStyle/>
          <a:p>
            <a:pPr algn="l" defTabSz="46196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പാറകൾ പിളർക്കുന്നു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പാരിടം കുലുങ്ങുന്നു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കീറി തിര ശീലയും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മേലിൽ നിന്നും കീഴറ്റം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D234A-9328-46D1-A7A1-70F7D403D3B2}"/>
              </a:ext>
            </a:extLst>
          </p:cNvPr>
          <p:cNvSpPr/>
          <p:nvPr/>
        </p:nvSpPr>
        <p:spPr>
          <a:xfrm>
            <a:off x="0" y="3429000"/>
            <a:ext cx="11277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Paarakalh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pilharkkunnu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Paaridam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kulungunnu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Keeri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thirasheelayum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Mèlil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keezhattam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596663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10553"/>
            <a:ext cx="11277600" cy="2667000"/>
          </a:xfrm>
        </p:spPr>
        <p:txBody>
          <a:bodyPr anchor="t"/>
          <a:lstStyle/>
          <a:p>
            <a:pPr algn="l" defTabSz="46196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6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പാപിയേ! നിൻ പാപത്താൽ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പുണ്യ നാഥൻ യേശുതാൻ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പാരിന്നും പരത്തിന്നും മ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ദ്ധ്യേ മരത്തിൽ തൂങ്ങുന്നു!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D234A-9328-46D1-A7A1-70F7D403D3B2}"/>
              </a:ext>
            </a:extLst>
          </p:cNvPr>
          <p:cNvSpPr/>
          <p:nvPr/>
        </p:nvSpPr>
        <p:spPr>
          <a:xfrm>
            <a:off x="0" y="3429000"/>
            <a:ext cx="11277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Paapiye!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paapththaal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Punhya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Paarinum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paraththinum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madhye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thoongunnu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070931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10553"/>
            <a:ext cx="11277600" cy="2667000"/>
          </a:xfrm>
        </p:spPr>
        <p:txBody>
          <a:bodyPr anchor="t"/>
          <a:lstStyle/>
          <a:p>
            <a:pPr algn="l" defTabSz="46196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7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പേർക്കു ചാകുവാൻ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നിൽക്കു ന്നേശു ക്രൂശിന്മേൽ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തന്‍റെ ശാന്ത ഭാവം കാണ്‍ക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താഴ്മയുള്ളൊരാടു പോൽ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D234A-9328-46D1-A7A1-70F7D403D3B2}"/>
              </a:ext>
            </a:extLst>
          </p:cNvPr>
          <p:cNvSpPr/>
          <p:nvPr/>
        </p:nvSpPr>
        <p:spPr>
          <a:xfrm>
            <a:off x="0" y="3429000"/>
            <a:ext cx="11277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Nintey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perkku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chaakuvaan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Nilkunneshu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krooshinmel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shaanthabhaavam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Thaazhmayullhoraadu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pol</a:t>
            </a:r>
          </a:p>
        </p:txBody>
      </p:sp>
    </p:spTree>
    <p:extLst>
      <p:ext uri="{BB962C8B-B14F-4D97-AF65-F5344CB8AC3E}">
        <p14:creationId xmlns:p14="http://schemas.microsoft.com/office/powerpoint/2010/main" val="488455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10553"/>
            <a:ext cx="11277600" cy="2667000"/>
          </a:xfrm>
        </p:spPr>
        <p:txBody>
          <a:bodyPr anchor="t"/>
          <a:lstStyle/>
          <a:p>
            <a:pPr algn="l"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8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നമ്മുടെ സ്രഷ്ടാവിവൻ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ലോക നാഥൻ താൻ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നമ്മുടെ പാപം ചുമന്നു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തീർക്കുന്നയ്യോ ക്രൂശിന്മേൽ!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D234A-9328-46D1-A7A1-70F7D403D3B2}"/>
              </a:ext>
            </a:extLst>
          </p:cNvPr>
          <p:cNvSpPr/>
          <p:nvPr/>
        </p:nvSpPr>
        <p:spPr>
          <a:xfrm>
            <a:off x="0" y="3429000"/>
            <a:ext cx="11277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Nammudey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srishtaavivan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Sarvvalôka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Nammudey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chumannu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Theerkkunnayyo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krooshinmel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630829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10553"/>
            <a:ext cx="11277600" cy="2667000"/>
          </a:xfrm>
        </p:spPr>
        <p:txBody>
          <a:bodyPr anchor="t"/>
          <a:lstStyle/>
          <a:p>
            <a:pPr algn="l" defTabSz="46196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9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മന്നവാ! എൻ യേശുവേ!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എന്നെയോർത്തുകൊള്ളുക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പുണ്യത്തിൽ ഒരംശം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രക്ഷയാക്കുക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D234A-9328-46D1-A7A1-70F7D403D3B2}"/>
              </a:ext>
            </a:extLst>
          </p:cNvPr>
          <p:cNvSpPr/>
          <p:nvPr/>
        </p:nvSpPr>
        <p:spPr>
          <a:xfrm>
            <a:off x="0" y="3429000"/>
            <a:ext cx="11277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Mannavaa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Enneyorththukollhuka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Nintey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punhyaththil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oramsham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rakshayaakkuka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14D2C-A463-48E0-865F-00303A1BA670}"/>
              </a:ext>
            </a:extLst>
          </p:cNvPr>
          <p:cNvSpPr/>
          <p:nvPr/>
        </p:nvSpPr>
        <p:spPr>
          <a:xfrm>
            <a:off x="9681033" y="2884001"/>
            <a:ext cx="2053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(മോശവത്സലം)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7282A1-01E1-440D-B0F0-967195D9EBC5}"/>
              </a:ext>
            </a:extLst>
          </p:cNvPr>
          <p:cNvSpPr/>
          <p:nvPr/>
        </p:nvSpPr>
        <p:spPr>
          <a:xfrm>
            <a:off x="1219200" y="6167979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Moshavatsalam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74322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140</Words>
  <Application>Microsoft Office PowerPoint</Application>
  <PresentationFormat>Widescreen</PresentationFormat>
  <Paragraphs>69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140 ദൈവമേ! എൻ ദൈവമേ!</vt:lpstr>
      <vt:lpstr>1  ദൈവമേ! എൻ ദൈവമേ!    എന്നെ നീ കൈവിട്ടതു   എന്തിനെന്നിമ്മാനുവേൽ    സന്താപാൽ വിളിച്ചതു</vt:lpstr>
      <vt:lpstr>2  സൂര്യ ശോഭ മാറിപ്പോയ്    രാത്രി പോൽ മദ്ധ്യാഹ്നമായ്    ക്രിസ്തു നാഥൻ പാപിക്കായ്    ക്രൂശിൽ തൂങ്ങുന്നയ്യയ്യോ!</vt:lpstr>
      <vt:lpstr>3  നന്മ ചെയ് വാനോടിയ    നാഥാ!നിൻതൃപ്പാദങ്ങൾ   വൻ മുറിവു കൊണ്ടൊരാണി-   യിൽ പതിഞ്ഞു തൂങ്ങുന്നു </vt:lpstr>
      <vt:lpstr>4  സ്വസ്ഥമാക്കും യേശുവിൻ    തൃക്കൈകൾ രണ്ടാണിയാൽ    മർത്യ പാപത്തിൻ നിമിത്തം    ചേർത്തറഞ്ഞു തൂങ്ങുന്നു! </vt:lpstr>
      <vt:lpstr>5  പാറകൾ പിളർക്കുന്നു    പാരിടം കുലുങ്ങുന്നു    കീറി തിര ശീലയും    മേലിൽ നിന്നും കീഴറ്റം</vt:lpstr>
      <vt:lpstr>6  പാപിയേ! നിൻ പാപത്താൽ    പുണ്യ നാഥൻ യേശുതാൻ    പാരിന്നും പരത്തിന്നും മ-   ദ്ധ്യേ മരത്തിൽ തൂങ്ങുന്നു!</vt:lpstr>
      <vt:lpstr>7  നിന്‍റെ പേർക്കു ചാകുവാൻ    നിൽക്കു ന്നേശു ക്രൂശിന്മേൽ    തന്‍റെ ശാന്ത ഭാവം കാണ്‍ക    താഴ്മയുള്ളൊരാടു പോൽ</vt:lpstr>
      <vt:lpstr>8  നമ്മുടെ സ്രഷ്ടാവിവൻ    സർവ്വ ലോക നാഥൻ താൻ    നമ്മുടെ പാപം ചുമന്നു    തീർക്കുന്നയ്യോ ക്രൂശിന്മേൽ!</vt:lpstr>
      <vt:lpstr>9  മന്നവാ! എൻ യേശുവേ!   എന്നെയോർത്തുകൊള്ളുക    നിന്‍റെ പുണ്യത്തിൽ ഒരംശം    എന്‍റെ രക്ഷയാക്കുക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Daivame en daivame</dc:title>
  <dc:creator>Digital Input:;GM JOHN</dc:creator>
  <cp:lastModifiedBy>Acsah Mathews</cp:lastModifiedBy>
  <cp:revision>290</cp:revision>
  <dcterms:created xsi:type="dcterms:W3CDTF">2013-04-19T09:19:07Z</dcterms:created>
  <dcterms:modified xsi:type="dcterms:W3CDTF">2018-11-05T19:03:32Z</dcterms:modified>
</cp:coreProperties>
</file>