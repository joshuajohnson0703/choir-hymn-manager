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1BFBF-324B-4851-8695-E1B7C4D63DAC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C9FD1-E5D2-476D-8A30-65771B0A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0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C9FD1-E5D2-476D-8A30-65771B0AD1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9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C9FD1-E5D2-476D-8A30-65771B0AD1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4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C9FD1-E5D2-476D-8A30-65771B0AD1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3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C9FD1-E5D2-476D-8A30-65771B0AD1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9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D57BA-37C1-4BA3-A2BA-96FDBDCFA16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29561-67E3-422D-9066-5F4058232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63F5A-4369-43F5-8D74-242CCD89C1A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98A57-C6C7-4283-86CB-E81589FC01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5DC0E-335D-4D16-86D5-C9F0DF0C222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0FEB1-E30E-4846-9752-9B383B721A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49E5-BE6A-4E02-88A7-7ABD60808A1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EDDD3-C0DD-4D32-9169-6B9BEA6E29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37E2E-F785-4A9C-A65B-E9D7B8DA9E7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D27B0-3328-4D4B-A69F-AE71C639A5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70015-88AE-49DF-B439-1ECAE5560B8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2BFDF-D428-4D56-9361-B32BB53959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A47B4-8DB7-4693-95DC-119C7E38FD9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03738-BAB7-4871-9651-CE9E97812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2D4F7-F293-400D-AD8D-C5F2444EB16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FCB57-7719-4B15-B896-CD23223F1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D7AB5-A07D-45D1-9FFA-1FA7AC97987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1415A-AF92-4F80-A535-AEE3E6C08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C9234-B4F3-4E53-B380-C0891F8089F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E8BC7-E05D-441D-9044-D6694E166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2B8F8-6F89-45D9-B00D-5E777D57F1E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84837D-1B64-4741-8A1A-AD572FEF33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CB89BE1-805D-4CE4-8C74-4D1A697C429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7D7EBA-8B53-4478-8467-BB45D51FE3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E27A-6D9D-4FE0-9687-5A29371B9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24695"/>
            <a:ext cx="10363200" cy="1470025"/>
          </a:xfrm>
        </p:spPr>
        <p:txBody>
          <a:bodyPr/>
          <a:lstStyle/>
          <a:p>
            <a:r>
              <a:rPr lang="en-US" dirty="0"/>
              <a:t>253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യേശു എന്‍ ആത്മസഖേ!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0C3F1-ABB3-439C-9BF3-0A08E31F9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94720"/>
            <a:ext cx="121920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aathmasakhey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Jesus, Lover of my Soul – Charles Wesley</a:t>
            </a:r>
            <a:endParaRPr lang="en-US" sz="38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7A001-E0EF-49AD-87F3-5DBEDADEFF1A}"/>
              </a:ext>
            </a:extLst>
          </p:cNvPr>
          <p:cNvSpPr/>
          <p:nvPr/>
        </p:nvSpPr>
        <p:spPr>
          <a:xfrm>
            <a:off x="1752600" y="5070476"/>
            <a:ext cx="3159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(വിവ: 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7474A-5E6D-440D-95B1-57573DAD599E}"/>
              </a:ext>
            </a:extLst>
          </p:cNvPr>
          <p:cNvSpPr/>
          <p:nvPr/>
        </p:nvSpPr>
        <p:spPr>
          <a:xfrm>
            <a:off x="7373282" y="5070476"/>
            <a:ext cx="36921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(Translation: </a:t>
            </a:r>
            <a:r>
              <a:rPr lang="en-US" sz="2000" dirty="0" err="1">
                <a:solidFill>
                  <a:schemeClr val="accent2"/>
                </a:solidFill>
              </a:rPr>
              <a:t>Mosha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7171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 എന്‍ ആത്മസഖേ!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മാര്‍വ്വില്‍ ഞാന്‍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ചേരട്ടേ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ലോകമാം വാരിധൗ തിരകള്‍ ഉയരുന്നേ!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ഘോരമാം കോള്‍ ശാന്തമായ് തീരും വരെ രക്ഷകാ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ജീവനെ കാക്കുക നിന്‍ അന്തികേ ഭദ്രമായ്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C7B330-74E4-4AA2-9B30-A5CE92D2E5F8}"/>
              </a:ext>
            </a:extLst>
          </p:cNvPr>
          <p:cNvSpPr/>
          <p:nvPr/>
        </p:nvSpPr>
        <p:spPr>
          <a:xfrm>
            <a:off x="228600" y="3709214"/>
            <a:ext cx="119634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aathmasakhey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chèrattey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vaaridhou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thirakalh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uyarunney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Ghoramaam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kôlh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shaanthamaai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jeevaney kaakkuka Nin anthikey bhadramaai 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1BD76-8DD3-4BB1-B3B9-1A8A13A7BE3F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വേറെ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സങ്കേതമില്ലേ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എനിക്കാശ്രയം നീതാന്‍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നാഥാ കൈവെടിയല്ലേ കാത്തുസൂക്ഷിക്ക സദാ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കര്‍ത്താ നീ എന്‍ ആശ്രയം തൃപ്പാദം എന്‍ ശരണം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നിന്‍ ചിറകിന്‍ കീഴെന്നും ചേര്‍ത്തുസൂക്ഷിച്ചീടേണം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C7B330-74E4-4AA2-9B30-A5CE92D2E5F8}"/>
              </a:ext>
            </a:extLst>
          </p:cNvPr>
          <p:cNvSpPr/>
          <p:nvPr/>
        </p:nvSpPr>
        <p:spPr>
          <a:xfrm>
            <a:off x="228600" y="3709214"/>
            <a:ext cx="119634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Vèrey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sankethamilley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enikkaashrayam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Kaivediyalley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thrippaadam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sharanham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sookshichidenham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1BD76-8DD3-4BB1-B3B9-1A8A13A7BE3F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836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ക്രിസ്തോ! എന്‍ ആവശ്യങ്ങള്‍ നിന്നാല്‍ നിറവേറുന്നു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ഏഴകള്‍ നിരാശ്രയര്‍ക്കാധാരം നീയാകുന്നു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നീതിമാന്‍ നീ നിര്‍മ്മലന്‍ മഹാ മ്ലേച്ഛൻ ഞാന്‍ മുറ്റും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പാപി ഞാന്‍ മാ പാപി ഞാന്‍ കൃപസത്യം നീ മുറ്റും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C7B330-74E4-4AA2-9B30-A5CE92D2E5F8}"/>
              </a:ext>
            </a:extLst>
          </p:cNvPr>
          <p:cNvSpPr/>
          <p:nvPr/>
        </p:nvSpPr>
        <p:spPr>
          <a:xfrm>
            <a:off x="228600" y="3709214"/>
            <a:ext cx="119634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Kristho!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aavashyangalh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niravèrunnu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Èzhakalh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niraashrayarkaadhaaram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neeyakunnu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Neethimaan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nirmalan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mahaamlèchchan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muttum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muttum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1BD76-8DD3-4BB1-B3B9-1A8A13A7BE3F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75723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കാരുണ്യവരാന്നിധേ കന്മഷം കഴുകുക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നിത്യജീവവെള്ളമെൻ ചിത്തം ശുദ്ധമാക്കട്ടെ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ജീവന്നുറവാം നാഥാ! ഞാനേറെ കുടിക്കട്ടെ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എന്നുള്ളിൽ ഉയരുക നിത്യകാലമൊക്കവെ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C7B330-74E4-4AA2-9B30-A5CE92D2E5F8}"/>
              </a:ext>
            </a:extLst>
          </p:cNvPr>
          <p:cNvSpPr/>
          <p:nvPr/>
        </p:nvSpPr>
        <p:spPr>
          <a:xfrm>
            <a:off x="228600" y="3709214"/>
            <a:ext cx="119634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Kaarunhya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varaannidhey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kanhmasham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kazhukuka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vellhamen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chiththam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shudhdham-aakkattey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Jeevannuravaam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njaanèrey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kudikkattey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uyaruka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mokkavey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1BD76-8DD3-4BB1-B3B9-1A8A13A7BE3F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132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149</Words>
  <Application>Microsoft Office PowerPoint</Application>
  <PresentationFormat>Widescreen</PresentationFormat>
  <Paragraphs>37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253 യേശു എന്‍ ആത്മസഖേ!</vt:lpstr>
      <vt:lpstr>യേശു എന്‍ ആത്മസഖേ! നിന്‍ മാര്‍വ്വില്‍ ഞാന്‍ ചേരട്ടേ ഈ ലോകമാം വാരിധൗ തിരകള്‍ ഉയരുന്നേ! ഘോരമാം കോള്‍ ശാന്തമായ് തീരും വരെ രക്ഷകാ! എന്‍ ജീവനെ കാക്കുക നിന്‍ അന്തികേ ഭദ്രമായ്</vt:lpstr>
      <vt:lpstr>വേറെ സങ്കേതമില്ലേ എനിക്കാശ്രയം നീതാന്‍ നാഥാ കൈവെടിയല്ലേ കാത്തുസൂക്ഷിക്ക സദാ കര്‍ത്താ നീ എന്‍ ആശ്രയം തൃപ്പാദം എന്‍ ശരണം നിന്‍ ചിറകിന്‍ കീഴെന്നും ചേര്‍ത്തുസൂക്ഷിച്ചീടേണം</vt:lpstr>
      <vt:lpstr>ക്രിസ്തോ! എന്‍ ആവശ്യങ്ങള്‍ നിന്നാല്‍ നിറവേറുന്നു  ഏഴകള്‍ നിരാശ്രയര്‍ക്കാധാരം നീയാകുന്നു നീതിമാന്‍ നീ നിര്‍മ്മലന്‍ മഹാ മ്ലേച്ഛൻ ഞാന്‍ മുറ്റും പാപി ഞാന്‍ മാ പാപി ഞാന്‍ കൃപസത്യം നീ മുറ്റും</vt:lpstr>
      <vt:lpstr>കാരുണ്യവരാന്നിധേ കന്മഷം കഴുകുക  നിത്യജീവവെള്ളമെൻ ചിത്തം ശുദ്ധമാക്കട്ടെ  ജീവന്നുറവാം നാഥാ! ഞാനേറെ കുടിക്കട്ടെ  എന്നുള്ളിൽ ഉയരുക നിത്യകാലമൊക്കവെ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en aathmasakhe</dc:title>
  <dc:creator>Digital Input:; GM JOHN; Acsah Mathews</dc:creator>
  <cp:lastModifiedBy>Acsah Mathews</cp:lastModifiedBy>
  <cp:revision>322</cp:revision>
  <dcterms:created xsi:type="dcterms:W3CDTF">2013-04-19T09:19:07Z</dcterms:created>
  <dcterms:modified xsi:type="dcterms:W3CDTF">2018-11-14T15:44:31Z</dcterms:modified>
</cp:coreProperties>
</file>