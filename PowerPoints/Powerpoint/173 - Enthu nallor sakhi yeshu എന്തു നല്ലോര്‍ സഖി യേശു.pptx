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CCF53-82DF-4521-B1AD-1666748C3C5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1BC12-E9B4-4D6B-903F-96BF183E2E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2B459-305E-4260-B93A-9EF097A09E5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C1B37-36CB-4AA7-8ED3-9D4EBEDFE9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BC15F-4E32-47C5-920A-BD948C2C608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4AA44-AAD2-4EFF-84E6-39D94C22C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BC983-1539-45A4-A019-7EA5EA527C2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0F0AB-B495-4058-8439-E2F9666145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4FE04-EF00-458B-A0BD-144B1E5831E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B8ECE-787F-4271-85BF-FDE4B414DF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FC9E2-1826-4A8E-B708-F875455CD9D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DD7FB-D20B-4242-9233-7D791ABCB7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98234-B1B4-4521-9B0B-65D7802236C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7AE4F-BFA2-443F-9D9E-5C772D52A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5A9CE-D1C9-4899-94C1-BC0E4FFE029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C4139-0138-4ACB-9C9C-95BF368BD4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CAA4C-22D9-4A9E-B139-3ACEB22158B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10194-A584-4CAE-BA98-21DC06D52E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2C709D-BC2E-4C26-99E2-0237A673D0B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F4234-EC5E-4EDA-A5CF-683BAD781F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6981D-19F2-4050-9D08-09E5E7E6E59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6BCC9-7D76-4602-80A2-1223282EC7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E416139-6259-461C-B82C-A86DCB29C97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2F3B5D-A20C-416F-93F6-E77F2656EC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601A-51E7-440A-B7B0-27DAEF39E6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എന്തു നല്ലോര്‍ സഖി യേശു!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10DB5-6EB0-46A6-B9A4-0DCF787C9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Enthu </a:t>
            </a:r>
            <a:r>
              <a:rPr lang="en-US" sz="4000" b="1" dirty="0" err="1">
                <a:solidFill>
                  <a:schemeClr val="tx2"/>
                </a:solidFill>
              </a:rPr>
              <a:t>nallor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sakhi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Yeshu</a:t>
            </a:r>
            <a:r>
              <a:rPr lang="en-US" sz="4000" b="1" dirty="0">
                <a:solidFill>
                  <a:schemeClr val="tx2"/>
                </a:solidFill>
              </a:rPr>
              <a:t>!</a:t>
            </a:r>
          </a:p>
          <a:p>
            <a:r>
              <a:rPr lang="en-US" sz="4000" i="1" dirty="0">
                <a:solidFill>
                  <a:schemeClr val="tx2"/>
                </a:solidFill>
              </a:rPr>
              <a:t>What a friend we have in Jesus	 - Joseph Scriven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166858823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895600"/>
          </a:xfrm>
        </p:spPr>
        <p:txBody>
          <a:bodyPr anchor="t"/>
          <a:lstStyle/>
          <a:p>
            <a:pPr algn="l" defTabSz="346075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നല്ലോര്‍ സഖി യേശു! പാപ ദു:ഖം വഹിക്കും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എല്ലാമേശുവോടു ചെന്നു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ചൊല്ലിടുമ്പോള്‍ താന്‍ കേള്‍ക്കും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നൊമ്പരമേറെ സഹിച്ചു സമാധാനങ്ങള്‍ നഷ്ടം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എല്ലാമേശുവോടു ചെന്നു ചൊല്ലിടായ്ക നിമിത്തം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7B9F12-9090-4DE3-B0AB-A2A3A13B412E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FB923-ADEA-41A1-BF22-F7D81527A7E6}"/>
              </a:ext>
            </a:extLst>
          </p:cNvPr>
          <p:cNvSpPr/>
          <p:nvPr/>
        </p:nvSpPr>
        <p:spPr>
          <a:xfrm>
            <a:off x="0" y="3978366"/>
            <a:ext cx="121920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nallor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sakhi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dukham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vahikkum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Cholleedumbolh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kelhkum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Nombaramerey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sahichchu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Samaadhaanangalh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nashtham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Cholleedaaika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nimiththam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1302674"/>
            <a:ext cx="12192000" cy="2409281"/>
          </a:xfrm>
        </p:spPr>
        <p:txBody>
          <a:bodyPr anchor="t"/>
          <a:lstStyle/>
          <a:p>
            <a:pPr algn="l" defTabSz="346075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കഷ്ടം ശോധനകളുണ്ടോ എവ്വിധ ദു:ഖങ്ങളും?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ലേശവു മധൈര്യം വേണ്ട ചൊല്ലാം യേശുവോടെല്ലാം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ദു:ഖം സര്‍വ്വം വഹിക്കുന്ന മിത്രം മറ്റാരുമുണ്ടോ?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ക്ഷീണമെല്ലാമറിയുന്ന യേശുവോടു ചൊല്ലിടാം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7B9F12-9090-4DE3-B0AB-A2A3A13B412E}"/>
              </a:ext>
            </a:extLst>
          </p:cNvPr>
          <p:cNvSpPr txBox="1"/>
          <p:nvPr/>
        </p:nvSpPr>
        <p:spPr>
          <a:xfrm>
            <a:off x="2540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FB923-ADEA-41A1-BF22-F7D81527A7E6}"/>
              </a:ext>
            </a:extLst>
          </p:cNvPr>
          <p:cNvSpPr/>
          <p:nvPr/>
        </p:nvSpPr>
        <p:spPr>
          <a:xfrm>
            <a:off x="0" y="3703099"/>
            <a:ext cx="121920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Kashtam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shodhanakalhundo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Evvidha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dukhanghalhum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Lèshavum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adhairyam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venda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Yeshuvodellaam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Dukham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sarvvam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vahikkunna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Mithram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mattaarumundo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Ksheenhamellaam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ariyunna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cholleedaam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8737828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1302674"/>
            <a:ext cx="12192000" cy="2409281"/>
          </a:xfrm>
        </p:spPr>
        <p:txBody>
          <a:bodyPr anchor="t"/>
          <a:lstStyle/>
          <a:p>
            <a:pPr algn="l" defTabSz="346075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ഉണ്ടോ ഭാരംവൈഷമ്യങ്ങൾ തുമ്പങ്ങളും അസംഖ്യം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രക്ഷകനല്ലോ സങ്കേതം യേശുവോടറിയിക്കാം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മിത്രങ്ങള്‍ നിന്ദിക്കുന്നുണ്ടോ? പോയ് ചൊല്ലേശുവോടെല്ലാം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ഉള്ളം കൈയ്യിൽ ഈശന്‍ കാക്കും</a:t>
            </a:r>
            <a:r>
              <a:rPr lang="en-US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അങ്ങുണ്ടാശ്വാസമെല്ലാം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7B9F12-9090-4DE3-B0AB-A2A3A13B412E}"/>
              </a:ext>
            </a:extLst>
          </p:cNvPr>
          <p:cNvSpPr txBox="1"/>
          <p:nvPr/>
        </p:nvSpPr>
        <p:spPr>
          <a:xfrm>
            <a:off x="2540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FB923-ADEA-41A1-BF22-F7D81527A7E6}"/>
              </a:ext>
            </a:extLst>
          </p:cNvPr>
          <p:cNvSpPr/>
          <p:nvPr/>
        </p:nvSpPr>
        <p:spPr>
          <a:xfrm>
            <a:off x="0" y="3703099"/>
            <a:ext cx="121920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Undô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vaishamyangalh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Thumbangalhum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asankhyam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Rakshakanallo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sanketham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Yeshuvodariyikkaam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Mithrangalh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nindikkunnundô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Poi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cholleshuvodellaam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kayyil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angundaashwaasamellaam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63824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101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173 എന്തു നല്ലോര്‍ സഖി യേശു!</vt:lpstr>
      <vt:lpstr>എന്തു നല്ലോര്‍ സഖി യേശു! പാപ ദു:ഖം വഹിക്കും എല്ലാമേശുവോടു ചെന്നു               ചൊല്ലിടുമ്പോള്‍ താന്‍ കേള്‍ക്കും നൊമ്പരമേറെ സഹിച്ചു സമാധാനങ്ങള്‍ നഷ്ടം എല്ലാമേശുവോടു ചെന്നു ചൊല്ലിടായ്ക നിമിത്തം</vt:lpstr>
      <vt:lpstr>കഷ്ടം ശോധനകളുണ്ടോ എവ്വിധ ദു:ഖങ്ങളും? ലേശവു മധൈര്യം വേണ്ട ചൊല്ലാം യേശുവോടെല്ലാം ദു:ഖം സര്‍വ്വം വഹിക്കുന്ന മിത്രം മറ്റാരുമുണ്ടോ? ക്ഷീണമെല്ലാമറിയുന്ന യേശുവോടു ചൊല്ലിടാം</vt:lpstr>
      <vt:lpstr>ഉണ്ടോ ഭാരംവൈഷമ്യങ്ങൾ തുമ്പങ്ങളും അസംഖ്യം രക്ഷകനല്ലോ സങ്കേതം യേശുവോടറിയിക്കാം  മിത്രങ്ങള്‍ നിന്ദിക്കുന്നുണ്ടോ? പോയ് ചൊല്ലേശുവോടെല്ലാം ഉള്ളം കൈയ്യിൽ ഈശന്‍ കാക്കും അങ്ങുണ്ടാശ്വാസമെല്ലാം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Enthu nallor sakhi yeshu</dc:title>
  <dc:creator>Digital Input:; GM JOHN; Acsah Mathews</dc:creator>
  <cp:lastModifiedBy>Acsah Mathews</cp:lastModifiedBy>
  <cp:revision>107</cp:revision>
  <dcterms:created xsi:type="dcterms:W3CDTF">2013-04-19T09:19:07Z</dcterms:created>
  <dcterms:modified xsi:type="dcterms:W3CDTF">2018-11-06T19:27:03Z</dcterms:modified>
</cp:coreProperties>
</file>