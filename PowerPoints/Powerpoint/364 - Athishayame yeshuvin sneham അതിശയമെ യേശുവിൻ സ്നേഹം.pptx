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86" r:id="rId3"/>
    <p:sldId id="289" r:id="rId4"/>
    <p:sldId id="290" r:id="rId5"/>
    <p:sldId id="291" r:id="rId6"/>
    <p:sldId id="292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66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A8A77F-E5DF-4F4A-A9C7-B7420863BA9C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79D220-5BCB-41B5-9F28-86A60A3C50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FD6F92-6BF4-4775-8E13-07E1EA10568C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36D0A4-B0F2-4F67-8D26-31C53D4503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87FCBE-C0EB-46E9-828C-470A2C0D1AFB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72B8E2-DDDB-4DF1-A138-32605B4CFE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D4C3A-25D9-4D9B-ADF5-1B4F03B3FC85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1AD605-C558-4606-A73D-BD576816EA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C2C3BD-0095-4EEE-B4F7-B56F7D47FF04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8B25B9-5B65-475D-A533-05D07BB466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0360A-A9A5-4E77-B0EE-2FEC9EDD1DD3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66CD6-BB3F-409E-89DF-B8B5F77977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B425F1-716B-4102-A725-E3F6056E67BE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92886-9091-41F6-B034-46783342C6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BB3114-33FA-4C41-94AA-86E2A6AEF15E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30C89C-FE67-4309-9B6D-FB6AABE57B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8AF5B2-1544-4A33-B09F-0DE66F3842DA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46AD6-2B4F-4057-87FC-60D327BDE1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AC31B2-5199-4572-AE7D-4242DB192D52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F68A8-D801-47DC-80C9-9CE70D5142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77AC0B-222E-41DA-A9BB-26833AA7DA50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A64517-9C8E-405D-85E4-D1ABAF2BAE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A80CADE-3DCA-48DD-973D-B8761955ECD1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6E86E76-B5DB-4262-8C3B-9A0A397DB0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DFCD6-6457-433F-B350-904739A574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364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അതിശയമെ യേശുവിൻ സ്നേഹം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A22CA-0644-4F4C-9A48-BAC1DDCA4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338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Athishayame </a:t>
            </a:r>
            <a:r>
              <a:rPr lang="en-US" sz="4000" b="1" dirty="0" err="1">
                <a:solidFill>
                  <a:srgbClr val="002060"/>
                </a:solidFill>
              </a:rPr>
              <a:t>yeshuvin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sneham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D70435-BC3E-4692-96C7-18CCD32EBF6E}"/>
              </a:ext>
            </a:extLst>
          </p:cNvPr>
          <p:cNvSpPr/>
          <p:nvPr/>
        </p:nvSpPr>
        <p:spPr>
          <a:xfrm>
            <a:off x="1295400" y="4692134"/>
            <a:ext cx="38988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</a:rPr>
              <a:t>(കെ. എം. ജോ</a:t>
            </a:r>
            <a:r>
              <a:rPr lang="ml-IN" sz="2000" b="1" dirty="0">
                <a:solidFill>
                  <a:schemeClr val="accent2">
                    <a:lumMod val="75000"/>
                  </a:schemeClr>
                </a:solidFill>
                <a:latin typeface="Kartika"/>
                <a:cs typeface="Kartika"/>
              </a:rPr>
              <a:t>ൺ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cs typeface="Kartika" pitchFamily="18" charset="0"/>
              </a:rPr>
              <a:t>,</a:t>
            </a:r>
            <a:r>
              <a:rPr lang="ml-IN" sz="2000" b="1" dirty="0">
                <a:solidFill>
                  <a:schemeClr val="accent2">
                    <a:lumMod val="75000"/>
                  </a:schemeClr>
                </a:solidFill>
              </a:rPr>
              <a:t> ചണ്ണപ്പേട്ട)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D896DA-AA2D-44DF-9154-591D2B505AE4}"/>
              </a:ext>
            </a:extLst>
          </p:cNvPr>
          <p:cNvSpPr/>
          <p:nvPr/>
        </p:nvSpPr>
        <p:spPr>
          <a:xfrm>
            <a:off x="7467600" y="4692134"/>
            <a:ext cx="34163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(K. M. John,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Channapetta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) 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090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55320" y="588883"/>
            <a:ext cx="10744200" cy="2185214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അതിശയമെ യേശുവിൻ സ്നേഹം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ആനന്ദമെ ആയതിൻ ധ്യാനം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ആഴമുയരം നീളം വീതി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ആർക്കുഗ്രഹിക്കാം ഈ ഭൂവിൽ (2)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F6E6AF-3B4C-4C10-9293-964155E04432}"/>
              </a:ext>
            </a:extLst>
          </p:cNvPr>
          <p:cNvSpPr/>
          <p:nvPr/>
        </p:nvSpPr>
        <p:spPr>
          <a:xfrm>
            <a:off x="381000" y="3540800"/>
            <a:ext cx="11430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rgbClr val="002060"/>
                </a:solidFill>
                <a:latin typeface="+mn-lt"/>
              </a:rPr>
              <a:t>Athishayame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Aanandame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aayathin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dhyaanam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Aazhamuyaram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Aarkkugrahikkam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AC5553-AB47-4FAE-AB8A-E33A62FDBA75}"/>
              </a:ext>
            </a:extLst>
          </p:cNvPr>
          <p:cNvSpPr/>
          <p:nvPr/>
        </p:nvSpPr>
        <p:spPr>
          <a:xfrm>
            <a:off x="114300" y="5638800"/>
            <a:ext cx="12039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Mama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manhaalhaa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Nin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premathaale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Nirhayunne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Ennullhaminneram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2DA7F4-ABEA-4155-80A5-EAC078706AB9}"/>
              </a:ext>
            </a:extLst>
          </p:cNvPr>
          <p:cNvSpPr/>
          <p:nvPr/>
        </p:nvSpPr>
        <p:spPr>
          <a:xfrm>
            <a:off x="76200" y="2870537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മമ മണാളാ! നിൻ പ്രേമത്താലെ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നിറയുന്നേ എന്നുള്ളമിന്നേരം 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EDAF7-2DB2-4288-9FD4-CA54BC57AB4E}"/>
              </a:ext>
            </a:extLst>
          </p:cNvPr>
          <p:cNvSpPr txBox="1"/>
          <p:nvPr/>
        </p:nvSpPr>
        <p:spPr>
          <a:xfrm>
            <a:off x="0" y="0"/>
            <a:ext cx="121539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55320" y="588883"/>
            <a:ext cx="10744200" cy="2185214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മറന്നു സ്വർഗ്ഗ സുഖമഖിലവും നീ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അലഞ്ഞ എന്നെമാർവിലണപ്പാൻ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മഹത്വമേ നിൻ നാമത്തിന്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മഹത്വമേ എന്നും എന്നേക്കും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F6E6AF-3B4C-4C10-9293-964155E04432}"/>
              </a:ext>
            </a:extLst>
          </p:cNvPr>
          <p:cNvSpPr/>
          <p:nvPr/>
        </p:nvSpPr>
        <p:spPr>
          <a:xfrm>
            <a:off x="381000" y="3682186"/>
            <a:ext cx="11430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rgbClr val="002060"/>
                </a:solidFill>
                <a:latin typeface="+mn-lt"/>
              </a:rPr>
              <a:t>Marhannu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Swargga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sukhamakhilavum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Alanja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maarvilanhappaan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naamaththinu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ennekkum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AC5553-AB47-4FAE-AB8A-E33A62FDBA75}"/>
              </a:ext>
            </a:extLst>
          </p:cNvPr>
          <p:cNvSpPr/>
          <p:nvPr/>
        </p:nvSpPr>
        <p:spPr>
          <a:xfrm>
            <a:off x="114300" y="5638800"/>
            <a:ext cx="12039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Mama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manhaalhaa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Nin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premathaale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Nirhayunne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Ennullhaminneram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2DA7F4-ABEA-4155-80A5-EAC078706AB9}"/>
              </a:ext>
            </a:extLst>
          </p:cNvPr>
          <p:cNvSpPr/>
          <p:nvPr/>
        </p:nvSpPr>
        <p:spPr>
          <a:xfrm>
            <a:off x="76200" y="2870537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മമ മണാളാ! നിൻ പ്രേമത്താലെ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നിറയുന്നേ എന്നുള്ളമിന്നേരം 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EDAF7-2DB2-4288-9FD4-CA54BC57AB4E}"/>
              </a:ext>
            </a:extLst>
          </p:cNvPr>
          <p:cNvSpPr txBox="1"/>
          <p:nvPr/>
        </p:nvSpPr>
        <p:spPr>
          <a:xfrm>
            <a:off x="0" y="0"/>
            <a:ext cx="121539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8810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55320" y="588883"/>
            <a:ext cx="10744200" cy="2185214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കാത്തു കൃപയിൽ കാലം മുഴുവൻ നീ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കൈവിടാതെന്നെ കണ്‍മണി പോലെ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കലങ്ങിയുള്ളം നീറുന്നേരം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അരികിൽ വന്നേകി ആശ്വാസം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F6E6AF-3B4C-4C10-9293-964155E04432}"/>
              </a:ext>
            </a:extLst>
          </p:cNvPr>
          <p:cNvSpPr/>
          <p:nvPr/>
        </p:nvSpPr>
        <p:spPr>
          <a:xfrm>
            <a:off x="381000" y="3682186"/>
            <a:ext cx="11430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rgbClr val="002060"/>
                </a:solidFill>
                <a:latin typeface="+mn-lt"/>
              </a:rPr>
              <a:t>Kaaththu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muzhuvan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Kaividaathenne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kanhmanhi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pole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Kalangiyullham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neerhunneram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Arikil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vanneki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aashwaasam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AC5553-AB47-4FAE-AB8A-E33A62FDBA75}"/>
              </a:ext>
            </a:extLst>
          </p:cNvPr>
          <p:cNvSpPr/>
          <p:nvPr/>
        </p:nvSpPr>
        <p:spPr>
          <a:xfrm>
            <a:off x="114300" y="5638800"/>
            <a:ext cx="12039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Mama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manhaalhaa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Nin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premathaale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Nirhayunne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Ennullhaminneram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2DA7F4-ABEA-4155-80A5-EAC078706AB9}"/>
              </a:ext>
            </a:extLst>
          </p:cNvPr>
          <p:cNvSpPr/>
          <p:nvPr/>
        </p:nvSpPr>
        <p:spPr>
          <a:xfrm>
            <a:off x="76200" y="2870537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മമ മണാളാ! നിൻ പ്രേമത്താലെ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നിറയുന്നേ എന്നുള്ളമിന്നേരം 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EDAF7-2DB2-4288-9FD4-CA54BC57AB4E}"/>
              </a:ext>
            </a:extLst>
          </p:cNvPr>
          <p:cNvSpPr txBox="1"/>
          <p:nvPr/>
        </p:nvSpPr>
        <p:spPr>
          <a:xfrm>
            <a:off x="0" y="0"/>
            <a:ext cx="121539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54779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55320" y="588883"/>
            <a:ext cx="10744200" cy="2185214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തളർന്നനേരം തിരുഭുജമതിനാൽ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താങ്ങിയെടുത്തു താതനോടിരുത്താൻ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തരുന്നേ നാഥാ! സമസ്തവും ഞാൻ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മഹത്വസേവയ്ക്കായ് മൽ പ്രിയ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F6E6AF-3B4C-4C10-9293-964155E04432}"/>
              </a:ext>
            </a:extLst>
          </p:cNvPr>
          <p:cNvSpPr/>
          <p:nvPr/>
        </p:nvSpPr>
        <p:spPr>
          <a:xfrm>
            <a:off x="381000" y="3682186"/>
            <a:ext cx="11430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rgbClr val="002060"/>
                </a:solidFill>
                <a:latin typeface="+mn-lt"/>
              </a:rPr>
              <a:t>Thalharnna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thirubhujamathinaal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Thaangiyeduththu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thaathanodiruththaan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Tharunnenaadhaa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Samasthavum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sevakkai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mal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AC5553-AB47-4FAE-AB8A-E33A62FDBA75}"/>
              </a:ext>
            </a:extLst>
          </p:cNvPr>
          <p:cNvSpPr/>
          <p:nvPr/>
        </p:nvSpPr>
        <p:spPr>
          <a:xfrm>
            <a:off x="114300" y="5638800"/>
            <a:ext cx="12039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Mama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manhaalhaa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Nin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premathaale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Nirhayunne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Ennullhaminneram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2DA7F4-ABEA-4155-80A5-EAC078706AB9}"/>
              </a:ext>
            </a:extLst>
          </p:cNvPr>
          <p:cNvSpPr/>
          <p:nvPr/>
        </p:nvSpPr>
        <p:spPr>
          <a:xfrm>
            <a:off x="76200" y="2870537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മമ മണാളാ! നിൻ പ്രേമത്താലെ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നിറയുന്നേ എന്നുള്ളമിന്നേരം 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EDAF7-2DB2-4288-9FD4-CA54BC57AB4E}"/>
              </a:ext>
            </a:extLst>
          </p:cNvPr>
          <p:cNvSpPr txBox="1"/>
          <p:nvPr/>
        </p:nvSpPr>
        <p:spPr>
          <a:xfrm>
            <a:off x="0" y="0"/>
            <a:ext cx="121539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94642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55320" y="588883"/>
            <a:ext cx="10744200" cy="2185214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മറന്നാലും ഒരമ്മ തൻ കുഞ്ഞിനെ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മറക്കയില്ലൊരുനാളും നീയെന്നെ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വഹിച്ചല്ലോ നിൻ ഉള്ളം കയ്യിൽ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വാക്കുമാറാത്ത മഹേശാ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F6E6AF-3B4C-4C10-9293-964155E04432}"/>
              </a:ext>
            </a:extLst>
          </p:cNvPr>
          <p:cNvSpPr/>
          <p:nvPr/>
        </p:nvSpPr>
        <p:spPr>
          <a:xfrm>
            <a:off x="381000" y="3682186"/>
            <a:ext cx="11430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Marhannalum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oramma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kunjinne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Marhakkayillorunaalhum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neeyenne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Vahichallo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ullham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kaiyyil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maaraatha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maheshaa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AC5553-AB47-4FAE-AB8A-E33A62FDBA75}"/>
              </a:ext>
            </a:extLst>
          </p:cNvPr>
          <p:cNvSpPr/>
          <p:nvPr/>
        </p:nvSpPr>
        <p:spPr>
          <a:xfrm>
            <a:off x="114300" y="5638800"/>
            <a:ext cx="12039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Mama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manhaalhaa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Nin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premathaale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Nirhayunne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Ennullhaminneram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2DA7F4-ABEA-4155-80A5-EAC078706AB9}"/>
              </a:ext>
            </a:extLst>
          </p:cNvPr>
          <p:cNvSpPr/>
          <p:nvPr/>
        </p:nvSpPr>
        <p:spPr>
          <a:xfrm>
            <a:off x="76200" y="2870537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മമ മണാളാ! നിൻ പ്രേമത്താലെ 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നിറയുന്നേ എന്നുള്ളമിന്നേരം 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EDAF7-2DB2-4288-9FD4-CA54BC57AB4E}"/>
              </a:ext>
            </a:extLst>
          </p:cNvPr>
          <p:cNvSpPr txBox="1"/>
          <p:nvPr/>
        </p:nvSpPr>
        <p:spPr>
          <a:xfrm>
            <a:off x="0" y="0"/>
            <a:ext cx="121539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04830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1823</TotalTime>
  <Words>186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364 അതിശയമെ യേശുവിൻ സ്നേഹം</vt:lpstr>
      <vt:lpstr>അതിശയമെ യേശുവിൻ സ്നേഹം  ആനന്ദമെ ആയതിൻ ധ്യാനം  ആഴമുയരം നീളം വീതി  ആർക്കുഗ്രഹിക്കാം ഈ ഭൂവിൽ (2)</vt:lpstr>
      <vt:lpstr>മറന്നു സ്വർഗ്ഗ സുഖമഖിലവും നീ  അലഞ്ഞ എന്നെമാർവിലണപ്പാൻ  മഹത്വമേ നിൻ നാമത്തിന്  മഹത്വമേ എന്നും എന്നേക്കും </vt:lpstr>
      <vt:lpstr>കാത്തു കൃപയിൽ കാലം മുഴുവൻ നീ  കൈവിടാതെന്നെ കണ്‍മണി പോലെ  കലങ്ങിയുള്ളം നീറുന്നേരം  അരികിൽ വന്നേകി ആശ്വാസം</vt:lpstr>
      <vt:lpstr>തളർന്നനേരം തിരുഭുജമതിനാൽ  താങ്ങിയെടുത്തു താതനോടിരുത്താൻ  തരുന്നേ നാഥാ! സമസ്തവും ഞാൻ  മഹത്വസേവയ്ക്കായ് മൽ പ്രിയ </vt:lpstr>
      <vt:lpstr>മറന്നാലും ഒരമ്മ തൻ കുഞ്ഞിനെ  മറക്കയില്ലൊരുനാളും നീയെന്നെ  വഹിച്ചല്ലോ നിൻ ഉള്ളം കയ്യിൽ  വാക്കുമാറാത്ത മഹേശാ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Athishayame yeshuvin sneham</dc:title>
  <dc:creator>Digital Input; GM JOHN; Acsah Mathews</dc:creator>
  <cp:lastModifiedBy>Acsah Mathews</cp:lastModifiedBy>
  <cp:revision>500</cp:revision>
  <dcterms:created xsi:type="dcterms:W3CDTF">2013-04-19T09:19:07Z</dcterms:created>
  <dcterms:modified xsi:type="dcterms:W3CDTF">2018-11-21T18:39:24Z</dcterms:modified>
</cp:coreProperties>
</file>