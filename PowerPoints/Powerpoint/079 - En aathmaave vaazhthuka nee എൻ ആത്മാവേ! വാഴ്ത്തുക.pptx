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2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AA0FE-C517-4684-B5DB-E62F2B14B58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7DDD3-97E5-4332-957B-E58680A97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2B349D-1497-4B9C-B0E8-60A90D1BA9E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94E3E-6A07-47AC-A06E-14F6ADAE3B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C34BC-8883-40C5-9E04-7039D8EDA0E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F9243-5313-4B7B-AD61-DF2D7A22FD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6819D-C02B-4BC4-823F-A1FC6046AD2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36EE1-EB36-4BB5-BC3E-FA030FC91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612D7-2C23-46CA-9769-525E61DE3F5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999EA-C3D2-4EDD-9455-A927DAF19C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52F50-20B4-4DBA-89B7-1226AD0D9C9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66CB5-7265-435A-9E35-F320CAD62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A11E6-B48B-4ED1-9C6E-7477AC2EAF8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A961A-23DF-4230-9248-C6D48A69D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D04D2-2884-4108-A046-122BBF3C2B5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C2471-621E-41BE-8BA9-87619329E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B2515-EC79-4E2A-9E93-B8E6795D1DB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4DA2A-E525-41B4-9131-CDB06BE484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0EA7-987B-4CF0-B4BA-C546512770E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5423A-6638-4655-B85E-C957F3F8DD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A80D0-478C-4358-B3B9-EF639A3C317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CC1BC-543C-44D8-8D4E-F92ED8F51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C78704-2832-458C-AAF7-FFC98DC2463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A7D6B6-1A97-45C6-87EC-9719F6027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1EF0-1963-496B-998C-DFA3A928E1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79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എൻ ആത്മാവേ! </a:t>
            </a:r>
            <a:r>
              <a:rPr lang="ml-IN" b="1" spc="-150">
                <a:latin typeface="Kartika" panose="02020503030404060203" pitchFamily="18" charset="0"/>
              </a:rPr>
              <a:t>വാഴ്ത്തുക നീ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CF3B1-EF76-4792-9018-1562C0E9E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aathmaave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Vaazhthuka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nee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423171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685800"/>
            <a:ext cx="12039600" cy="27432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b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ആത്മാവേ! വാഴ്ത്തുക നീ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കർത്താവിനെ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തൻ ഉപകാരങ്ങൾ ഒന്നും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എന്നുമെ മറക്കൊല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നിൻ ആകൃത്യങ്ങൾ ഒക്കെയും –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മോചിച്ചു നിൻ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രോഗമെല്ലാം മാറ്റി നിന്നെ സൗഖ്യമാക്കിടുന്നു താൻ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975FA-064E-4ED7-9292-32B646477E7A}"/>
              </a:ext>
            </a:extLst>
          </p:cNvPr>
          <p:cNvSpPr/>
          <p:nvPr/>
        </p:nvSpPr>
        <p:spPr>
          <a:xfrm>
            <a:off x="152400" y="3776246"/>
            <a:ext cx="1201615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Karthaaviney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upakaarangalh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marakkola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akruthyangalh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okkeyum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mochichu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Rogamellaam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Soukhyamaakkidunnu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b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/>
              <a:t>ജീവനെ നാശത്തിൽ നിന്നു</a:t>
            </a:r>
            <a:r>
              <a:rPr lang="en-US" sz="3200" b="1" dirty="0"/>
              <a:t> </a:t>
            </a:r>
            <a:r>
              <a:rPr lang="ml-IN" sz="3200" b="1" dirty="0"/>
              <a:t>-</a:t>
            </a:r>
            <a:r>
              <a:rPr lang="en-US" sz="3200" b="1" dirty="0"/>
              <a:t> </a:t>
            </a:r>
            <a:r>
              <a:rPr lang="ml-IN" sz="3200" b="1" dirty="0"/>
              <a:t>വീണ്ടെടുത്തു നിന്നെ തൻ </a:t>
            </a:r>
            <a:br>
              <a:rPr lang="ml-IN" sz="3200" b="1" dirty="0"/>
            </a:br>
            <a:r>
              <a:rPr lang="ml-IN" sz="3200" b="1" dirty="0"/>
              <a:t>കാരുണ്യങ്ങളാൽ കിരീട-ധാരണം ചെയ്യുന്നവൻ </a:t>
            </a:r>
            <a:r>
              <a:rPr lang="en-US" sz="3200" b="1" dirty="0">
                <a:cs typeface="Kartika" pitchFamily="18" charset="0"/>
              </a:rPr>
              <a:t> </a:t>
            </a:r>
            <a:r>
              <a:rPr lang="ml-IN" sz="3200" b="1" dirty="0"/>
              <a:t>നന്മയാൽ നാൾതോറുമേ നീ</a:t>
            </a:r>
            <a:r>
              <a:rPr lang="en-US" sz="3200" b="1" dirty="0"/>
              <a:t> </a:t>
            </a:r>
            <a:r>
              <a:rPr lang="ml-IN" sz="3200" b="1" dirty="0"/>
              <a:t>ഉണ്‍മയിൽ തൃപ്തനായ്നിൻ </a:t>
            </a:r>
            <a:br>
              <a:rPr lang="en-US" sz="3200" b="1" dirty="0">
                <a:cs typeface="Kartika" pitchFamily="18" charset="0"/>
              </a:rPr>
            </a:br>
            <a:r>
              <a:rPr lang="ml-IN" sz="3200" b="1" dirty="0"/>
              <a:t>യൌവ്വനം കഴുകനെപ്പോൽ-പുതുതാക്കുന്നു നിത്യം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975FA-064E-4ED7-9292-32B646477E7A}"/>
              </a:ext>
            </a:extLst>
          </p:cNvPr>
          <p:cNvSpPr/>
          <p:nvPr/>
        </p:nvSpPr>
        <p:spPr>
          <a:xfrm>
            <a:off x="152400" y="3776246"/>
            <a:ext cx="1201615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Jeevaney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Veendeduthu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Kaarunhyangalhaal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kireeda-dhaaranham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cheyyunnavan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Nanmayaal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naalhthorumey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unhmayil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triptanaai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Yauvvanam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kazhukaneppol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Puthuthaakkunnu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74333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b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സർവ്വത്തിനുമായ് സ്തുതിക്ക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ദൈവമാം പിതാവിനെ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നല്ലോൻ തൻ കരുണ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നിത്യമായുള്ളതത്രെ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തന്നുടെ വഴികളെല്ലാം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ഉന്നതം എന്നാകിലും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തൻ പ്രിയമക്കൾക്കു സർവ്വം – നന്മയേ വന്നിടുമേ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975FA-064E-4ED7-9292-32B646477E7A}"/>
              </a:ext>
            </a:extLst>
          </p:cNvPr>
          <p:cNvSpPr/>
          <p:nvPr/>
        </p:nvSpPr>
        <p:spPr>
          <a:xfrm>
            <a:off x="152400" y="3776246"/>
            <a:ext cx="1201615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Sarvaththinumaai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Pithaaviney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nallon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Nithyamaayullhathathrey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vazhikalhellaam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ennaakilum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priyamakkalhku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vanneedumey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83370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87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79 എൻ ആത്മാവേ! വാഴ്ത്തുക നീ</vt:lpstr>
      <vt:lpstr>1  എൻ ആത്മാവേ! വാഴ്ത്തുക നീ – നിന്നുടെ കർത്താവിനെ തൻ ഉപകാരങ്ങൾ ഒന്നും – എന്നുമെ മറക്കൊല  നിൻ ആകൃത്യങ്ങൾ ഒക്കെയും – സന്തതം മോചിച്ചു നിൻ  രോഗമെല്ലാം മാറ്റി നിന്നെ സൗഖ്യമാക്കിടുന്നു താൻ   </vt:lpstr>
      <vt:lpstr>2  ജീവനെ നാശത്തിൽ നിന്നു - വീണ്ടെടുത്തു നിന്നെ തൻ  കാരുണ്യങ്ങളാൽ കിരീട-ധാരണം ചെയ്യുന്നവൻ  നന്മയാൽ നാൾതോറുമേ നീ ഉണ്‍മയിൽ തൃപ്തനായ്നിൻ  യൌവ്വനം കഴുകനെപ്പോൽ-പുതുതാക്കുന്നു നിത്യം  </vt:lpstr>
      <vt:lpstr>3  സർവ്വത്തിനുമായ് സ്തുതിക്ക - ദൈവമാം പിതാവിനെ  കർത്തൻ നല്ലോൻ തൻ കരുണ - നിത്യമായുള്ളതത്രെ  തന്നുടെ വഴികളെല്ലാം - ഉന്നതം എന്നാകിലും  തൻ പ്രിയമക്കൾക്കു സർവ്വം – നന്മയേ വന്നിടുമേ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aathmaave vaazhthuka nee</dc:title>
  <dc:creator>Digital Input:; GM JOHN; Acsah Mathews</dc:creator>
  <cp:lastModifiedBy>Acsah Mathews</cp:lastModifiedBy>
  <cp:revision>230</cp:revision>
  <dcterms:created xsi:type="dcterms:W3CDTF">2013-04-19T09:19:07Z</dcterms:created>
  <dcterms:modified xsi:type="dcterms:W3CDTF">2018-11-01T13:24:58Z</dcterms:modified>
</cp:coreProperties>
</file>