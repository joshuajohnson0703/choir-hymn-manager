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0" r:id="rId3"/>
    <p:sldId id="273" r:id="rId4"/>
    <p:sldId id="274" r:id="rId5"/>
    <p:sldId id="275" r:id="rId6"/>
    <p:sldId id="276" r:id="rId7"/>
    <p:sldId id="277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48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5A9522-3EF5-47FE-809A-5B6D5041489F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B58B6D-F66D-4E45-9EA3-6EF3F21162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5DB7F8-4C6D-4FE3-AAA4-78939875D880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69F11-FF39-4DCD-8868-D0C2AE86F5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CD47B-FBCE-4596-9563-26E99E6C4BB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2D357-30A8-4831-B775-0566C6A1E7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70D4D9-E2CA-479B-A061-3BDAE1ADA7A9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BEBF6E-F658-4ECA-88EC-7CE340108E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32B22-CF60-4926-BC55-BE48BF99900D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00976-C6F2-454C-97F1-9C8D4BAF9F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D8BA83-BE16-4FA5-B807-9CC4ED3BC5D5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A765D4-3773-4BA9-9337-579E3B398F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6E9228-B0E8-4E8A-895E-43BA229EA17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9F3E5-C3CF-43BA-AF2C-13600F9448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761973-BDAF-4B9D-B821-B84BACBCA99A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8CA219-8A91-407C-9D25-4BAF7FBAEB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7534EA-FD4D-4053-A42D-EF05AB0DDB30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3823D6-8A8D-4097-92BC-0FCAFC4FDA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9008B-CC44-4984-866D-465A00D42990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D3C73-7167-42C6-850A-5F81A1B0AF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3C0B31-833A-46D6-9763-7B6889801D8F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6CB04D-600D-4F64-BA95-15D08F3201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743DE10-A3F0-401B-AC84-9CE62A1F9857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2F0120E-99AC-45C0-9FFC-940B68F7BD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C8040-323E-4C69-8FBC-4B7AC818F9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336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ബാലരാകുന്ന ഞങ്ങളെ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4446C3-9B36-4318-AF9A-F2E026972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Baalarakunna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njangalhey</a:t>
            </a:r>
            <a:endParaRPr lang="en-US" sz="4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830976-5357-4048-BED2-1EED14AEA219}"/>
              </a:ext>
            </a:extLst>
          </p:cNvPr>
          <p:cNvSpPr/>
          <p:nvPr/>
        </p:nvSpPr>
        <p:spPr>
          <a:xfrm>
            <a:off x="174668" y="4799048"/>
            <a:ext cx="60035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/>
                </a:solidFill>
                <a:latin typeface="Calibri" panose="020F0502020204030204" pitchFamily="34" charset="0"/>
              </a:rPr>
              <a:t>(മൂത്താംപാക്കല്‍ കൊച്ചുകുഞ്ഞ് </a:t>
            </a:r>
            <a:r>
              <a:rPr lang="ml-IN" sz="2000" dirty="0">
                <a:solidFill>
                  <a:schemeClr val="accent2"/>
                </a:solidFill>
                <a:latin typeface="Arial" panose="020B0604020202020204" pitchFamily="34" charset="0"/>
              </a:rPr>
              <a:t>ഉപദേശി</a:t>
            </a:r>
            <a:r>
              <a:rPr lang="ml-IN" sz="2000" dirty="0">
                <a:solidFill>
                  <a:schemeClr val="accent2"/>
                </a:solidFill>
                <a:latin typeface="Calibri" panose="020F0502020204030204" pitchFamily="34" charset="0"/>
              </a:rPr>
              <a:t>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D1C80D-F272-4FB2-A382-D610D24312FA}"/>
              </a:ext>
            </a:extLst>
          </p:cNvPr>
          <p:cNvSpPr/>
          <p:nvPr/>
        </p:nvSpPr>
        <p:spPr>
          <a:xfrm>
            <a:off x="6781800" y="4779741"/>
            <a:ext cx="46602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Muthampakkal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Kochukunju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Upadeshi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6755027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ബാലരാകുന്ന ഞങ്ങളെ യേശുതമ്പുരാൻ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കയ്യിലേൽക്കണം!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ബാലരാകുന്ന ഞങ്ങൾക്കും കൃപ തന്നു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മോക്ഷത്തിലാക്കണം!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24161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8BC68C-B149-43AC-B684-05512E31F559}"/>
              </a:ext>
            </a:extLst>
          </p:cNvPr>
          <p:cNvSpPr/>
          <p:nvPr/>
        </p:nvSpPr>
        <p:spPr>
          <a:xfrm>
            <a:off x="9292" y="3733800"/>
            <a:ext cx="12191999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Baalarakunna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njangalhey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Thamburaan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kaiyilelkanham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Baalaraakunna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njangalhkkum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Kripa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 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mokshaththilaakkanham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സ്വർഗ രാജ്യത്തിൽ വന്നു ഞങ്ങളും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ഭാഗ്യശാലി കളാകുവാൻ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തക്ക പാതയിലാക്കണം യേശുതമ്പുരാൻ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കൃപ യൊന്നിനാൽ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24161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8BC68C-B149-43AC-B684-05512E31F559}"/>
              </a:ext>
            </a:extLst>
          </p:cNvPr>
          <p:cNvSpPr/>
          <p:nvPr/>
        </p:nvSpPr>
        <p:spPr>
          <a:xfrm>
            <a:off x="9292" y="3733800"/>
            <a:ext cx="12191999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2. Swarga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raajyaththil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Njangalhum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bhaagyashaali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kalhaakuvaan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paathayilaakkanham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Thamburaan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kripayonninaal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271582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പണ്ടു താൻ ഭൂവിൽ വന്ന കാലത്തു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ബാലരെയണച്ചെന്ന പോൽ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ഇന്നും ബാലരെ ചേർക്കുവാൻ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കരം നീട്ടണേ കൃപ നൽകണേ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24161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8BC68C-B149-43AC-B684-05512E31F559}"/>
              </a:ext>
            </a:extLst>
          </p:cNvPr>
          <p:cNvSpPr/>
          <p:nvPr/>
        </p:nvSpPr>
        <p:spPr>
          <a:xfrm>
            <a:off x="9292" y="3733800"/>
            <a:ext cx="12191999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3. Pandu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baalareyanhachenna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pol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baalarey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cherkkuvaan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neettanhey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nalkanhey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8258770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ബാലന്മാർ പലർ ലോകം വിട്ടും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നിൻ മാർവിൽ ചേരുന്നു നിത്യമീ-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ബാലന്മാരെയും ഓർക്കണേ നിന്‍റെ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ആശ്വാസ സ്ഥല വാസത്തിൽ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24161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8BC68C-B149-43AC-B684-05512E31F559}"/>
              </a:ext>
            </a:extLst>
          </p:cNvPr>
          <p:cNvSpPr/>
          <p:nvPr/>
        </p:nvSpPr>
        <p:spPr>
          <a:xfrm>
            <a:off x="9292" y="3733800"/>
            <a:ext cx="12191999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Baalanmaar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palar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vittu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nithyamee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Baalanmaareyum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orkkanhey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aashwaasa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sthala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vaasaththil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022476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എന്തു ഞങ്ങളാൽ ചെയ് വതിന്നിങ്ങു 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സാദ്ധ്യമാമതിന്നപ്പനെ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ശക്തിയും നൽകി ബുദ്ധിയും നൽകി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രക്ഷകാ! വഴി കാട്ടണേ!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24161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8BC68C-B149-43AC-B684-05512E31F559}"/>
              </a:ext>
            </a:extLst>
          </p:cNvPr>
          <p:cNvSpPr/>
          <p:nvPr/>
        </p:nvSpPr>
        <p:spPr>
          <a:xfrm>
            <a:off x="9292" y="3733800"/>
            <a:ext cx="12191999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njangalhaal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cheivathinningu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saadhya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maamathinnappaney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budhiyum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rakshakaa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Vazhi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kaattanhey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3156547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പൊന്നു നായകൻ വാനമേഘത്തിൽ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വന്നു മക്കളേ ചേർക്കുമെ-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ന്നാശയോടെ നിൻ മക്കളായ്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ഞങ്ങളിങ്ങു ചേരുമാറാകണം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24161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8BC68C-B149-43AC-B684-05512E31F559}"/>
              </a:ext>
            </a:extLst>
          </p:cNvPr>
          <p:cNvSpPr/>
          <p:nvPr/>
        </p:nvSpPr>
        <p:spPr>
          <a:xfrm>
            <a:off x="9292" y="3733800"/>
            <a:ext cx="12191999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6. Ponnu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Naayakan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meghaththil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makkalhey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cherkkumen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aashayodey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makkalhaai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 </a:t>
            </a: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njangalhangu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chèrumaarakkanham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5513082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</TotalTime>
  <Words>132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336 ബാലരാകുന്ന ഞങ്ങളെ</vt:lpstr>
      <vt:lpstr>1 ബാലരാകുന്ന ഞങ്ങളെ യേശുതമ്പുരാൻ  കയ്യിലേൽക്കണം!  ബാലരാകുന്ന ഞങ്ങൾക്കും കൃപ തന്നു   മോക്ഷത്തിലാക്കണം!</vt:lpstr>
      <vt:lpstr>2 സ്വർഗ രാജ്യത്തിൽ വന്നു ഞങ്ങളും   ഭാഗ്യശാലി കളാകുവാൻ  തക്ക പാതയിലാക്കണം യേശുതമ്പുരാൻ   കൃപ യൊന്നിനാൽ</vt:lpstr>
      <vt:lpstr>3 പണ്ടു താൻ ഭൂവിൽ വന്ന കാലത്തു   ബാലരെയണച്ചെന്ന പോൽ  ഇന്നും ബാലരെ ചേർക്കുവാൻ   കരം നീട്ടണേ കൃപ നൽകണേ</vt:lpstr>
      <vt:lpstr>4 ബാലന്മാർ പലർ ലോകം വിട്ടും   നിൻ മാർവിൽ ചേരുന്നു നിത്യമീ-  ബാലന്മാരെയും ഓർക്കണേ നിന്‍റെ   ആശ്വാസ സ്ഥല വാസത്തിൽ</vt:lpstr>
      <vt:lpstr>5 എന്തു ഞങ്ങളാൽ ചെയ് വതിന്നിങ്ങു    സാദ്ധ്യമാമതിന്നപ്പനെ  ശക്തിയും നൽകി ബുദ്ധിയും നൽകി   രക്ഷകാ! വഴി കാട്ടണേ!</vt:lpstr>
      <vt:lpstr>6 പൊന്നു നായകൻ വാനമേഘത്തിൽ   വന്നു മക്കളേ ചേർക്കുമെ-  ന്നാശയോടെ നിൻ മക്കളായ്   ഞങ്ങളിങ്ങു ചേരുമാറാകണം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Baalaraakunna njangale</dc:title>
  <dc:creator>Digital Input:; GM JOHN; Acsah Mathews</dc:creator>
  <cp:lastModifiedBy>Acsah Mathews</cp:lastModifiedBy>
  <cp:revision>327</cp:revision>
  <dcterms:created xsi:type="dcterms:W3CDTF">2013-04-19T09:19:07Z</dcterms:created>
  <dcterms:modified xsi:type="dcterms:W3CDTF">2018-11-20T14:45:08Z</dcterms:modified>
</cp:coreProperties>
</file>