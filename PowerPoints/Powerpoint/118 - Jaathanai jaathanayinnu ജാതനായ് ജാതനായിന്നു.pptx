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8" r:id="rId2"/>
    <p:sldId id="270" r:id="rId3"/>
    <p:sldId id="273" r:id="rId4"/>
    <p:sldId id="275" r:id="rId5"/>
    <p:sldId id="274" r:id="rId6"/>
    <p:sldId id="276" r:id="rId7"/>
    <p:sldId id="277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30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1F7DA-8C14-4CBB-A811-FF832F9A152E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9904CD-E78F-4B3F-834E-C4ED183A6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24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9904CD-E78F-4B3F-834E-C4ED183A60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93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9904CD-E78F-4B3F-834E-C4ED183A60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22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9904CD-E78F-4B3F-834E-C4ED183A60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494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1F64B2-E0B5-48D3-957E-CF702A3F112A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A000F-3C81-443B-B1DC-5710E6B0D2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6AE67-864C-4C31-8891-890771C18356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ACE0E-D3C2-4734-B8AA-1F5D7BAD74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1FF37-EB25-44E5-8776-35EDE8CBF128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B410A0-1A54-40C8-98CA-C6EAD9DB65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A5B42-C773-4F23-B294-DDE75099B7E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A5BEE3-C014-47D0-A137-0CD7C61EA9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37562D-1ED1-404E-B13F-92C40FBCF1C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996132-8BA5-445D-999B-B2FC44EB4E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B8AE7E-8F0F-4777-9B68-032C4D9380CD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F72FF-CCE6-42BC-BE69-761CA90CD5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7F4484-CC3C-41E8-9456-B4B5F5804EB9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52074-CC29-4709-B39E-F96F35A529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37E32C-F093-403A-B88C-E24C849766D2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F6E61F-CA62-4B2A-B86E-487190E0DE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55DEB6-CB85-44A7-A3AE-9513CAD07539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7C10A-8E31-4F4B-AB3F-44528EFB05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DCD10B-AD34-4660-90E7-D8DF18AF2A5E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CB6D13-6ED6-4B12-AC51-A808F60B7E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5CE2E-5EA7-4B47-9AAE-1BD5F4E3A35D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F023C-8D86-4B4F-BB4F-270975EEB7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67E6EEF-6151-4961-BFD5-B4C0D9444FFF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173FF94-0FE5-4430-AE06-A03840A1B1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DAC8-2934-4CF1-BC00-D546A8D27F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118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ജാതനായ് ജാതനായിന്നു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A10D06-2DAC-4600-B4D2-51A1DCE47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Jaathanaai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jaathanaainnu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65818B-8E8A-4727-9940-78914E3F4BDF}"/>
              </a:ext>
            </a:extLst>
          </p:cNvPr>
          <p:cNvSpPr/>
          <p:nvPr/>
        </p:nvSpPr>
        <p:spPr>
          <a:xfrm>
            <a:off x="1524000" y="5039119"/>
            <a:ext cx="3239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(റവ. കെ. പി. ഫിലിപ്പ്)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824884-FABC-4DC2-B2E2-481DCFD5403E}"/>
              </a:ext>
            </a:extLst>
          </p:cNvPr>
          <p:cNvSpPr/>
          <p:nvPr/>
        </p:nvSpPr>
        <p:spPr>
          <a:xfrm>
            <a:off x="9067800" y="5039119"/>
            <a:ext cx="21555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(Rev. K.P. Philip) </a:t>
            </a:r>
          </a:p>
        </p:txBody>
      </p:sp>
    </p:spTree>
    <p:extLst>
      <p:ext uri="{BB962C8B-B14F-4D97-AF65-F5344CB8AC3E}">
        <p14:creationId xmlns:p14="http://schemas.microsoft.com/office/powerpoint/2010/main" val="109540769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69633" y="1103495"/>
            <a:ext cx="11922367" cy="2325505"/>
          </a:xfrm>
        </p:spPr>
        <p:txBody>
          <a:bodyPr anchor="t"/>
          <a:lstStyle/>
          <a:p>
            <a:pPr algn="l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ജാതനായ് ജാതനായിന്നു - ലോക രക്ഷക നേശുമശിഹാ-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ഉന്നതൻ തൻ ആവിയാൽ  - ഉരുവായ് കന്യക മേരിയിൽ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അത്ഭുത ശിശുവിനെ കാണാൻ - വണങ്ങിടാൻ 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സ്തുതിച്ചിടാൻ ഒരുങ്ങിടാം വേഗം പോകാം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95538" y="0"/>
            <a:ext cx="990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118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5D51A2-4455-4427-BB28-590A3216CA10}"/>
              </a:ext>
            </a:extLst>
          </p:cNvPr>
          <p:cNvSpPr/>
          <p:nvPr/>
        </p:nvSpPr>
        <p:spPr>
          <a:xfrm>
            <a:off x="228598" y="3805078"/>
            <a:ext cx="1195167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Jaathanaai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jaathanaainnu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rakshakan-eshumashihaa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Unnathan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aaviyathaal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uruvay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kanyaka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maryil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Athbutha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shishuvine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vanhangeedaan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Sthuthicheedaan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orungeedaam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vegam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pokaam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DEBE08-D617-4E04-A9A2-3F00391E265E}"/>
              </a:ext>
            </a:extLst>
          </p:cNvPr>
          <p:cNvSpPr/>
          <p:nvPr/>
        </p:nvSpPr>
        <p:spPr>
          <a:xfrm>
            <a:off x="0" y="400110"/>
            <a:ext cx="12191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97061"/>
            <a:ext cx="12192000" cy="2020705"/>
          </a:xfrm>
        </p:spPr>
        <p:txBody>
          <a:bodyPr anchor="t"/>
          <a:lstStyle/>
          <a:p>
            <a:pPr algn="l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ലോകത്തിൻ - പ്രത്യാശ അവൻ മാത്രം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പാപത്തിൽ - നിന്നുദ്ധരിപ്പോൻ ഏകൻ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ആപത്തിൽ സ്ഥിരസങ്കേത മവൻ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ദൈവത്തിൻ പുത്രനു മഹത്വം സദാ-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95538" y="0"/>
            <a:ext cx="990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118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5D51A2-4455-4427-BB28-590A3216CA10}"/>
              </a:ext>
            </a:extLst>
          </p:cNvPr>
          <p:cNvSpPr/>
          <p:nvPr/>
        </p:nvSpPr>
        <p:spPr>
          <a:xfrm>
            <a:off x="0" y="3421994"/>
            <a:ext cx="1218027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Lokathin-prathyaasha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Paapathil-ninnudharippon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aekan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Aapathil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sthirasankethamavan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Daivathin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puthranu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mahathwan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sadaa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60578491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597" y="1103495"/>
            <a:ext cx="11963403" cy="2325505"/>
          </a:xfrm>
        </p:spPr>
        <p:txBody>
          <a:bodyPr anchor="t"/>
          <a:lstStyle/>
          <a:p>
            <a:pPr algn="l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പോയിടാം പോയിടാം നമുക്ക് ബേതലേ ജനിച്ചു ദേവജാതൻ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ആകാശെ ഉദിച്ചുയർന്നതാരം ശോഭിച്ചു നാലുചുറ്റുപാടും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മൂവരാം ശാസ്ത്രജ്ഞന്മാർ കാണു ബദ്ധപ്പെട്ടു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പൊന്നുമൂരു കുന്തുരുക്കം കയ്യിലേന്തി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95538" y="0"/>
            <a:ext cx="990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118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5D51A2-4455-4427-BB28-590A3216CA10}"/>
              </a:ext>
            </a:extLst>
          </p:cNvPr>
          <p:cNvSpPr/>
          <p:nvPr/>
        </p:nvSpPr>
        <p:spPr>
          <a:xfrm>
            <a:off x="228598" y="3805078"/>
            <a:ext cx="1195167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Poyidaam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poyidaam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namukku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bethele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janichu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devajaathan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Aakashe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udichuyarnna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shobhichu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naaluchuttupaadum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Moovaraam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shaasthragnanmaar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kandu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badhapettu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Ponnumoorukunthurukkam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kaiyyilenthi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DEBE08-D617-4E04-A9A2-3F00391E265E}"/>
              </a:ext>
            </a:extLst>
          </p:cNvPr>
          <p:cNvSpPr/>
          <p:nvPr/>
        </p:nvSpPr>
        <p:spPr>
          <a:xfrm>
            <a:off x="0" y="400110"/>
            <a:ext cx="12191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3637262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97061"/>
            <a:ext cx="12192000" cy="2020705"/>
          </a:xfrm>
        </p:spPr>
        <p:txBody>
          <a:bodyPr anchor="t"/>
          <a:lstStyle/>
          <a:p>
            <a:pPr algn="l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രാജൻ മുൻപിൽ കാഴ്ചവെയ്പാൻ പോയി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ഹെരോദാവിൻ കൊട്ടാരത്തിൽ ചെന്നു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യൂദരാ-ജൻ ജന്മം എവിടെ ?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ചോദിച്ചു-ഗ്രഹിച്ചു പോയി കുമ്പിട്ടു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95538" y="0"/>
            <a:ext cx="990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118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5D51A2-4455-4427-BB28-590A3216CA10}"/>
              </a:ext>
            </a:extLst>
          </p:cNvPr>
          <p:cNvSpPr/>
          <p:nvPr/>
        </p:nvSpPr>
        <p:spPr>
          <a:xfrm>
            <a:off x="0" y="3421994"/>
            <a:ext cx="1218027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Raajanmumbil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kaazhcha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veyppan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poyi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Herodaavin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kottarathil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chennu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Yoodaraa-jan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evide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?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Chodichu-grahichu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poyi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kumbittu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9466777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597" y="1103495"/>
            <a:ext cx="11963403" cy="2325505"/>
          </a:xfrm>
        </p:spPr>
        <p:txBody>
          <a:bodyPr anchor="t"/>
          <a:lstStyle/>
          <a:p>
            <a:pPr algn="l"/>
            <a:r>
              <a:rPr lang="ml-IN" sz="30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പാടിടാം പാടിടാം എന്നും നിത്യരാജാവിനെ പുകഴ്ത്തിടാം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ആട്ടിടയർ കേട്ടു സുവാർത്ത-കർത്താവാം ക്രിസ്തു ജനിച്ചെന്നു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സ്വർഗ്ഗത്തിൽ ദൂതഗണം കൂടി -ഗീതം പാടി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ഉന്നതത്തിൽ ദൈവത്തിനു ഹാലേലുയ്യാ-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95538" y="0"/>
            <a:ext cx="990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118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5D51A2-4455-4427-BB28-590A3216CA10}"/>
              </a:ext>
            </a:extLst>
          </p:cNvPr>
          <p:cNvSpPr/>
          <p:nvPr/>
        </p:nvSpPr>
        <p:spPr>
          <a:xfrm>
            <a:off x="228598" y="3805078"/>
            <a:ext cx="1195167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Paadidaam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paadidaam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nithyaraajane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pukazhtheedam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Aattidayar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kettu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suvaartha-karthaavam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kristhu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janichennu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Swargathil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doothaganham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koodi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geetham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Unnathathil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daivathinu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haaleluyya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DEBE08-D617-4E04-A9A2-3F00391E265E}"/>
              </a:ext>
            </a:extLst>
          </p:cNvPr>
          <p:cNvSpPr/>
          <p:nvPr/>
        </p:nvSpPr>
        <p:spPr>
          <a:xfrm>
            <a:off x="0" y="400110"/>
            <a:ext cx="12191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2471847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97061"/>
            <a:ext cx="12192000" cy="2020705"/>
          </a:xfrm>
        </p:spPr>
        <p:txBody>
          <a:bodyPr anchor="t"/>
          <a:lstStyle/>
          <a:p>
            <a:pPr algn="l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ഭൂമിയിൽ - ദൈവപ്രീതിയുള്ളോർക്കു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ശാന്തി-ണ്ടാകട്ടെന്നവർ പാടി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ശീലകൾ - ചുറ്റി പശുത്തൊട്ടിയിൽ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കിടക്കും-കുഞ്ഞിനെ കാണ്‍മാൻ പോയവർ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95538" y="0"/>
            <a:ext cx="990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118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5D51A2-4455-4427-BB28-590A3216CA10}"/>
              </a:ext>
            </a:extLst>
          </p:cNvPr>
          <p:cNvSpPr/>
          <p:nvPr/>
        </p:nvSpPr>
        <p:spPr>
          <a:xfrm>
            <a:off x="0" y="3421994"/>
            <a:ext cx="1218027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Bhoomiyil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daivapreethiyullorkku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Shaanthiyu-ndaakattennavar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Sheelakalh-chutti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pashuthottiyil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Kidakkum-kunjine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kaanhmaan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poyavarh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BBED86-4F18-4740-8FE3-56F6185FC336}"/>
              </a:ext>
            </a:extLst>
          </p:cNvPr>
          <p:cNvSpPr/>
          <p:nvPr/>
        </p:nvSpPr>
        <p:spPr>
          <a:xfrm>
            <a:off x="9258184" y="3244334"/>
            <a:ext cx="29338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(റവ. കെ. പി. ഫിലിപ്പ്)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93E742-CDD0-4966-94FC-97F97EE1A612}"/>
              </a:ext>
            </a:extLst>
          </p:cNvPr>
          <p:cNvSpPr/>
          <p:nvPr/>
        </p:nvSpPr>
        <p:spPr>
          <a:xfrm>
            <a:off x="9745689" y="5674721"/>
            <a:ext cx="19588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(Rev. K.P. Philip)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54367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1108</TotalTime>
  <Words>126</Words>
  <Application>Microsoft Office PowerPoint</Application>
  <PresentationFormat>Widescreen</PresentationFormat>
  <Paragraphs>48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118 ജാതനായ് ജാതനായിന്നു</vt:lpstr>
      <vt:lpstr>ജാതനായ് ജാതനായിന്നു - ലോക രക്ഷക നേശുമശിഹാ- ഉന്നതൻ തൻ ആവിയാൽ  - ഉരുവായ് കന്യക മേരിയിൽ  അത്ഭുത ശിശുവിനെ കാണാൻ - വണങ്ങിടാൻ - സ്തുതിച്ചിടാൻ ഒരുങ്ങിടാം വേഗം പോകാം</vt:lpstr>
      <vt:lpstr>  ലോകത്തിൻ - പ്രത്യാശ അവൻ മാത്രം    പാപത്തിൽ - നിന്നുദ്ധരിപ്പോൻ ഏകൻ    ആപത്തിൽ സ്ഥിരസങ്കേത മവൻ    ദൈവത്തിൻ പുത്രനു മഹത്വം സദാ-</vt:lpstr>
      <vt:lpstr>പോയിടാം പോയിടാം നമുക്ക് ബേതലേ ജനിച്ചു ദേവജാതൻ  ആകാശെ ഉദിച്ചുയർന്നതാരം ശോഭിച്ചു നാലുചുറ്റുപാടും  മൂവരാം ശാസ്ത്രജ്ഞന്മാർ കാണു ബദ്ധപ്പെട്ടു  പൊന്നുമൂരു കുന്തുരുക്കം കയ്യിലേന്തി </vt:lpstr>
      <vt:lpstr>  രാജൻ മുൻപിൽ കാഴ്ചവെയ്പാൻ പോയി    ഹെരോദാവിൻ കൊട്ടാരത്തിൽ ചെന്നു    യൂദരാ-ജൻ ജന്മം എവിടെ ?   ചോദിച്ചു-ഗ്രഹിച്ചു പോയി കുമ്പിട്ടു </vt:lpstr>
      <vt:lpstr>പാടിടാം പാടിടാം എന്നും നിത്യരാജാവിനെ പുകഴ്ത്തിടാം  ആട്ടിടയർ കേട്ടു സുവാർത്ത-കർത്താവാം ക്രിസ്തു ജനിച്ചെന്നു  സ്വർഗ്ഗത്തിൽ ദൂതഗണം കൂടി -ഗീതം പാടി  ഉന്നതത്തിൽ ദൈവത്തിനു ഹാലേലുയ്യാ-</vt:lpstr>
      <vt:lpstr>  ഭൂമിയിൽ - ദൈവപ്രീതിയുള്ളോർക്കു    ശാന്തി-ണ്ടാകട്ടെന്നവർ പാടി    ശീലകൾ - ചുറ്റി പശുത്തൊട്ടിയിൽ    കിടക്കും-കുഞ്ഞിനെ കാണ്‍മാൻ പോയവർ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Jaathanaai jaathanaayinnu</dc:title>
  <dc:creator>Digital Input:; GM JOHN; Acsah Mathews</dc:creator>
  <cp:lastModifiedBy>Acsah Mathews</cp:lastModifiedBy>
  <cp:revision>350</cp:revision>
  <dcterms:created xsi:type="dcterms:W3CDTF">2013-04-19T09:19:07Z</dcterms:created>
  <dcterms:modified xsi:type="dcterms:W3CDTF">2018-11-02T17:11:45Z</dcterms:modified>
</cp:coreProperties>
</file>