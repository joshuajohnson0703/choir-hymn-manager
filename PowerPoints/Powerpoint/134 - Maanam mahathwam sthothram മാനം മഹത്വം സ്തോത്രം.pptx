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70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479530-70CF-46F8-B278-96ADA30B42A0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D230B2-21A7-404E-8692-F24A89A7C1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F16F2A-0A0B-4B16-AF1D-59ADAB830FE6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DA084-89CD-42B7-8B2D-FF225E70D9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CFA762-79AD-4A0A-8DD5-13ECDB1C366D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584C96-57D5-4B94-8CDD-80C386DC81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757C61-8235-4F7F-88A1-CE997487A5B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87D705-A47B-4456-AF44-FE6AF404B1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09BB17-4F72-4BF7-A8EB-53F773393D1F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6A2A75-299F-480B-8388-83FBB7973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48312-0EEB-4D31-AD30-9067CF3119F6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F83DC4-1DCB-4408-9F7E-5FC771FC49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7F8AB6-5CBB-4A9C-B14A-731D9648749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73F454-4D61-4C80-B1B6-D87A97BBB1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DF7C9-7713-4F31-926E-6304E16CB154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63552E-8BE1-4B8B-BEB4-B19015AB1E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27F14-B16B-49A1-9632-0544E463F5F7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650DC2-F1B5-4C82-9D15-91F7FF4514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CEFB9D-ADE4-444E-B461-6E2BA2E26504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336007-2CCF-4DAD-AAE3-04A18C89A0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FEDD7-D26C-4B16-AC63-FF38AF2422BD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A3933-28F6-4228-A991-E833A0CF35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9951C4E-CBBC-4A8B-B8AD-A46C1FC932A3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8B2B763-E03E-4E5A-B235-5C725D5605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B1ED2-D944-40F1-8BFA-090E5E51E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134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മാനം മഹത്വം സ്തോത്രം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B34586-660E-4D11-B1F3-5ADB16C342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Maanam </a:t>
            </a:r>
            <a:r>
              <a:rPr lang="en-US" sz="4000" b="1" dirty="0" err="1">
                <a:solidFill>
                  <a:schemeClr val="tx2"/>
                </a:solidFill>
              </a:rPr>
              <a:t>mahathwam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sthothram</a:t>
            </a:r>
            <a:endParaRPr lang="en-US" sz="4000" b="1" dirty="0">
              <a:solidFill>
                <a:schemeClr val="tx2"/>
              </a:solidFill>
            </a:endParaRPr>
          </a:p>
          <a:p>
            <a:r>
              <a:rPr lang="en-US" i="1" dirty="0">
                <a:solidFill>
                  <a:schemeClr val="tx2"/>
                </a:solidFill>
              </a:rPr>
              <a:t>All Glory Laud - </a:t>
            </a:r>
            <a:r>
              <a:rPr lang="en-US" i="1" dirty="0" err="1">
                <a:solidFill>
                  <a:schemeClr val="tx2"/>
                </a:solidFill>
              </a:rPr>
              <a:t>Theodulph</a:t>
            </a:r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11530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0" y="800099"/>
            <a:ext cx="10668000" cy="2811091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മാനം മഹത്വം സ്തോത്രം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നിനക്കു രക്ഷകാ!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ശിശുക്കൾ നിന്നെ വാഴ്ത്തി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ഹോശാന ആർത്തവർ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76CAF-BB9B-44FB-AD75-E92C68D7ED80}"/>
              </a:ext>
            </a:extLst>
          </p:cNvPr>
          <p:cNvSpPr/>
          <p:nvPr/>
        </p:nvSpPr>
        <p:spPr>
          <a:xfrm>
            <a:off x="0" y="3890546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Maanam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mahathwam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sthothram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Rakshakaa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Shishukalh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Hoshaana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aarththavar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00099"/>
            <a:ext cx="12192000" cy="2811091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യിസ്രായേൽ രാജൻ നീയേ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യിശായി വംശജൻ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കർത്താവിൻ ക്രിസ്തു!വാഴ്ക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വാഴ്ത്തുന്നെങ്ങൾ നിന്നെ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76CAF-BB9B-44FB-AD75-E92C68D7ED80}"/>
              </a:ext>
            </a:extLst>
          </p:cNvPr>
          <p:cNvSpPr/>
          <p:nvPr/>
        </p:nvSpPr>
        <p:spPr>
          <a:xfrm>
            <a:off x="0" y="3890546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Israyel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raajan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Neeyè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Ishaayi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vamshajan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Karthaavin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kristhu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Vaazhthunnengalh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1247632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0" y="800099"/>
            <a:ext cx="10668000" cy="2811091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മാനം മഹത്വം സ്തോത്രം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നിനക്കു രക്ഷകാ!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ശിശുക്കൾ നിന്നെ വാഴ്ത്തി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ഹോശാന ആർത്തവർ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76CAF-BB9B-44FB-AD75-E92C68D7ED80}"/>
              </a:ext>
            </a:extLst>
          </p:cNvPr>
          <p:cNvSpPr/>
          <p:nvPr/>
        </p:nvSpPr>
        <p:spPr>
          <a:xfrm>
            <a:off x="0" y="3890546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Maanam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mahathwam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sthothram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Rakshakaa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Shishukalh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Hoshaana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aarththavar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971554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00099"/>
            <a:ext cx="12192000" cy="2811091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2		</a:t>
            </a:r>
            <a:r>
              <a:rPr lang="ml-IN" sz="3600" b="1" dirty="0">
                <a:latin typeface="Kartika" panose="02020503030404060203" pitchFamily="18" charset="0"/>
              </a:rPr>
              <a:t>മാലാഹാവൃന്ദം നിന്നെ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മേലോകേ വാഴ്ത്തുന്നു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മർത്യരും സൃഷ്ടി സർവ്വം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കീർത്തിക്കുന്നെങ്ങുമേ-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76CAF-BB9B-44FB-AD75-E92C68D7ED80}"/>
              </a:ext>
            </a:extLst>
          </p:cNvPr>
          <p:cNvSpPr/>
          <p:nvPr/>
        </p:nvSpPr>
        <p:spPr>
          <a:xfrm>
            <a:off x="0" y="3890546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Maalaaha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vrindam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Mèlokey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vaazhthunnu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Marthyarum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srishti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sarvvam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keerthikkunnengumey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593950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0" y="800099"/>
            <a:ext cx="10668000" cy="2811091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മാനം മഹത്വം സ്തോത്രം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നിനക്കു രക്ഷകാ!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ശിശുക്കൾ നിന്നെ വാഴ്ത്തി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ഹോശാന ആർത്തവർ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76CAF-BB9B-44FB-AD75-E92C68D7ED80}"/>
              </a:ext>
            </a:extLst>
          </p:cNvPr>
          <p:cNvSpPr/>
          <p:nvPr/>
        </p:nvSpPr>
        <p:spPr>
          <a:xfrm>
            <a:off x="0" y="3890546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Maanam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mahathwam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sthothram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Rakshakaa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Shishukalh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Hoshaana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aarththavar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281103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00099"/>
            <a:ext cx="12192000" cy="2811091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3	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നിന്മാർഗ്ഗേ കുരുത്തോല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അങ്കിയും ഇട്ടവർ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യാചന, സ്തോത്രം, നിൻ മുൻ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ഈ ജനം അർപ്പിച്ചു -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76CAF-BB9B-44FB-AD75-E92C68D7ED80}"/>
              </a:ext>
            </a:extLst>
          </p:cNvPr>
          <p:cNvSpPr/>
          <p:nvPr/>
        </p:nvSpPr>
        <p:spPr>
          <a:xfrm>
            <a:off x="0" y="3890546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maarggey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kuruththola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Ankiyum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ittavar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Yaachana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arpichchu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6874824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0" y="800099"/>
            <a:ext cx="10668000" cy="2811091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മാനം മഹത്വം സ്തോത്രം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നിനക്കു രക്ഷകാ!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ശിശുക്കൾ നിന്നെ വാഴ്ത്തി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ഹോശാന ആർത്തവർ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76CAF-BB9B-44FB-AD75-E92C68D7ED80}"/>
              </a:ext>
            </a:extLst>
          </p:cNvPr>
          <p:cNvSpPr/>
          <p:nvPr/>
        </p:nvSpPr>
        <p:spPr>
          <a:xfrm>
            <a:off x="0" y="3890546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Maanam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mahathwam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sthothram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Rakshakaa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Shishukalh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Hoshaana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aarththavar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0446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00099"/>
            <a:ext cx="12192000" cy="2811091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4	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നിൻ കഷ്ടനാൾ മുൻ യൂദർ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പുകഴ്ത്തി പാട്ടിനാൽ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അത്യുന്നതനാം നിന്നെ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വാഴ്ത്തുന്നിന്നെങ്ങും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76CAF-BB9B-44FB-AD75-E92C68D7ED80}"/>
              </a:ext>
            </a:extLst>
          </p:cNvPr>
          <p:cNvSpPr/>
          <p:nvPr/>
        </p:nvSpPr>
        <p:spPr>
          <a:xfrm>
            <a:off x="0" y="3890546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kashtanaalh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yoodar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Pukazhththi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paattinaal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Athyunnathanaam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vaazhthunninnengalhum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421285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0" y="800099"/>
            <a:ext cx="10668000" cy="2811091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മാനം മഹത്വം സ്തോത്രം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നിനക്കു രക്ഷകാ!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ശിശുക്കൾ നിന്നെ വാഴ്ത്തി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ഹോശാന ആർത്തവർ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76CAF-BB9B-44FB-AD75-E92C68D7ED80}"/>
              </a:ext>
            </a:extLst>
          </p:cNvPr>
          <p:cNvSpPr/>
          <p:nvPr/>
        </p:nvSpPr>
        <p:spPr>
          <a:xfrm>
            <a:off x="0" y="3890546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Maanam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mahathwam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sthothram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Rakshakaa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Shishukalh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Hoshaana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aarththavar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258815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00099"/>
            <a:ext cx="12192000" cy="2811091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5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കൈക്കൊണ്ടു നീ ആ സ്തുതി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കേൾക്കെങ്ങൾ യാചന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നന്മയിൻ നാഥാ!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കൃപാലോ! രാജാവേ! –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76CAF-BB9B-44FB-AD75-E92C68D7ED80}"/>
              </a:ext>
            </a:extLst>
          </p:cNvPr>
          <p:cNvSpPr/>
          <p:nvPr/>
        </p:nvSpPr>
        <p:spPr>
          <a:xfrm>
            <a:off x="0" y="3890546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Kaikondu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aa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sthuthi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Kelhkenghalh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yaachana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Sarvva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nanmayin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Kripaalo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Raajaavey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4257981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0" y="800099"/>
            <a:ext cx="10668000" cy="2811091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മാനം മഹത്വം സ്തോത്രം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നിനക്കു രക്ഷകാ!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ശിശുക്കൾ നിന്നെ വാഴ്ത്തി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ഹോശാന ആർത്തവർ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76CAF-BB9B-44FB-AD75-E92C68D7ED80}"/>
              </a:ext>
            </a:extLst>
          </p:cNvPr>
          <p:cNvSpPr/>
          <p:nvPr/>
        </p:nvSpPr>
        <p:spPr>
          <a:xfrm>
            <a:off x="0" y="3890546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Maanam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mahathwam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sthothram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Rakshakaa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Shishukalh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Hoshaana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aarththavar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8439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171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134 മാനം മഹത്വം സ്തോത്രം</vt:lpstr>
      <vt:lpstr>മാനം മഹത്വം സ്തോത്രം  നിനക്കു രക്ഷകാ! ശിശുക്കൾ നിന്നെ വാഴ്ത്തി  ഹോശാന ആർത്തവർ</vt:lpstr>
      <vt:lpstr>1  യിസ്രായേൽ രാജൻ നീയേ    യിശായി വംശജൻ    കർത്താവിൻ ക്രിസ്തു!വാഴ്ക    വാഴ്ത്തുന്നെങ്ങൾ നിന്നെ </vt:lpstr>
      <vt:lpstr>മാനം മഹത്വം സ്തോത്രം  നിനക്കു രക്ഷകാ! ശിശുക്കൾ നിന്നെ വാഴ്ത്തി  ഹോശാന ആർത്തവർ</vt:lpstr>
      <vt:lpstr>2  മാലാഹാവൃന്ദം നിന്നെ    മേലോകേ വാഴ്ത്തുന്നു    മർത്യരും സൃഷ്ടി സർവ്വം    കീർത്തിക്കുന്നെങ്ങുമേ-</vt:lpstr>
      <vt:lpstr>മാനം മഹത്വം സ്തോത്രം  നിനക്കു രക്ഷകാ! ശിശുക്കൾ നിന്നെ വാഴ്ത്തി  ഹോശാന ആർത്തവർ</vt:lpstr>
      <vt:lpstr>3  നിന്മാർഗ്ഗേ കുരുത്തോല    അങ്കിയും ഇട്ടവർ    യാചന, സ്തോത്രം, നിൻ മുൻ    ഈ ജനം അർപ്പിച്ചു - </vt:lpstr>
      <vt:lpstr>മാനം മഹത്വം സ്തോത്രം  നിനക്കു രക്ഷകാ! ശിശുക്കൾ നിന്നെ വാഴ്ത്തി  ഹോശാന ആർത്തവർ</vt:lpstr>
      <vt:lpstr>4  നിൻ കഷ്ടനാൾ മുൻ യൂദർ    പുകഴ്ത്തി പാട്ടിനാൽ    അത്യുന്നതനാം നിന്നെ    വാഴ്ത്തുന്നിന്നെങ്ങും </vt:lpstr>
      <vt:lpstr>മാനം മഹത്വം സ്തോത്രം  നിനക്കു രക്ഷകാ! ശിശുക്കൾ നിന്നെ വാഴ്ത്തി  ഹോശാന ആർത്തവർ</vt:lpstr>
      <vt:lpstr>5  കൈക്കൊണ്ടു നീ ആ സ്തുതി    കേൾക്കെങ്ങൾ യാചന    സർവ്വ നന്മയിൻ നാഥാ!   കൃപാലോ! രാജാവേ! –</vt:lpstr>
      <vt:lpstr>മാനം മഹത്വം സ്തോത്രം  നിനക്കു രക്ഷകാ! ശിശുക്കൾ നിന്നെ വാഴ്ത്തി  ഹോശാന ആർത്തവർ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Maanam mahathwam sthothram</dc:title>
  <dc:creator>Digital Input:; GM JOHN; Acsah Mathews</dc:creator>
  <cp:lastModifiedBy>Acsah Mathews</cp:lastModifiedBy>
  <cp:revision>225</cp:revision>
  <dcterms:created xsi:type="dcterms:W3CDTF">2013-04-19T09:19:07Z</dcterms:created>
  <dcterms:modified xsi:type="dcterms:W3CDTF">2018-11-05T17:14:56Z</dcterms:modified>
</cp:coreProperties>
</file>