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0" r:id="rId3"/>
    <p:sldId id="273" r:id="rId4"/>
    <p:sldId id="278" r:id="rId5"/>
    <p:sldId id="274" r:id="rId6"/>
    <p:sldId id="279" r:id="rId7"/>
    <p:sldId id="275" r:id="rId8"/>
    <p:sldId id="280" r:id="rId9"/>
    <p:sldId id="276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1" d="100"/>
          <a:sy n="41" d="100"/>
        </p:scale>
        <p:origin x="66" y="8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6BA2D5-414C-4C98-A689-0D43E123EAF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CBC4C-1431-4F38-9944-0DCE488321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19ED1B-DEED-400B-A05E-799D640DB17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423D6-9BFD-4F42-8F73-7D9411963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B232B-62B8-4AD6-85D7-27B00810965B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995880-B2D1-4C3D-BD20-CFDBE98015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B5E31-75AF-41D9-AC76-43647AFD28D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3D303-2704-4E9D-9A08-9154F3CE3B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8D413-9E52-4E6D-AC84-23F24240EBD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C302EB-0D75-4A14-9120-54B29B0408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7ED54D-013F-48CE-98CC-A27A0B6D89D9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43CB43-6629-4ABB-AC9B-AA3CF06838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33DF55-5449-489F-9941-2F335B9F0CAC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1308AE-75EC-4A9E-8119-C5CA631030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95C64-3639-4334-90F9-CE43EC6037CA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43B03-2E5A-4728-AB86-8A2ED51B10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EDCDF-57DF-4C08-B6AA-2AE04909F82D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0688BA-8401-4BED-9975-7E3C5ADDA0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B104-085F-45B5-A2DE-A5BD1025826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DC160-8365-41C6-8149-3EA3C9D02B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1C5F9-FCA5-454E-A481-0BF84E6D65A5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12FF2E-FD38-4494-B856-7D79B51AD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3B03D1-0E2D-4FD4-815F-AF4DA9B5AA87}" type="datetimeFigureOut">
              <a:rPr lang="en-US"/>
              <a:pPr>
                <a:defRPr/>
              </a:pPr>
              <a:t>11/1/2018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D390A69-2892-4EC4-BC3C-3499B86761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4365-8F76-4DB8-A442-DA8C283B79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89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മനുവേലിൻ സ്തുതിയെ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73052-45A6-44EB-A52C-FFA09B683B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Maanuvelin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Sthuthiye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ECA54-826D-434E-BA40-736766323747}"/>
              </a:ext>
            </a:extLst>
          </p:cNvPr>
          <p:cNvSpPr/>
          <p:nvPr/>
        </p:nvSpPr>
        <p:spPr>
          <a:xfrm>
            <a:off x="926123" y="5819239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6B02F6-46FF-4A78-A78C-F088D198A1FD}"/>
              </a:ext>
            </a:extLst>
          </p:cNvPr>
          <p:cNvSpPr/>
          <p:nvPr/>
        </p:nvSpPr>
        <p:spPr>
          <a:xfrm>
            <a:off x="9353949" y="5819239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Moshavatsalam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12858758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anchor="t"/>
          <a:lstStyle/>
          <a:p>
            <a:pPr defTabSz="457200"/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സ്തുതിയെ പാടിടുവാൻ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നാണിക്കൊലാ മനമേ-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മനുവേൽ തൻ തിരു മാനസേ ഏറ്റവും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മാനഹാനി നിനക്കായി സഹിച്ചല്ലോ!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 </a:t>
            </a:r>
          </a:p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Maanuvelin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Naanhikkolaa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 algn="ctr"/>
            <a:r>
              <a:rPr lang="en-US" sz="24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Anupallavi</a:t>
            </a:r>
            <a:endParaRPr lang="en-US" sz="24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Maanahaani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3497"/>
            <a:ext cx="12192000" cy="2267367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സേനദൂതർക്കവൻ താൻ-സൈന്യാധിപൻ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വാനലോകാധിപൻ താൻ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ഭാനുപോലാകാശത്തിന്നു മേൽ ലോകത്തിൽ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താനേ ശോഭിച്ചവൻ താണു നിന്നെപ്രതി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Senadootharkkavan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sainyaadhipan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vaanalokaadhipan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polaakaashathinnu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lokathil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shobhichavan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ninneprathia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498974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anchor="t"/>
          <a:lstStyle/>
          <a:p>
            <a:pPr defTabSz="457200"/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സ്തുതിയെ പാടിടുവാൻ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നാണിക്കൊലാ മനമേ-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മനുവേൽ തൻ തിരു മാനസേ ഏറ്റവും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മാനഹാനി നിനക്കായി സഹിച്ചല്ലോ!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Maanuvelin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Naanhikkolaa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Maanahaani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59985163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3497"/>
            <a:ext cx="12192000" cy="2267367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ലോകാലോകങ്ങളിൽ താൻ-വ്യാപരിച്ചവൻ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ശോകമില്ലാത്ത പരൻ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ദാഹം ദു:ഖങ്ങളും - ഏറെ സഹിച്ചു തൻ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ദേഹം ജീവൻ ബലി-ചെയ്തു നിന്നെപ്രതി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Lokaalokangalhil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vyaapichavan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shokamillatha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Dhukhangalhum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aere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bali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3170504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anchor="t"/>
          <a:lstStyle/>
          <a:p>
            <a:pPr defTabSz="457200"/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സ്തുതിയെ പാടിടുവാൻ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നാണിക്കൊലാ മനമേ-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മനുവേൽ തൻ തിരു മാനസേ ഏറ്റവും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മാനഹാനി നിനക്കായി സഹിച്ചല്ലോ!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Maanuvelin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Naanhikkolaa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Maanahaani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3988895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3497"/>
            <a:ext cx="12192000" cy="2267367"/>
          </a:xfrm>
        </p:spPr>
        <p:txBody>
          <a:bodyPr anchor="t"/>
          <a:lstStyle/>
          <a:p>
            <a:pPr algn="l" defTabSz="457200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3	ദീപം ജീവൻ വഴി താൻ-സമ്പാദ്യവും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ഭാവുകവും അവൻ താൻ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താപം പരീക്ഷയും - ശാപം മാശിക്ഷയും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സർവ്വ വിപത്തും സഹിച്ചു നിന്നെ പ്രതി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- മനു...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Deepam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sambaadyavum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bhaavukavum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Thaapam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pareekshayum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maashikshayum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vipathum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 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142851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anchor="t"/>
          <a:lstStyle/>
          <a:p>
            <a:pPr defTabSz="457200"/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സ്തുതിയെ പാടിടുവാൻ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നാണിക്കൊലാ മനമേ-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മനുവേൽ തൻ തിരു മാനസേ ഏറ്റവും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മാനഹാനി നിനക്കായി സഹിച്ചല്ലോ!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Maanuvelin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Naanhikkolaa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Maanahaani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99155048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833497"/>
            <a:ext cx="12192000" cy="2267367"/>
          </a:xfrm>
        </p:spPr>
        <p:txBody>
          <a:bodyPr anchor="t"/>
          <a:lstStyle/>
          <a:p>
            <a:pPr algn="l" defTabSz="457200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അന്യരുടെ സ്തുതി നീ-ചൊന്നാ-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ലപമാനമല്ലോ മനമേ!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തന്നെത്തന്നെ നിനക്കായിത്തന്നോനേ നീ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എന്നും ഭക്ത്യാ സ്തുതി-ചൊൽകയല്ലോ നീതി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 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-മനു...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Anyarude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–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chonnaal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apamaanamallo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Thannethanne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ninakkayi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thannone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cholkayallo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8F0BD2-AAC2-4D90-9090-39E05DA4263E}"/>
              </a:ext>
            </a:extLst>
          </p:cNvPr>
          <p:cNvSpPr/>
          <p:nvPr/>
        </p:nvSpPr>
        <p:spPr>
          <a:xfrm>
            <a:off x="10138233" y="3080266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(മോശവത്സലം)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BAB8C1-2AF6-4970-BC64-F61FE3066891}"/>
              </a:ext>
            </a:extLst>
          </p:cNvPr>
          <p:cNvSpPr/>
          <p:nvPr/>
        </p:nvSpPr>
        <p:spPr>
          <a:xfrm>
            <a:off x="10138233" y="5819239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 err="1">
                <a:solidFill>
                  <a:srgbClr val="000000"/>
                </a:solidFill>
              </a:rPr>
              <a:t>Moshavatsalam</a:t>
            </a:r>
            <a:r>
              <a:rPr lang="en-US" dirty="0">
                <a:solidFill>
                  <a:srgbClr val="000000"/>
                </a:solidFill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6353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anchor="t"/>
          <a:lstStyle/>
          <a:p>
            <a:pPr defTabSz="457200"/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മനുവേലിൻ സ്തുതിയെ പാടിടുവാൻ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നാണിക്കൊലാ മനമേ-</a:t>
            </a: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മനുവേൽ തൻ തിരു മാനസേ ഏറ്റവും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മാനഹാനി നിനക്കായി സഹിച്ചല്ലോ!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മനു....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-33754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7BEA5D-176E-4BB9-A6F2-8E2C5C3C9912}"/>
              </a:ext>
            </a:extLst>
          </p:cNvPr>
          <p:cNvSpPr/>
          <p:nvPr/>
        </p:nvSpPr>
        <p:spPr>
          <a:xfrm>
            <a:off x="0" y="3429000"/>
            <a:ext cx="12192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Maanuvelin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paadiduvaan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Naanhikkolaa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maname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pPr algn="ctr"/>
            <a:endParaRPr lang="en-US" sz="3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Maanuvel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thanthiru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ettavum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Maanahaani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ninkkai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sahichallo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			-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256584287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189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89 മനുവേലിൻ സ്തുതിയെ</vt:lpstr>
      <vt:lpstr>പല്ലവി  മനുവേലിൻ സ്തുതിയെ പാടിടുവാൻ  നാണിക്കൊലാ മനമേ-  അനുപല്ലവി  മനുവേൽ തൻ തിരു മാനസേ ഏറ്റവും  മാനഹാനി നിനക്കായി സഹിച്ചല്ലോ!    - മനു....</vt:lpstr>
      <vt:lpstr>1  സേനദൂതർക്കവൻ താൻ-സൈന്യാധിപൻ  വാനലോകാധിപൻ താൻ   ഭാനുപോലാകാശത്തിന്നു മേൽ ലോകത്തിൽ   താനേ ശോഭിച്ചവൻ താണു നിന്നെപ്രതി    - മനു...</vt:lpstr>
      <vt:lpstr> മനുവേലിൻ സ്തുതിയെ പാടിടുവാൻ  നാണിക്കൊലാ മനമേ-  മനുവേൽ തൻ തിരു മാനസേ ഏറ്റവും  മാനഹാനി നിനക്കായി സഹിച്ചല്ലോ!    - മനു....</vt:lpstr>
      <vt:lpstr>2 ലോകാലോകങ്ങളിൽ താൻ-വ്യാപരിച്ചവൻ   ശോകമില്ലാത്ത പരൻ   ദാഹം ദു:ഖങ്ങളും - ഏറെ സഹിച്ചു തൻ   ദേഹം ജീവൻ ബലി-ചെയ്തു നിന്നെപ്രതി    - മനു...</vt:lpstr>
      <vt:lpstr> മനുവേലിൻ സ്തുതിയെ പാടിടുവാൻ  നാണിക്കൊലാ മനമേ-  മനുവേൽ തൻ തിരു മാനസേ ഏറ്റവും  മാനഹാനി നിനക്കായി സഹിച്ചല്ലോ!    - മനു....</vt:lpstr>
      <vt:lpstr>3 ദീപം ജീവൻ വഴി താൻ-സമ്പാദ്യവും   ഭാവുകവും അവൻ താൻ   താപം പരീക്ഷയും - ശാപം മാശിക്ഷയും   സർവ്വ വിപത്തും സഹിച്ചു നിന്നെ പ്രതി    - മനു...</vt:lpstr>
      <vt:lpstr> മനുവേലിൻ സ്തുതിയെ പാടിടുവാൻ  നാണിക്കൊലാ മനമേ-  മനുവേൽ തൻ തിരു മാനസേ ഏറ്റവും  മാനഹാനി നിനക്കായി സഹിച്ചല്ലോ!    - മനു....</vt:lpstr>
      <vt:lpstr>4 അന്യരുടെ സ്തുതി നീ-ചൊന്നാ-  ലപമാനമല്ലോ മനമേ!  തന്നെത്തന്നെ നിനക്കായിത്തന്നോനേ നീ   എന്നും ഭക്ത്യാ സ്തുതി-ചൊൽകയല്ലോ നീതി       -മനു...</vt:lpstr>
      <vt:lpstr> മനുവേലിൻ സ്തുതിയെ പാടിടുവാൻ  നാണിക്കൊലാ മനമേ-  മനുവേൽ തൻ തിരു മാനസേ ഏറ്റവും  മാനഹാനി നിനക്കായി സഹിച്ചല്ലോ!    - മനു....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Maanuvelin sthuthiye</dc:title>
  <dc:creator>Digital Input:;GM JOHN</dc:creator>
  <cp:lastModifiedBy>Acsah Mathews</cp:lastModifiedBy>
  <cp:revision>323</cp:revision>
  <dcterms:created xsi:type="dcterms:W3CDTF">2013-04-19T09:19:07Z</dcterms:created>
  <dcterms:modified xsi:type="dcterms:W3CDTF">2018-11-01T16:28:17Z</dcterms:modified>
</cp:coreProperties>
</file>