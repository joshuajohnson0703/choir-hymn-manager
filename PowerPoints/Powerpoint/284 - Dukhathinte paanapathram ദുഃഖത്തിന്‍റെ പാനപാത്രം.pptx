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0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1BA677-3208-4E5F-A015-5D096E0F866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D8329-A284-4C9E-9D39-F30ABF1E6C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C1A11-0882-4708-9D69-8C2ED43CF28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6807D-982A-4D1D-8A8A-52F5A03B3D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8DC6B-2E8B-464A-B7FD-CD95208F23B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434CE-9292-405E-9E88-108FB6D848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8B4DB-C4C7-441C-8B00-EB7AFB8385E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22832-025C-4AB6-AD1C-62CC4DBB2D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DB0EA-F7E3-4B16-AD73-A3933705E63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993B10-3C42-497F-8A87-4F295E09C6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836EE-47C8-4F4E-9939-838A033C0D3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09173F-0D71-446A-BB77-3964F2F1AB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2371E-E91E-45BC-9854-BADE496016B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B3E63-2525-47E9-A800-03987CD3AC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EA157-507A-4100-9A1E-3CF5E189217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68533-BBE2-4389-BE64-540E029EA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E73FD-CADB-45E0-8371-9D1D1F862D9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75600-B851-4C5B-B14A-0C02968E95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19DEF-69A8-4348-A5D5-0620CC36BB5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9DE4DD-63DF-4607-992C-3727F1DDF9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AC026-890E-4740-841F-ADF900F2810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6884-DA83-43BF-84B0-C6D21F6A4B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6CF5B40-F9B6-42F3-A8FD-383DDF35B49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DAD41F-3F5F-478D-B65B-66B1F3376A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134D-E3BB-4506-BE73-3592886BF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284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ദുഃഖത്തിന്‍റെ പാനപാത്രം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8D301-6A38-4D3F-9983-1A8D7FF74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Dukhaththinte </a:t>
            </a:r>
            <a:r>
              <a:rPr lang="en-US" sz="4000" b="1" dirty="0" err="1">
                <a:solidFill>
                  <a:schemeClr val="tx2"/>
                </a:solidFill>
              </a:rPr>
              <a:t>paanapaathram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5DFD2B-06BD-407B-8496-E54147CD00B3}"/>
              </a:ext>
            </a:extLst>
          </p:cNvPr>
          <p:cNvSpPr/>
          <p:nvPr/>
        </p:nvSpPr>
        <p:spPr>
          <a:xfrm>
            <a:off x="332090" y="4752945"/>
            <a:ext cx="6003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(മൂത്താംപാക്കല്‍ കൊച്ചുകുഞ്ഞ് </a:t>
            </a:r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ഉപദേശി</a:t>
            </a:r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EC5763-B951-4D7B-9CB7-76A205576B54}"/>
              </a:ext>
            </a:extLst>
          </p:cNvPr>
          <p:cNvSpPr/>
          <p:nvPr/>
        </p:nvSpPr>
        <p:spPr>
          <a:xfrm>
            <a:off x="6934200" y="4752945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Muthampakkal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Kochukunju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Upadeshi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94322123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81100" y="1028580"/>
            <a:ext cx="10515600" cy="27432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ദുഃഖത്തിന്‍റെ പാനപാത്രം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കർത്താവെന്‍റെ കയ്യിൽ തന്നാൽ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സന്തോഷത്തോടതു വാങ്ങി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പാടീടും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49FDC-BBF3-4C5B-879A-3EF781A0D206}"/>
              </a:ext>
            </a:extLst>
          </p:cNvPr>
          <p:cNvSpPr/>
          <p:nvPr/>
        </p:nvSpPr>
        <p:spPr>
          <a:xfrm>
            <a:off x="2057400" y="3771780"/>
            <a:ext cx="8763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Dukhaththinte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paanapaathram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kartthavente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kaiyyil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thannaal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Santhoshattho-dathu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vaangi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halleluyya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paadeedum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ECD59-DC58-46A2-99FF-5473FF6E150E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81100" y="1028580"/>
            <a:ext cx="10515600" cy="27432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ദോഷ മായി ട്ടൊന്നും എന്നോ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ടെന്‍റെ താതൻ ചെയ്കയില്ല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യവനടിച്ചാലും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അവനെന്നെ സ്നേഹിക്കുന്നു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49FDC-BBF3-4C5B-879A-3EF781A0D206}"/>
              </a:ext>
            </a:extLst>
          </p:cNvPr>
          <p:cNvSpPr/>
          <p:nvPr/>
        </p:nvSpPr>
        <p:spPr>
          <a:xfrm>
            <a:off x="2057400" y="3771780"/>
            <a:ext cx="8763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Doshamaayi-ttonnum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enno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dente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thaathan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cheykayilla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Enne-yavan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adichaalum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avanenne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snehikunnu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ECD59-DC58-46A2-99FF-5473FF6E150E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028215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81100" y="1028580"/>
            <a:ext cx="10515600" cy="27432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 നഷ്ട മേറി വന്നാൽ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ഭാഗ്യവാനായ് തീരുന്നു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കഷ്ടമേറ്റ കർത്താവോടു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കൂട്ടാളിയായ് തീരുന്നു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49FDC-BBF3-4C5B-879A-3EF781A0D206}"/>
              </a:ext>
            </a:extLst>
          </p:cNvPr>
          <p:cNvSpPr/>
          <p:nvPr/>
        </p:nvSpPr>
        <p:spPr>
          <a:xfrm>
            <a:off x="2057400" y="3771780"/>
            <a:ext cx="8763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Kashta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nashtameri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vannaal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bhaagyavaanai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theerunnu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njaan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Kashtametta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karthaavodu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koottalhiyayi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theerunnu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njan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ECD59-DC58-46A2-99FF-5473FF6E150E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532238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81100" y="1028580"/>
            <a:ext cx="10515600" cy="27432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 സുഖമെന്തു തരും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ആത്മക്ലേശമതിൻ ഫലം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സൗഭാഗ്യമുള്ളാത്മ ജീവൻ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കഷ്ടതയിൽ വർദ്ധിക്കുന്നു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49FDC-BBF3-4C5B-879A-3EF781A0D206}"/>
              </a:ext>
            </a:extLst>
          </p:cNvPr>
          <p:cNvSpPr/>
          <p:nvPr/>
        </p:nvSpPr>
        <p:spPr>
          <a:xfrm>
            <a:off x="2057400" y="3771780"/>
            <a:ext cx="8763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Loka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sukhamenthu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tharum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aathmaklesham-athin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phalam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Soubhagyamullhaathma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Jeevan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kashtathayil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varddhikkunnu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ECD59-DC58-46A2-99FF-5473FF6E150E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6899521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81100" y="1028580"/>
            <a:ext cx="10515600" cy="27432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ജീവനത്തിൻ വമ്പു വേണ്ട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കാഴ്ചയുടെ ശോഭവേണ്ടാ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കൂടാരത്തിൻ മുടി പോലെ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ക്രൂശിൻ നിറം മാത്രം മതി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49FDC-BBF3-4C5B-879A-3EF781A0D206}"/>
              </a:ext>
            </a:extLst>
          </p:cNvPr>
          <p:cNvSpPr/>
          <p:nvPr/>
        </p:nvSpPr>
        <p:spPr>
          <a:xfrm>
            <a:off x="2057400" y="3771780"/>
            <a:ext cx="8763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Jeevanathin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vambu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venda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azhchayude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shobha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venda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Koodaratthin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moodi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pole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krooshin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nirham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maathram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mathi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ECD59-DC58-46A2-99FF-5473FF6E150E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2332927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81100" y="1028580"/>
            <a:ext cx="10515600" cy="27432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ഉള്ളിലെനിക്കെന്തു സുഖം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തേജസ്സേറും ഖെറൂബുകൾ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കൂടാരത്തി നകത്തുണ്ട്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ഷെക്കിനായും ഉണ്ടവിടെ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49FDC-BBF3-4C5B-879A-3EF781A0D206}"/>
              </a:ext>
            </a:extLst>
          </p:cNvPr>
          <p:cNvSpPr/>
          <p:nvPr/>
        </p:nvSpPr>
        <p:spPr>
          <a:xfrm>
            <a:off x="2057400" y="3771780"/>
            <a:ext cx="8763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Ullhilenikkenthu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sukham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thejasserhum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kherhoobukalh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Koodaratthi-nakatthund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shekkinaayum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undavide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ECD59-DC58-46A2-99FF-5473FF6E150E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8237454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81100" y="1028580"/>
            <a:ext cx="10515600" cy="27432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ഭക്തന്മാരാം സഹോദരർ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വിളക്കുപോൽ കൂടെ യുണ്ട്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പ്രാർത്ഥനയിൻ ധൂപമുണ്ട്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മേശ മേലെന്‍റെപ്പമുണ്ട്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49FDC-BBF3-4C5B-879A-3EF781A0D206}"/>
              </a:ext>
            </a:extLst>
          </p:cNvPr>
          <p:cNvSpPr/>
          <p:nvPr/>
        </p:nvSpPr>
        <p:spPr>
          <a:xfrm>
            <a:off x="2057400" y="3771780"/>
            <a:ext cx="8763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Bhakthanmaaram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sahodararh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vilhakkupolkoode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undu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Praarthanayin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dhoopamundu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mesha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mel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entappamund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ECD59-DC58-46A2-99FF-5473FF6E150E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3717649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81100" y="1028580"/>
            <a:ext cx="10515600" cy="27432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പ്രാകാരത്തിലെന്‍റെ മുമ്പിൽ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യേശുവിനെ കാണുന്നു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യാഗപീഠമവനത്രേ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എന്നുമെന്‍റെ രക്ഷയവൻ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49FDC-BBF3-4C5B-879A-3EF781A0D206}"/>
              </a:ext>
            </a:extLst>
          </p:cNvPr>
          <p:cNvSpPr/>
          <p:nvPr/>
        </p:nvSpPr>
        <p:spPr>
          <a:xfrm>
            <a:off x="2057400" y="3771780"/>
            <a:ext cx="8763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Praakaratthilente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mumbil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yeshuvine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kaanhunnu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njan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Yaagapeedamavanathre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ennumente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rakshayavan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ECD59-DC58-46A2-99FF-5473FF6E150E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9452742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81100" y="1028580"/>
            <a:ext cx="10515600" cy="27432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ദിനം തോറും പുതുക്കുന്ന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ശക്തിയെന്നിൽ പകരുവാൻ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സ്വച്ഛജലം വെച്ചിട്ടുള്ള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പിത്തളത്തൊട്ടിയു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മുണ്ട്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49FDC-BBF3-4C5B-879A-3EF781A0D206}"/>
              </a:ext>
            </a:extLst>
          </p:cNvPr>
          <p:cNvSpPr/>
          <p:nvPr/>
        </p:nvSpPr>
        <p:spPr>
          <a:xfrm>
            <a:off x="2057400" y="3771780"/>
            <a:ext cx="8763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Dinam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thorum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puthukkunna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shakthiyennil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pakaruvaan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Swachcha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jalam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vechittullha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piththallha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tthottiyumundu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ECD59-DC58-46A2-99FF-5473FF6E150E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387127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181100" y="1028580"/>
            <a:ext cx="10515600" cy="27432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ലോകത്തെ ഞാനോർക്കുന്നില്ല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 നഷ്ട മോർക്കുന്നില്ല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എപ്പോളെന്‍റെ കർത്താവിനെ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ഒന്നു കാണാമെന്നേയുള്ളു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49FDC-BBF3-4C5B-879A-3EF781A0D206}"/>
              </a:ext>
            </a:extLst>
          </p:cNvPr>
          <p:cNvSpPr/>
          <p:nvPr/>
        </p:nvSpPr>
        <p:spPr>
          <a:xfrm>
            <a:off x="2057400" y="3771780"/>
            <a:ext cx="8763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Lokathe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orkunnilla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Kashta-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nashtam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-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orkkunilla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Eppollhente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karthavine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onnu</a:t>
            </a:r>
            <a:r>
              <a:rPr lang="en-US" sz="3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kaanhamenneyullhu</a:t>
            </a:r>
            <a:endParaRPr lang="en-US" sz="3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ECD59-DC58-46A2-99FF-5473FF6E150E}"/>
              </a:ext>
            </a:extLst>
          </p:cNvPr>
          <p:cNvSpPr txBox="1"/>
          <p:nvPr/>
        </p:nvSpPr>
        <p:spPr>
          <a:xfrm>
            <a:off x="0" y="33855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184520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156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Kartika</vt:lpstr>
      <vt:lpstr>Office Theme</vt:lpstr>
      <vt:lpstr>284 ദുഃഖത്തിന്‍റെ പാനപാത്രം</vt:lpstr>
      <vt:lpstr>ദുഃഖത്തിന്‍റെ പാനപാത്രം  കർത്താവെന്‍റെ കയ്യിൽ തന്നാൽ സന്തോഷത്തോടതു വാങ്ങി  ഹല്ലേലുയ്യാ പാടീടും ഞാൻ</vt:lpstr>
      <vt:lpstr>ദോഷ മായി ട്ടൊന്നും എന്നോ- ടെന്‍റെ താതൻ ചെയ്കയില്ല  എന്നെ യവനടിച്ചാലും  അവനെന്നെ സ്നേഹിക്കുന്നു</vt:lpstr>
      <vt:lpstr>കഷ്ട നഷ്ട മേറി വന്നാൽ  ഭാഗ്യവാനായ് തീരുന്നു ഞാൻ  കഷ്ടമേറ്റ കർത്താവോടു  കൂട്ടാളിയായ് തീരുന്നു ഞാൻ</vt:lpstr>
      <vt:lpstr>ലോക സുഖമെന്തു തരും  ആത്മക്ലേശമതിൻ ഫലം സൗഭാഗ്യമുള്ളാത്മ ജീവൻ  കഷ്ടതയിൽ വർദ്ധിക്കുന്നു</vt:lpstr>
      <vt:lpstr>ജീവനത്തിൻ വമ്പു വേണ്ട  കാഴ്ചയുടെ ശോഭവേണ്ടാ കൂടാരത്തിൻ മുടി പോലെ  ക്രൂശിൻ നിറം മാത്രം മതി</vt:lpstr>
      <vt:lpstr>ഉള്ളിലെനിക്കെന്തു സുഖം  തേജസ്സേറും ഖെറൂബുകൾ  കൂടാരത്തി നകത്തുണ്ട്  ഷെക്കിനായും ഉണ്ടവിടെ</vt:lpstr>
      <vt:lpstr>ഭക്തന്മാരാം സഹോദരർ  വിളക്കുപോൽ കൂടെ യുണ്ട്  പ്രാർത്ഥനയിൻ ധൂപമുണ്ട്  മേശ മേലെന്‍റെപ്പമുണ്ട്</vt:lpstr>
      <vt:lpstr>പ്രാകാരത്തിലെന്‍റെ മുമ്പിൽ  യേശുവിനെ കാണുന്നു ഞാൻ  യാഗപീഠമവനത്രേ  എന്നുമെന്‍റെ രക്ഷയവൻ</vt:lpstr>
      <vt:lpstr>ദിനം തോറും പുതുക്കുന്ന  ശക്തിയെന്നിൽ പകരുവാൻ  സ്വച്ഛജലം വെച്ചിട്ടുള്ള  പിത്തളത്തൊട്ടിയുമുണ്ട്</vt:lpstr>
      <vt:lpstr>ലോകത്തെ ഞാനോർക്കുന്നില്ല  കഷ്ട നഷ്ട മോർക്കുന്നില്ല  എപ്പോളെന്‍റെ കർത്താവിനെ  ഒന്നു കാണാമെന്നേയുള്ളു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Dukhathinte paanapathram</dc:title>
  <dc:creator>Digital Input:; GM JOHN; Acsah Mathews</dc:creator>
  <cp:lastModifiedBy>Acsah Mathews</cp:lastModifiedBy>
  <cp:revision>138</cp:revision>
  <dcterms:created xsi:type="dcterms:W3CDTF">2013-04-19T09:19:07Z</dcterms:created>
  <dcterms:modified xsi:type="dcterms:W3CDTF">2018-11-15T17:12:34Z</dcterms:modified>
</cp:coreProperties>
</file>