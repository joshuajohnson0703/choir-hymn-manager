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5" r:id="rId2"/>
    <p:sldId id="280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F2C7E17-2B10-4273-AD61-146A94CE5DE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BD99636-63F3-44CF-AEF9-AAEFAAE570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A9DA3-CC1A-4E2B-9FD2-5CADF6656FB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B6931-BA38-41E2-9E2F-F5D8E2E4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7C52B-037C-435A-83BE-11385D3A9A6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BE8444-9C0F-4A78-B61A-800D2B412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38651-FD2C-49AA-BB8E-E7CCA0A6A36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BB8E2-02CC-4A16-BB45-1F9267352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920FF-E34D-4A88-98CC-F26057D70F8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8ECA7-7B1D-4534-815B-D1E0D99793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0B257-E4AC-4CBB-8664-129538E3188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484F-33CD-4BBE-A37B-D536278AE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1FD14-F672-40E0-A2E7-2AF6932119B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A1E42-8E5D-495B-BC39-B7E0F4313B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83637-DC8D-43DE-AF95-D7712074643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E1509-BE97-4664-A8E8-27E9DEAF71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E6B97-EBE4-4EE7-AC69-0CD5F50D6F8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28F72-2161-4895-945E-607A5D248A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D4072-6293-43A8-A2FA-FC4FAEA333E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C1A3E-71C2-4A14-AC3D-C8177C8F38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E665C-D3A5-4804-87E9-AB39100484A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F2EC8-6B14-495C-9227-08EB09AB1F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C651D-6977-465C-881B-F06EBEF563F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B2D58-A496-4ED5-BEB1-D4557297E7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8B78640-0C42-472F-B6C4-EC7A84603DB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59E977-3A47-4147-B480-8E0BCC248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5CFD-F4E0-41B0-BCDD-35B5CCD04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414</a:t>
            </a:r>
            <a:br>
              <a:rPr lang="en-US" dirty="0"/>
            </a:br>
            <a:r>
              <a:rPr lang="ml-IN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പരപരമേശ</a:t>
            </a:r>
            <a:r>
              <a:rPr lang="en-US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!</a:t>
            </a:r>
            <a:r>
              <a:rPr lang="ml-IN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വരമരുളീശാ!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871C1-EA01-4AA5-893E-62C4352FF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Paraparameshaa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Varamaruleeshaa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3851FE-70C9-46D5-9402-54F6C338471A}"/>
              </a:ext>
            </a:extLst>
          </p:cNvPr>
          <p:cNvSpPr/>
          <p:nvPr/>
        </p:nvSpPr>
        <p:spPr>
          <a:xfrm>
            <a:off x="1183777" y="4854634"/>
            <a:ext cx="2747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(കെ. വി. സൈമൺ)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365F2-D3CC-4E38-9749-C682D055F7F9}"/>
              </a:ext>
            </a:extLst>
          </p:cNvPr>
          <p:cNvSpPr/>
          <p:nvPr/>
        </p:nvSpPr>
        <p:spPr>
          <a:xfrm>
            <a:off x="9485940" y="4854634"/>
            <a:ext cx="17545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(K. V. Simon)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7067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673857"/>
            <a:ext cx="12192000" cy="2141439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1.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നിന്നെക്കാണും ജനങ്ങൾക്കു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പിന്നെദുഃഖമൊന്നുമില്ല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-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b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2.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എല്ലാ നടത്തിപ്പും എന്‍റെ ഭാഗ്യനിറവല്ലോ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b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-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257E3-BF69-4DDD-9681-71E36F6572D6}"/>
              </a:ext>
            </a:extLst>
          </p:cNvPr>
          <p:cNvSpPr/>
          <p:nvPr/>
        </p:nvSpPr>
        <p:spPr>
          <a:xfrm>
            <a:off x="0" y="489892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പരപരമേശ വരമരുളീശാ!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നീയത്രെയെൻ രക്ഷാസ്ഥാനം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C27B4-7F55-4E59-A2D4-873840C91318}"/>
              </a:ext>
            </a:extLst>
          </p:cNvPr>
          <p:cNvSpPr/>
          <p:nvPr/>
        </p:nvSpPr>
        <p:spPr>
          <a:xfrm>
            <a:off x="14868" y="3537322"/>
            <a:ext cx="121622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Paraparameshaa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Varamaruleeshaa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Neeyathre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20261-1F6B-441B-B8F0-966FEA8B1A87}"/>
              </a:ext>
            </a:extLst>
          </p:cNvPr>
          <p:cNvSpPr/>
          <p:nvPr/>
        </p:nvSpPr>
        <p:spPr>
          <a:xfrm>
            <a:off x="14868" y="4778682"/>
            <a:ext cx="12177132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janangalhkku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dukhamonnumilla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-para… </a:t>
            </a:r>
          </a:p>
          <a:p>
            <a:pPr>
              <a:lnSpc>
                <a:spcPct val="150000"/>
              </a:lnSpc>
            </a:pPr>
            <a:r>
              <a:rPr lang="es-E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s-E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s-E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s-ES" sz="3400" b="1" dirty="0" err="1">
                <a:solidFill>
                  <a:srgbClr val="002060"/>
                </a:solidFill>
                <a:latin typeface="+mn-lt"/>
              </a:rPr>
              <a:t>ellaa</a:t>
            </a:r>
            <a:r>
              <a:rPr lang="es-E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s-ES" sz="3400" b="1" dirty="0" err="1">
                <a:solidFill>
                  <a:srgbClr val="002060"/>
                </a:solidFill>
                <a:latin typeface="+mn-lt"/>
              </a:rPr>
              <a:t>nadaththippum</a:t>
            </a:r>
            <a:r>
              <a:rPr lang="es-ES" sz="3400" b="1" dirty="0">
                <a:solidFill>
                  <a:srgbClr val="002060"/>
                </a:solidFill>
                <a:latin typeface="+mn-lt"/>
              </a:rPr>
              <a:t> ente </a:t>
            </a:r>
            <a:r>
              <a:rPr lang="es-ES" sz="3400" b="1" dirty="0" err="1">
                <a:solidFill>
                  <a:srgbClr val="002060"/>
                </a:solidFill>
                <a:latin typeface="+mn-lt"/>
              </a:rPr>
              <a:t>bhaagya</a:t>
            </a:r>
            <a:r>
              <a:rPr lang="es-E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s-ES" sz="3400" b="1" dirty="0" err="1">
                <a:solidFill>
                  <a:srgbClr val="002060"/>
                </a:solidFill>
                <a:latin typeface="+mn-lt"/>
              </a:rPr>
              <a:t>nirhavallo</a:t>
            </a:r>
            <a:r>
              <a:rPr lang="es-ES" sz="3400" b="1" dirty="0">
                <a:solidFill>
                  <a:srgbClr val="002060"/>
                </a:solidFill>
                <a:latin typeface="+mn-lt"/>
              </a:rPr>
              <a:t> -para…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336638"/>
            <a:ext cx="12192000" cy="2092362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3.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ആദിയിങ്കൽ കൈപ്പാകിലും അന്ത്യമോ മധുരമത്രേ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4.</a:t>
            </a:r>
            <a: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കാർമേഘത്തിനുള്ളിലീ ഞാൻ മിന്നും സൂര്യശോഭകാണും</a:t>
            </a:r>
            <a: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പര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257E3-BF69-4DDD-9681-71E36F6572D6}"/>
              </a:ext>
            </a:extLst>
          </p:cNvPr>
          <p:cNvSpPr/>
          <p:nvPr/>
        </p:nvSpPr>
        <p:spPr>
          <a:xfrm>
            <a:off x="40888" y="143704"/>
            <a:ext cx="121511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പരപരമേശ വരമരുളീശാ!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നീയത്രെയെൻ രക്ഷാസ്ഥാനം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C27B4-7F55-4E59-A2D4-873840C91318}"/>
              </a:ext>
            </a:extLst>
          </p:cNvPr>
          <p:cNvSpPr/>
          <p:nvPr/>
        </p:nvSpPr>
        <p:spPr>
          <a:xfrm>
            <a:off x="44604" y="3289610"/>
            <a:ext cx="121622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Paraparameshaa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Varamaruleeshaa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Neeyathre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20261-1F6B-441B-B8F0-966FEA8B1A87}"/>
              </a:ext>
            </a:extLst>
          </p:cNvPr>
          <p:cNvSpPr/>
          <p:nvPr/>
        </p:nvSpPr>
        <p:spPr>
          <a:xfrm>
            <a:off x="0" y="4778682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Aadiyinkal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kaippaakilum-anthyamo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madhuramathre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-para…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Kaarmeghaththinullhilee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suryashobha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7160534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336638"/>
            <a:ext cx="12192000" cy="2092362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200" dirty="0">
                <a:latin typeface="Kartika" panose="02020503030404060203" pitchFamily="18" charset="0"/>
              </a:rPr>
              <a:t>5.	സന്ധ്യയിങ്കൽ വിലാപവും സന്തോഷമുഷസിങ്കലും </a:t>
            </a:r>
            <a:br>
              <a:rPr lang="ml-IN" sz="3400" b="1" spc="-200" dirty="0">
                <a:latin typeface="Kartika" panose="02020503030404060203" pitchFamily="18" charset="0"/>
              </a:rPr>
            </a:br>
            <a:r>
              <a:rPr lang="ml-IN" sz="3400" b="1" spc="-200" dirty="0">
                <a:latin typeface="Kartika" panose="02020503030404060203" pitchFamily="18" charset="0"/>
              </a:rPr>
              <a:t>																						</a:t>
            </a:r>
            <a:r>
              <a:rPr lang="en-US" sz="3400" b="1" spc="-200" dirty="0">
                <a:latin typeface="Kartika" panose="02020503030404060203" pitchFamily="18" charset="0"/>
              </a:rPr>
              <a:t>									</a:t>
            </a:r>
            <a:r>
              <a:rPr lang="ml-IN" sz="3400" b="1" spc="-200" dirty="0">
                <a:latin typeface="Kartika" panose="02020503030404060203" pitchFamily="18" charset="0"/>
              </a:rPr>
              <a:t>പര…</a:t>
            </a:r>
            <a:br>
              <a:rPr lang="ml-IN" sz="3400" b="1" spc="-200" dirty="0">
                <a:latin typeface="Kartika" panose="02020503030404060203" pitchFamily="18" charset="0"/>
              </a:rPr>
            </a:br>
            <a:r>
              <a:rPr lang="ml-IN" sz="3400" b="1" spc="-200" dirty="0">
                <a:latin typeface="Kartika" panose="02020503030404060203" pitchFamily="18" charset="0"/>
              </a:rPr>
              <a:t>6.	നിന്നോടൊന്നിച്ചുള്ള വാസം 	എന്‍റെ കണ്ണീർ തുടച്ചീടും </a:t>
            </a:r>
            <a:br>
              <a:rPr lang="ml-IN" sz="3400" b="1" spc="-200" dirty="0">
                <a:latin typeface="Kartika" panose="02020503030404060203" pitchFamily="18" charset="0"/>
              </a:rPr>
            </a:br>
            <a:r>
              <a:rPr lang="ml-IN" sz="3400" b="1" spc="-200" dirty="0">
                <a:latin typeface="Kartika" panose="02020503030404060203" pitchFamily="18" charset="0"/>
              </a:rPr>
              <a:t>																						</a:t>
            </a:r>
            <a:r>
              <a:rPr lang="en-US" sz="3400" b="1" spc="-200" dirty="0">
                <a:latin typeface="Kartika" panose="02020503030404060203" pitchFamily="18" charset="0"/>
              </a:rPr>
              <a:t>									</a:t>
            </a:r>
            <a:r>
              <a:rPr lang="ml-IN" sz="3400" b="1" spc="-200" dirty="0">
                <a:latin typeface="Kartika" panose="02020503030404060203" pitchFamily="18" charset="0"/>
              </a:rPr>
              <a:t>പര…</a:t>
            </a:r>
            <a:br>
              <a:rPr lang="ml-IN" sz="3400" b="1" spc="-200" dirty="0">
                <a:latin typeface="Kartika" panose="02020503030404060203" pitchFamily="18" charset="0"/>
              </a:rPr>
            </a:br>
            <a:endParaRPr lang="en-US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257E3-BF69-4DDD-9681-71E36F6572D6}"/>
              </a:ext>
            </a:extLst>
          </p:cNvPr>
          <p:cNvSpPr/>
          <p:nvPr/>
        </p:nvSpPr>
        <p:spPr>
          <a:xfrm>
            <a:off x="40888" y="143704"/>
            <a:ext cx="121511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പരപരമേശ വരമരുളീശാ!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നീയത്രെയെൻ രക്ഷാസ്ഥാനം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C27B4-7F55-4E59-A2D4-873840C91318}"/>
              </a:ext>
            </a:extLst>
          </p:cNvPr>
          <p:cNvSpPr/>
          <p:nvPr/>
        </p:nvSpPr>
        <p:spPr>
          <a:xfrm>
            <a:off x="44604" y="3289610"/>
            <a:ext cx="121622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Paraparameshaa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Varamaruleeshaa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Neeyathre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20261-1F6B-441B-B8F0-966FEA8B1A87}"/>
              </a:ext>
            </a:extLst>
          </p:cNvPr>
          <p:cNvSpPr/>
          <p:nvPr/>
        </p:nvSpPr>
        <p:spPr>
          <a:xfrm>
            <a:off x="0" y="4778682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Sandhyayinkal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vilaapavum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santhoshamushassinkalum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-para…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Ninnodonnichullha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kanheer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9342066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44604" y="918335"/>
            <a:ext cx="12192000" cy="74268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7.	നിന്‍റെ മുഖശോഭമൂലം എന്‍റെ ദുഃഖം തീർന്നുപോകും</a:t>
            </a:r>
            <a:b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257E3-BF69-4DDD-9681-71E36F6572D6}"/>
              </a:ext>
            </a:extLst>
          </p:cNvPr>
          <p:cNvSpPr/>
          <p:nvPr/>
        </p:nvSpPr>
        <p:spPr>
          <a:xfrm>
            <a:off x="94785" y="1671409"/>
            <a:ext cx="1209721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പരപരമേശ വരമരുളീശാ!</a:t>
            </a:r>
            <a:r>
              <a:rPr lang="en-US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  <a:p>
            <a:pPr algn="ctr"/>
            <a:r>
              <a:rPr lang="ml-IN" sz="3400" b="1" spc="-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നീയത്രെയെൻ രക്ഷാസ്ഥാനം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C27B4-7F55-4E59-A2D4-873840C91318}"/>
              </a:ext>
            </a:extLst>
          </p:cNvPr>
          <p:cNvSpPr/>
          <p:nvPr/>
        </p:nvSpPr>
        <p:spPr>
          <a:xfrm>
            <a:off x="-44604" y="5100069"/>
            <a:ext cx="1216226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Paraparameshaa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Varamaruleeshaa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Neeyathre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20261-1F6B-441B-B8F0-966FEA8B1A87}"/>
              </a:ext>
            </a:extLst>
          </p:cNvPr>
          <p:cNvSpPr/>
          <p:nvPr/>
        </p:nvSpPr>
        <p:spPr>
          <a:xfrm>
            <a:off x="-44604" y="4126486"/>
            <a:ext cx="12192000" cy="796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mukha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232071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2547</TotalTime>
  <Words>141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414 പരപരമേശ! വരമരുളീശാ!</vt:lpstr>
      <vt:lpstr>1.  നിന്നെക്കാണും ജനങ്ങൾക്കു പിന്നെദുഃഖമൊന്നുമില്ല                                  -പര… 2.  നിന്‍റെ എല്ലാ നടത്തിപ്പും എന്‍റെ ഭാഗ്യനിറവല്ലോ                                  -പര…</vt:lpstr>
      <vt:lpstr>3. ആദിയിങ്കൽ കൈപ്പാകിലും അന്ത്യമോ മധുരമത്രേ                                 പര… 4. കാർമേഘത്തിനുള്ളിലീ ഞാൻ മിന്നും സൂര്യശോഭകാണും                                പര…</vt:lpstr>
      <vt:lpstr>5. സന്ധ്യയിങ്കൽ വിലാപവും സന്തോഷമുഷസിങ്കലും                                 പര… 6. നിന്നോടൊന്നിച്ചുള്ള വാസം  എന്‍റെ കണ്ണീർ തുടച്ചീടും                                 പര… </vt:lpstr>
      <vt:lpstr>7. നിന്‍റെ മുഖശോഭമൂലം എന്‍റെ ദുഃഖം തീർന്നുപോകും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Paraparameshaa varamaruleesha</dc:title>
  <dc:creator>Digital Input:; GM JOHN; Acsah Mathews</dc:creator>
  <cp:lastModifiedBy>Acsah Mathews</cp:lastModifiedBy>
  <cp:revision>613</cp:revision>
  <dcterms:created xsi:type="dcterms:W3CDTF">2013-04-19T09:19:07Z</dcterms:created>
  <dcterms:modified xsi:type="dcterms:W3CDTF">2018-11-26T19:56:51Z</dcterms:modified>
</cp:coreProperties>
</file>