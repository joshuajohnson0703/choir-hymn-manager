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01" r:id="rId3"/>
    <p:sldId id="294" r:id="rId4"/>
    <p:sldId id="295" r:id="rId5"/>
    <p:sldId id="296" r:id="rId6"/>
    <p:sldId id="297" r:id="rId7"/>
    <p:sldId id="298" r:id="rId8"/>
    <p:sldId id="299" r:id="rId9"/>
    <p:sldId id="300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901E90-C25E-40A3-A939-4B2707064CD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B0798-9095-487D-85A0-F094A13050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8973A-103D-4F47-B839-8455C4123FD9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BBA2B6-245A-4B3A-8CB4-49DE61B326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2657D-27A2-4B09-AA0E-2143F8F1CDD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82B87-DB0A-4A93-8EC6-899D17C7CD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BAE84-1266-4FA7-92CA-359BCF45A36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0C98B-D1E6-48E7-816E-E63690E828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0E5E8-A38E-4FE0-A5B8-8ABEC72204A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1EB2D-9FF4-43A0-B37B-0CFB633267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C98E6F-04F6-4C04-BFD6-025400F2BB3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69006-DD0E-46A9-8F4D-C180520635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41A068-133C-4A8E-878D-234AFDB6BA3C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486B0-3737-4F38-A08D-0E41FAEB08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23C0B-2651-445E-9303-08B709CC734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87E37-9FA9-4B30-9C24-B1AD226996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2D32B-54D7-40E6-81BE-9816DE439B1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F383C-1CD7-47A5-9723-79821351B3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011E27-35E8-43AB-8823-A96A8A128D4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40061-8187-4217-891D-6B46ED2F7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7309A8-1712-46F4-9552-9F6416384DCD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59961-B847-4F89-81C9-9DB8A89AD0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89BA6-428B-4B19-9B69-C3920CD11729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559F4-8087-451C-9087-EB2F836CDE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6620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E894BF-4F6D-431F-A035-331BCC89BB4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9092F7-742B-408F-875B-0EE77584B9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2" y="181536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7323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C2F57-C33B-4AD3-BF97-5E37268C46C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1F2AE4-1AE8-444D-BCB3-FD07F5921A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7037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AD3F0-CEAD-4038-977A-835E1E0AB88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BFB94-0847-4E30-ADEC-F3A9157937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2043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89187-4240-4D36-A5AE-3B1F955F38F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D2438-3E30-407D-8C50-4411FFFC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35120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478EE-526D-4D04-8694-AED16BEF76B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4B32A-A5D2-4439-9838-8EC20D46FD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6759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0A7A9-BBCB-4B54-9277-91973728BA79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E9DBC7-6A64-43AA-8083-33A5B13227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02332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83D36-446B-4AC0-9FF6-E94133CDA59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7784B-4868-431D-8F53-3B9D82261D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4043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0866B-B1F4-45A0-9274-852C4FFAAA0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A3375-2CA6-478F-9B71-CC848DF258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60748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4587C-1495-4C7C-901D-540AF692F56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B5AF5-7473-480D-AF9F-06895ABE7C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33733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84949-FDDE-4492-BBF3-12CBA6FE954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5D604-EAAE-4053-9674-3F1F4401DD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0148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6B59F5C-F1BD-4AFD-BFD4-EF04C9C04D9C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3BDE69D-0654-4F7C-B162-9582EE51A0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4A0CC0E-5D98-4985-8BAD-030F0B0B945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424F884-2721-4E88-A281-D51D6AFAB1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2" y="181536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5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4B3B-FE42-4226-8621-512FA10A34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320</a:t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ml-IN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</a:rPr>
              <a:t>യേശു നായകാ! വന്നാലും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E5946-8832-43F7-94DF-6D53305323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79646">
                    <a:lumMod val="75000"/>
                  </a:srgbClr>
                </a:solidFill>
              </a:rPr>
              <a:t>Yeshu </a:t>
            </a:r>
            <a:r>
              <a:rPr lang="en-US" sz="4000" b="1" dirty="0" err="1">
                <a:solidFill>
                  <a:srgbClr val="F79646">
                    <a:lumMod val="75000"/>
                  </a:srgbClr>
                </a:solidFill>
              </a:rPr>
              <a:t>naayakaa</a:t>
            </a:r>
            <a:r>
              <a:rPr lang="en-US" sz="4000" b="1" dirty="0">
                <a:solidFill>
                  <a:srgbClr val="F79646">
                    <a:lumMod val="75000"/>
                  </a:srgbClr>
                </a:solidFill>
              </a:rPr>
              <a:t>! </a:t>
            </a:r>
            <a:r>
              <a:rPr lang="en-US" sz="4000" b="1" dirty="0" err="1">
                <a:solidFill>
                  <a:srgbClr val="F79646">
                    <a:lumMod val="75000"/>
                  </a:srgbClr>
                </a:solidFill>
              </a:rPr>
              <a:t>Vannaalum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AA610A-9523-424A-961C-C4E49B47028E}"/>
              </a:ext>
            </a:extLst>
          </p:cNvPr>
          <p:cNvSpPr/>
          <p:nvPr/>
        </p:nvSpPr>
        <p:spPr>
          <a:xfrm>
            <a:off x="1805940" y="4724400"/>
            <a:ext cx="41777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6">
                    <a:lumMod val="75000"/>
                  </a:schemeClr>
                </a:solidFill>
              </a:rPr>
              <a:t>(മാണി ജോണ്‍ കൊച്ചുകുഞ്ഞ്)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35D5B-46F6-4FE9-BFF9-4E39C281FF3F}"/>
              </a:ext>
            </a:extLst>
          </p:cNvPr>
          <p:cNvSpPr/>
          <p:nvPr/>
        </p:nvSpPr>
        <p:spPr>
          <a:xfrm>
            <a:off x="7298893" y="4724400"/>
            <a:ext cx="30203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(Mani John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Kochukunju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16870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338554"/>
            <a:ext cx="12192000" cy="3048000"/>
          </a:xfrm>
        </p:spPr>
        <p:txBody>
          <a:bodyPr anchor="t"/>
          <a:lstStyle/>
          <a:p>
            <a:pPr defTabSz="347663">
              <a:lnSpc>
                <a:spcPct val="114000"/>
              </a:lnSpc>
            </a:pPr>
            <a:r>
              <a:rPr lang="ml-IN" sz="20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 തന്നാലും വരം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0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ആശീർവാദം ഏകുകിന്നീ ദാസർ കരം ചേരും നേരം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യേശു...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20500" y="0"/>
            <a:ext cx="5715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800"/>
            <a:r>
              <a:rPr lang="en-US" sz="1600" b="1" dirty="0">
                <a:solidFill>
                  <a:srgbClr val="FF0000"/>
                </a:solidFill>
              </a:rPr>
              <a:t>320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0" y="3657600"/>
            <a:ext cx="12192000" cy="3286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14000"/>
              </a:lnSpc>
            </a:pPr>
            <a:r>
              <a:rPr lang="en-US" sz="2400" i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Pallavi </a:t>
            </a:r>
          </a:p>
          <a:p>
            <a:pPr algn="ctr"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Vannaalum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thannaalum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varam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algn="ctr"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Vannaalum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algn="ctr" defTabSz="685800">
              <a:lnSpc>
                <a:spcPct val="114000"/>
              </a:lnSpc>
            </a:pPr>
            <a:r>
              <a:rPr lang="en-US" sz="2400" i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Anupallavi</a:t>
            </a:r>
            <a:endParaRPr lang="en-US" sz="2400" i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algn="ctr" defTabSz="685800">
              <a:lnSpc>
                <a:spcPct val="114000"/>
              </a:lnSpc>
            </a:pP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Aasheervaadam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aekukinnee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daasar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karam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cherum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neram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algn="ctr"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											-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yeshu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7994747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07023"/>
            <a:ext cx="12192000" cy="1414046"/>
          </a:xfrm>
        </p:spPr>
        <p:txBody>
          <a:bodyPr anchor="t"/>
          <a:lstStyle/>
          <a:p>
            <a:pPr algn="l" defTabSz="347663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തല്പരാ കൃപാസനാ മഹത്വകൃൽ പ്രതാപാ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അത്ഭുതകരാ കൃപയെ ചെയ്ക ദയ ചെയ്ക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20500" y="0"/>
            <a:ext cx="5715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800"/>
            <a:r>
              <a:rPr lang="en-US" sz="1600" b="1" dirty="0">
                <a:solidFill>
                  <a:srgbClr val="FF0000"/>
                </a:solidFill>
              </a:rPr>
              <a:t>320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0" y="387126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1.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Thalparaa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kripaasanaa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mahathwakril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prathaapaa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Athbhuthakaraa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kripaye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cheyka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daya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cheyka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860F14-313D-4B3D-9F92-04179AFF2880}"/>
              </a:ext>
            </a:extLst>
          </p:cNvPr>
          <p:cNvSpPr/>
          <p:nvPr/>
        </p:nvSpPr>
        <p:spPr>
          <a:xfrm>
            <a:off x="0" y="2121069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 തന്നാലും വരം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62CB0C-508B-4771-8E49-C318A8939603}"/>
              </a:ext>
            </a:extLst>
          </p:cNvPr>
          <p:cNvSpPr/>
          <p:nvPr/>
        </p:nvSpPr>
        <p:spPr>
          <a:xfrm>
            <a:off x="0" y="512250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>
              <a:lnSpc>
                <a:spcPct val="114000"/>
              </a:lnSpc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Vannaalum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thannaalum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varam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Calibri"/>
            </a:endParaRPr>
          </a:p>
          <a:p>
            <a:pPr lvl="0" algn="ctr" defTabSz="685800">
              <a:lnSpc>
                <a:spcPct val="114000"/>
              </a:lnSpc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Vannaalum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090525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07023"/>
            <a:ext cx="12192000" cy="1414046"/>
          </a:xfrm>
        </p:spPr>
        <p:txBody>
          <a:bodyPr anchor="t"/>
          <a:lstStyle/>
          <a:p>
            <a:pPr algn="l" defTabSz="3476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2	സുന്ദരത്വം ചേർന്നമുൻ കല്യാണമണവീട്ടിൽ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ചെന്നരുൾ നീ ചെയ്ത ദയ പോലെ അൻപാലെ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20500" y="0"/>
            <a:ext cx="5715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800"/>
            <a:r>
              <a:rPr lang="en-US" sz="1600" b="1" dirty="0">
                <a:solidFill>
                  <a:srgbClr val="FF0000"/>
                </a:solidFill>
              </a:rPr>
              <a:t>320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0" y="387126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2.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Sundarathvam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chernnamun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kalyaanha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manhveettil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Chennarulh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nee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cheytha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daya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pole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anpole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860F14-313D-4B3D-9F92-04179AFF2880}"/>
              </a:ext>
            </a:extLst>
          </p:cNvPr>
          <p:cNvSpPr/>
          <p:nvPr/>
        </p:nvSpPr>
        <p:spPr>
          <a:xfrm>
            <a:off x="0" y="2121069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 തന്നാലും വരം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62CB0C-508B-4771-8E49-C318A8939603}"/>
              </a:ext>
            </a:extLst>
          </p:cNvPr>
          <p:cNvSpPr/>
          <p:nvPr/>
        </p:nvSpPr>
        <p:spPr>
          <a:xfrm>
            <a:off x="0" y="512250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>
              <a:lnSpc>
                <a:spcPct val="114000"/>
              </a:lnSpc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Vannaalum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thannaalum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varam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Calibri"/>
            </a:endParaRPr>
          </a:p>
          <a:p>
            <a:pPr lvl="0" algn="ctr" defTabSz="685800">
              <a:lnSpc>
                <a:spcPct val="114000"/>
              </a:lnSpc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Vannaalum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718288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07023"/>
            <a:ext cx="12192000" cy="1414046"/>
          </a:xfrm>
        </p:spPr>
        <p:txBody>
          <a:bodyPr anchor="t"/>
          <a:lstStyle/>
          <a:p>
            <a:pPr algn="l" defTabSz="3476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ദാസൻ എലിയാസരും വിശ്വാസ മോടു പേശും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വാചക പ്രമാണം നിജമായി വശമായി 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20500" y="0"/>
            <a:ext cx="5715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800"/>
            <a:r>
              <a:rPr lang="en-US" sz="1600" b="1" dirty="0">
                <a:solidFill>
                  <a:srgbClr val="FF0000"/>
                </a:solidFill>
              </a:rPr>
              <a:t>320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0" y="387126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3.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Daasan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eliyaasarum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vishwaasamodu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peshum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Vaachaka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pramaanham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nijamaayi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vashamaayi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860F14-313D-4B3D-9F92-04179AFF2880}"/>
              </a:ext>
            </a:extLst>
          </p:cNvPr>
          <p:cNvSpPr/>
          <p:nvPr/>
        </p:nvSpPr>
        <p:spPr>
          <a:xfrm>
            <a:off x="0" y="2121069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 തന്നാലും വരം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62CB0C-508B-4771-8E49-C318A8939603}"/>
              </a:ext>
            </a:extLst>
          </p:cNvPr>
          <p:cNvSpPr/>
          <p:nvPr/>
        </p:nvSpPr>
        <p:spPr>
          <a:xfrm>
            <a:off x="0" y="512250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>
              <a:lnSpc>
                <a:spcPct val="114000"/>
              </a:lnSpc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Vannaalum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thannaalum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varam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Calibri"/>
            </a:endParaRPr>
          </a:p>
          <a:p>
            <a:pPr lvl="0" algn="ctr" defTabSz="685800">
              <a:lnSpc>
                <a:spcPct val="114000"/>
              </a:lnSpc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Vannaalum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346957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07023"/>
            <a:ext cx="12192000" cy="1414046"/>
          </a:xfrm>
        </p:spPr>
        <p:txBody>
          <a:bodyPr anchor="t"/>
          <a:lstStyle/>
          <a:p>
            <a:pPr algn="l" defTabSz="3476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ഉത്തമ സന്മാർഗ്ഗ നെറി ഭക്തി സുവിശ്വാസം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നിത്യസമാധാനം ഉറ്റുകാപ്പാൻ ഇവർപാർപ്പാൻ 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20500" y="0"/>
            <a:ext cx="5715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800"/>
            <a:r>
              <a:rPr lang="en-US" sz="1600" b="1" dirty="0">
                <a:solidFill>
                  <a:srgbClr val="FF0000"/>
                </a:solidFill>
              </a:rPr>
              <a:t>320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0" y="387126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4.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Uththama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sanmaarga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nerri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bhakthi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suvishwaasam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   Nithya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samaadhaanam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uttukaappaan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ivarh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paarppaan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860F14-313D-4B3D-9F92-04179AFF2880}"/>
              </a:ext>
            </a:extLst>
          </p:cNvPr>
          <p:cNvSpPr/>
          <p:nvPr/>
        </p:nvSpPr>
        <p:spPr>
          <a:xfrm>
            <a:off x="0" y="2121069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 തന്നാലും വരം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62CB0C-508B-4771-8E49-C318A8939603}"/>
              </a:ext>
            </a:extLst>
          </p:cNvPr>
          <p:cNvSpPr/>
          <p:nvPr/>
        </p:nvSpPr>
        <p:spPr>
          <a:xfrm>
            <a:off x="0" y="512250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>
              <a:lnSpc>
                <a:spcPct val="114000"/>
              </a:lnSpc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Vannaalum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thannaalum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varam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Calibri"/>
            </a:endParaRPr>
          </a:p>
          <a:p>
            <a:pPr lvl="0" algn="ctr" defTabSz="685800">
              <a:lnSpc>
                <a:spcPct val="114000"/>
              </a:lnSpc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Vannaalum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00472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07023"/>
            <a:ext cx="12192000" cy="1414046"/>
          </a:xfrm>
        </p:spPr>
        <p:txBody>
          <a:bodyPr anchor="t"/>
          <a:lstStyle/>
          <a:p>
            <a:pPr algn="l" defTabSz="3476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മംഗല മുറികളിൽ വിളങ്ങി ഗതിയാവാൻ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സംഗതി വരുത്തി സുഖം ചേർക്ക ജയം ചേർക്ക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20500" y="0"/>
            <a:ext cx="5715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800"/>
            <a:r>
              <a:rPr lang="en-US" sz="1600" b="1" dirty="0">
                <a:solidFill>
                  <a:srgbClr val="FF0000"/>
                </a:solidFill>
              </a:rPr>
              <a:t>320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0" y="387126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5. Mangala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murhikalhil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vilhangi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gathiyaavaan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Sangathi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varuththi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sukham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cherkka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jayam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cherkka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860F14-313D-4B3D-9F92-04179AFF2880}"/>
              </a:ext>
            </a:extLst>
          </p:cNvPr>
          <p:cNvSpPr/>
          <p:nvPr/>
        </p:nvSpPr>
        <p:spPr>
          <a:xfrm>
            <a:off x="0" y="2121069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 തന്നാലും വരം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62CB0C-508B-4771-8E49-C318A8939603}"/>
              </a:ext>
            </a:extLst>
          </p:cNvPr>
          <p:cNvSpPr/>
          <p:nvPr/>
        </p:nvSpPr>
        <p:spPr>
          <a:xfrm>
            <a:off x="0" y="512250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>
              <a:lnSpc>
                <a:spcPct val="114000"/>
              </a:lnSpc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Vannaalum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thannaalum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varam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Calibri"/>
            </a:endParaRPr>
          </a:p>
          <a:p>
            <a:pPr lvl="0" algn="ctr" defTabSz="685800">
              <a:lnSpc>
                <a:spcPct val="114000"/>
              </a:lnSpc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Vannaalum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629008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07023"/>
            <a:ext cx="12192000" cy="1414046"/>
          </a:xfrm>
        </p:spPr>
        <p:txBody>
          <a:bodyPr anchor="t"/>
          <a:lstStyle/>
          <a:p>
            <a:pPr algn="l" defTabSz="347663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നിത്യ ശുഭ ശോഭനമോടെദ്ദിശയിലും പെരുകി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പുത്രാ സുഖമോടിവർ വസിപ്പാൻ സുഖിപ്പാൻ 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20500" y="0"/>
            <a:ext cx="5715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685800"/>
            <a:r>
              <a:rPr lang="en-US" sz="1600" b="1" dirty="0">
                <a:solidFill>
                  <a:srgbClr val="FF0000"/>
                </a:solidFill>
              </a:rPr>
              <a:t>320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0" y="387126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6. Nithya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shubha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shobhanamodeddhishayilum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peruki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defTabSz="685800">
              <a:lnSpc>
                <a:spcPct val="114000"/>
              </a:lnSpc>
            </a:pP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  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Puthra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sukhamodivar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vasippaan</a:t>
            </a:r>
            <a:r>
              <a:rPr lang="en-US" sz="3400" b="1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rgbClr val="F79646">
                    <a:lumMod val="75000"/>
                  </a:srgbClr>
                </a:solidFill>
                <a:latin typeface="Calibri"/>
              </a:rPr>
              <a:t>sukhippaan</a:t>
            </a:r>
            <a:endParaRPr lang="en-US" sz="3400" b="1" dirty="0">
              <a:solidFill>
                <a:srgbClr val="F79646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860F14-313D-4B3D-9F92-04179AFF2880}"/>
              </a:ext>
            </a:extLst>
          </p:cNvPr>
          <p:cNvSpPr/>
          <p:nvPr/>
        </p:nvSpPr>
        <p:spPr>
          <a:xfrm>
            <a:off x="0" y="2121069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 തന്നാലും വരം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നായകാ! വന്നാലും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62CB0C-508B-4771-8E49-C318A8939603}"/>
              </a:ext>
            </a:extLst>
          </p:cNvPr>
          <p:cNvSpPr/>
          <p:nvPr/>
        </p:nvSpPr>
        <p:spPr>
          <a:xfrm>
            <a:off x="0" y="512250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>
              <a:lnSpc>
                <a:spcPct val="114000"/>
              </a:lnSpc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Vannaalum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thannaalum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varam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Calibri"/>
            </a:endParaRPr>
          </a:p>
          <a:p>
            <a:pPr lvl="0" algn="ctr" defTabSz="685800">
              <a:lnSpc>
                <a:spcPct val="114000"/>
              </a:lnSpc>
            </a:pP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Yeshu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naayakaa</a:t>
            </a:r>
            <a:r>
              <a:rPr lang="en-US" sz="3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Vannaalum</a:t>
            </a:r>
            <a:endParaRPr lang="en-US" sz="3400" b="1" dirty="0">
              <a:solidFill>
                <a:schemeClr val="accent6">
                  <a:lumMod val="50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160766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</TotalTime>
  <Words>216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1_Office Theme</vt:lpstr>
      <vt:lpstr>320 യേശു നായകാ! വന്നാലും</vt:lpstr>
      <vt:lpstr>പല്ലവി  യേശു നായകാ! വന്നാലും തന്നാലും വരം യേശു നായകാ! വന്നാലും അനുപല്ലവി ആശീർവാദം ഏകുകിന്നീ ദാസർ കരം ചേരും നേരം                      - യേശു... </vt:lpstr>
      <vt:lpstr>1 തല്പരാ കൃപാസനാ മഹത്വകൃൽ പ്രതാപാ   അത്ഭുതകരാ കൃപയെ ചെയ്ക ദയ ചെയ്ക</vt:lpstr>
      <vt:lpstr>2 സുന്ദരത്വം ചേർന്നമുൻ കല്യാണമണവീട്ടിൽ   ചെന്നരുൾ നീ ചെയ്ത ദയ പോലെ അൻപാലെ</vt:lpstr>
      <vt:lpstr>3 ദാസൻ എലിയാസരും വിശ്വാസ മോടു പേശും   വാചക പ്രമാണം നിജമായി വശമായി </vt:lpstr>
      <vt:lpstr>4 ഉത്തമ സന്മാർഗ്ഗ നെറി ഭക്തി സുവിശ്വാസം   നിത്യസമാധാനം ഉറ്റുകാപ്പാൻ ഇവർപാർപ്പാൻ </vt:lpstr>
      <vt:lpstr>5 മംഗല മുറികളിൽ വിളങ്ങി ഗതിയാവാൻ   സംഗതി വരുത്തി സുഖം ചേർക്ക ജയം ചേർക്ക</vt:lpstr>
      <vt:lpstr>6 നിത്യ ശുഭ ശോഭനമോടെദ്ദിശയിലും പെരുകി   പുത്രാ സുഖമോടിവർ വസിപ്പാൻ സുഖിപ്പാൻ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naayaka vannalum</dc:title>
  <dc:creator>Digital Input; GM JOHN; Acsah Mathews</dc:creator>
  <cp:lastModifiedBy>Acsah Mathews</cp:lastModifiedBy>
  <cp:revision>433</cp:revision>
  <dcterms:created xsi:type="dcterms:W3CDTF">2013-04-19T09:19:07Z</dcterms:created>
  <dcterms:modified xsi:type="dcterms:W3CDTF">2018-11-19T16:44:28Z</dcterms:modified>
</cp:coreProperties>
</file>