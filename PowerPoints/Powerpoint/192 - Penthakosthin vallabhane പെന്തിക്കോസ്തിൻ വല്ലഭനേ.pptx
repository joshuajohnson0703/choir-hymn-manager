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1" r:id="rId3"/>
    <p:sldId id="273" r:id="rId4"/>
    <p:sldId id="274" r:id="rId5"/>
    <p:sldId id="275" r:id="rId6"/>
    <p:sldId id="276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2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11FC52-B0A1-4B30-9DF4-EF501EC9CC20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EBB06-B954-4CEE-BE3B-B3AEF7FE96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C3FE9-F8C6-40D9-868D-7D3C10B74F0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5961BA-CA10-405A-99D0-70C1EB6424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217743-B1C3-4BDF-AD7A-60F8D2F8E9AF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E5A42-743B-4A08-A6DC-7331A1DCDE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8B07F-BB12-4FAD-924A-470942618BB9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08DD7F-1F2A-48BF-8398-62CDE1100E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F8AD22-925C-43BF-A914-DE4AE55E8A6D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B7A45F-806E-498A-9FCF-611FE6CAFE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9E83A2-B27A-4AD6-AF82-6A6531051AE4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4660A8-8B48-4FB9-9D97-2DD4282248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9AABC-E924-450E-A3D8-2A1B98061736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9A69B0-6148-4BDA-9975-C7F71E838B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D36EF8-11E4-437B-B260-9C2AD5053CF9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4D484A-3D7A-4BC4-BB0C-AA63D8464B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96CB5F-CB92-4989-A626-43F64D175625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9DA95F-0290-4341-AA88-FA89DEE6F4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793860-7B5E-4668-B361-8289BC059CA9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C9E968-EAC4-4580-BEE7-E93C18E766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200BC7-B19F-48AE-9835-A9411001D30C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387304-46BC-4D64-85D7-5ED0071A91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8741626-873D-44A3-A838-37C4FDEDC0F4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F695D30-3140-4FC9-9455-20A8A13DAE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FEB1F-6B8F-4137-9EE5-B24EBB8A58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192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പെന്തിക്കോസ്തിൻ വല്ലഭനേ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4090B7-940B-41FB-B5EA-CEAF84137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Penthikosthin </a:t>
            </a:r>
            <a:r>
              <a:rPr lang="en-US" sz="4000" b="1" dirty="0" err="1">
                <a:solidFill>
                  <a:schemeClr val="tx2"/>
                </a:solidFill>
              </a:rPr>
              <a:t>Vallabhaney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637993-1801-474B-9D83-CE8799BB5CCC}"/>
              </a:ext>
            </a:extLst>
          </p:cNvPr>
          <p:cNvSpPr/>
          <p:nvPr/>
        </p:nvSpPr>
        <p:spPr>
          <a:xfrm>
            <a:off x="3352800" y="4928573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(മോശവത്സലം)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653B46-5A01-44FA-83FA-48CE44083668}"/>
              </a:ext>
            </a:extLst>
          </p:cNvPr>
          <p:cNvSpPr/>
          <p:nvPr/>
        </p:nvSpPr>
        <p:spPr>
          <a:xfrm>
            <a:off x="7391400" y="4928573"/>
            <a:ext cx="222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Moshavatsalam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03519032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46575"/>
            <a:ext cx="12191999" cy="3276600"/>
          </a:xfrm>
        </p:spPr>
        <p:txBody>
          <a:bodyPr anchor="t"/>
          <a:lstStyle/>
          <a:p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പെന്തിക്കോസ്തിൻ വല്ലഭനേ - എഴുന്നരുള്‍ക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ദാനം യാചിക്കുന്ന നിൻ ദാസരിന്നുള്ളത്തിൽ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ചിന്തും തീജ്വാലയൊത്ത തിരുപ്രസന്നതയോടെ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-പെന്തി...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A2DBD1-CDD6-4A34-B46A-E06BD16FE0E6}"/>
              </a:ext>
            </a:extLst>
          </p:cNvPr>
          <p:cNvSpPr/>
          <p:nvPr/>
        </p:nvSpPr>
        <p:spPr>
          <a:xfrm>
            <a:off x="-2" y="3626346"/>
            <a:ext cx="12192001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chemeClr val="tx2"/>
                </a:solidFill>
                <a:latin typeface="+mn-lt"/>
              </a:rPr>
              <a:t>Pallavi 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Penthikosthin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Vallabhaney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Ezhunnarulhka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endParaRPr lang="en-US" sz="12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2400" i="1" dirty="0" err="1">
                <a:solidFill>
                  <a:schemeClr val="tx2"/>
                </a:solidFill>
                <a:latin typeface="+mn-lt"/>
              </a:rPr>
              <a:t>Anupallavi</a:t>
            </a:r>
            <a:r>
              <a:rPr lang="en-US" sz="2400" i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yaachikkunna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daasarinnullhaththil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Chinthum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theejwaalayoththa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prasannathayôdey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									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penthikosthin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14400"/>
            <a:ext cx="12191999" cy="2701425"/>
          </a:xfrm>
        </p:spPr>
        <p:txBody>
          <a:bodyPr anchor="t"/>
          <a:lstStyle/>
          <a:p>
            <a:pPr algn="l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വിശ്വാസം സ്നേഹം ആശയും-അഗതികള്‍ക്കു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മേലില്‍ നിന്നയക്കേണമേ...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ശ്വാസം ഇല്ല എങ്കില്‍ - നിര്‍ജ്ജീവ രൂപം ഞങ്ങള്‍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 താമസിച്ചീടല്ലേ ശക്തി പകര്‍ന്നീടുവാ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   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-പെന്തി...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A2DBD1-CDD6-4A34-B46A-E06BD16FE0E6}"/>
              </a:ext>
            </a:extLst>
          </p:cNvPr>
          <p:cNvSpPr/>
          <p:nvPr/>
        </p:nvSpPr>
        <p:spPr>
          <a:xfrm>
            <a:off x="-2" y="3657600"/>
            <a:ext cx="1219200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Vishwaasam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aashayum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agathikalhkku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Mèlil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ninnayakkenhamey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shwaasam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illa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nirjeeva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roopam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njangalh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thaamasichcheedalley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shakthi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pakarnneeduvaan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									     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penthikosthin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895240-3562-4D62-942F-FD7C7A26ED84}"/>
              </a:ext>
            </a:extLst>
          </p:cNvPr>
          <p:cNvSpPr txBox="1"/>
          <p:nvPr/>
        </p:nvSpPr>
        <p:spPr>
          <a:xfrm>
            <a:off x="0" y="338078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8665016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14400"/>
            <a:ext cx="12191999" cy="2701425"/>
          </a:xfrm>
        </p:spPr>
        <p:txBody>
          <a:bodyPr anchor="t"/>
          <a:lstStyle/>
          <a:p>
            <a:pPr algn="l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പേരല്ലാതൊന്നുമില്ലയ്യോ! നിലകളെല്ലാം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പിഴച്ച പമാന മായയ്യോ...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ഓരോ മനസ്സുകളും ഓരോ നിലതിരിഞ്ഞു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ഒരു മനമെന്ന ശക്തി ഒഴിഞ്ഞുപോയല്ലൊ സ്വാമീ!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-പെന്തി...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A2DBD1-CDD6-4A34-B46A-E06BD16FE0E6}"/>
              </a:ext>
            </a:extLst>
          </p:cNvPr>
          <p:cNvSpPr/>
          <p:nvPr/>
        </p:nvSpPr>
        <p:spPr>
          <a:xfrm>
            <a:off x="-2" y="3657600"/>
            <a:ext cx="1219200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Pèrallaathonnumillayyo!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Nilakalhellaam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Pizhachcha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pamaanamaayayyo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Oro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manassukalhum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oro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nilathirinju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manamenna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shakthi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ozhinjupôyallo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Swamee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											     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penthikosthin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895240-3562-4D62-942F-FD7C7A26ED84}"/>
              </a:ext>
            </a:extLst>
          </p:cNvPr>
          <p:cNvSpPr txBox="1"/>
          <p:nvPr/>
        </p:nvSpPr>
        <p:spPr>
          <a:xfrm>
            <a:off x="0" y="338078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4054398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14400"/>
            <a:ext cx="12191999" cy="2701425"/>
          </a:xfrm>
        </p:spPr>
        <p:txBody>
          <a:bodyPr anchor="t"/>
          <a:lstStyle/>
          <a:p>
            <a:pPr algn="l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കല്ലായ നെഞ്ചുകളെല്ലാം ഉരുക്കി മന-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ക്കാടെല്ലാം വെട്ടിക്കളക...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 വഞ്ചനകളും ഇല്ലാതെ യാക്കേണമേ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ഏവര്‍ക്കും അനുതാപം അനുഗ്രഹത്തോടരുൾക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-പെന്തി...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A2DBD1-CDD6-4A34-B46A-E06BD16FE0E6}"/>
              </a:ext>
            </a:extLst>
          </p:cNvPr>
          <p:cNvSpPr/>
          <p:nvPr/>
        </p:nvSpPr>
        <p:spPr>
          <a:xfrm>
            <a:off x="-2" y="3657600"/>
            <a:ext cx="1219200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Kallaaya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nenchukalhellaamurukki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mana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kkaadellaam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vettikalhaka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Ellaa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vanchanakalhum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illaathey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aakkenhamey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Èvarkkum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anuthaapam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anugrahaththôdarulhka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											    		 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penthikosthin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895240-3562-4D62-942F-FD7C7A26ED84}"/>
              </a:ext>
            </a:extLst>
          </p:cNvPr>
          <p:cNvSpPr txBox="1"/>
          <p:nvPr/>
        </p:nvSpPr>
        <p:spPr>
          <a:xfrm>
            <a:off x="0" y="338078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7299282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14400"/>
            <a:ext cx="12191999" cy="2701425"/>
          </a:xfrm>
        </p:spPr>
        <p:txBody>
          <a:bodyPr anchor="t"/>
          <a:lstStyle/>
          <a:p>
            <a:pPr algn="l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പാപത്തിന്നുറവകളെ അടച്ചെന്നുള്ളം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പാവനമാക്കീടേണമേ...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താത്പര്യത്തോടെ ഞങ്ങള്‍ യേശുവേ പിന്തുടരാന്</a:t>
            </a: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സത്യ ക്രിസ്തവരായി കാക്കണം അടിയാരെ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-പെന്തി...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A2DBD1-CDD6-4A34-B46A-E06BD16FE0E6}"/>
              </a:ext>
            </a:extLst>
          </p:cNvPr>
          <p:cNvSpPr/>
          <p:nvPr/>
        </p:nvSpPr>
        <p:spPr>
          <a:xfrm>
            <a:off x="-2" y="3657600"/>
            <a:ext cx="1219200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Paapaththinnuravakalhey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adachchennullham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Paavanamaakkeedenhamey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Thaathpparyaththodey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pinthudaraan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Sathya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kristhavaraayi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kaakkanham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adiyaarey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											    		 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penthikosthin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895240-3562-4D62-942F-FD7C7A26ED84}"/>
              </a:ext>
            </a:extLst>
          </p:cNvPr>
          <p:cNvSpPr txBox="1"/>
          <p:nvPr/>
        </p:nvSpPr>
        <p:spPr>
          <a:xfrm>
            <a:off x="0" y="338078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485489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101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192 പെന്തിക്കോസ്തിൻ വല്ലഭനേ</vt:lpstr>
      <vt:lpstr>പല്ലവി  പെന്തിക്കോസ്തിൻ വല്ലഭനേ - എഴുന്നരുള്‍ക  അനുപല്ലവി നിൻ ദാനം യാചിക്കുന്ന നിൻ ദാസരിന്നുള്ളത്തിൽ  ചിന്തും തീജ്വാലയൊത്ത തിരുപ്രസന്നതയോടെ            -പെന്തി...</vt:lpstr>
      <vt:lpstr>വിശ്വാസം സ്നേഹം ആശയും-അഗതികള്‍ക്കു മേലില്‍ നിന്നയക്കേണമേ... നിന്‍ ശ്വാസം ഇല്ല എങ്കില്‍ - നിര്‍ജ്ജീവ രൂപം ഞങ്ങള്‍ നീ താമസിച്ചീടല്ലേ ശക്തി പകര്‍ന്നീടുവാന്‍                -പെന്തി...</vt:lpstr>
      <vt:lpstr>പേരല്ലാതൊന്നുമില്ലയ്യോ! നിലകളെല്ലാം പിഴച്ച പമാന മായയ്യോ... ഓരോ മനസ്സുകളും ഓരോ നിലതിരിഞ്ഞു ഒരു മനമെന്ന ശക്തി ഒഴിഞ്ഞുപോയല്ലൊ സ്വാമീ!           -പെന്തി...</vt:lpstr>
      <vt:lpstr>കല്ലായ നെഞ്ചുകളെല്ലാം ഉരുക്കി മന- ക്കാടെല്ലാം വെട്ടിക്കളക... എല്ലാ വഞ്ചനകളും ഇല്ലാതെ യാക്കേണമേ ഏവര്‍ക്കും അനുതാപം അനുഗ്രഹത്തോടരുൾക           -പെന്തി...</vt:lpstr>
      <vt:lpstr>പാപത്തിന്നുറവകളെ അടച്ചെന്നുള്ളം  പാവനമാക്കീടേണമേ... താത്പര്യത്തോടെ ഞങ്ങള്‍ യേശുവേ പിന്തുടരാന്‍ സത്യ ക്രിസ്തവരായി കാക്കണം അടിയാരെ           -പെന്തി...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Penthakosthin vallabhane</dc:title>
  <dc:creator>Digital Input:;GM JOHN</dc:creator>
  <cp:lastModifiedBy>Acsah Mathews</cp:lastModifiedBy>
  <cp:revision>170</cp:revision>
  <dcterms:created xsi:type="dcterms:W3CDTF">2013-04-19T09:19:07Z</dcterms:created>
  <dcterms:modified xsi:type="dcterms:W3CDTF">2018-11-07T18:34:12Z</dcterms:modified>
</cp:coreProperties>
</file>