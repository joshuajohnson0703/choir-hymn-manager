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DD15C-220E-4B46-A2DB-C45228F4132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2584E-A417-45A3-A8D8-3EE57E6B1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9DF3D-A383-4347-B5D7-FA058A880A0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68F1A-0032-451A-8444-413650F8FA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130AFD-E43F-448A-92C2-43935449A82E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FF1893-B0CD-467C-ADA5-D4E4E90147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16BAE-D5F6-46FE-BFFC-3595825AD629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070A7-24BD-4628-A06E-343390805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B9A8C-B230-4064-B3FA-4233406FE43A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8CBBB-CD4C-458A-97C2-8700CA7149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1FD7A-8044-4A01-A915-27ECFF8024A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10BBD-6BDA-4E01-BB3D-D31E7A1801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2F605-B3AE-4F66-AB6C-B1DD07FB7F9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12809-6163-4997-AC11-964E81770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3431FF-C200-466F-844E-ABA50EBDF78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F193-6392-4176-9FC4-AB7F42A1A3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4A767-E64F-4AA8-AE37-E022076DB110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2D736-A04E-420D-B115-6DDE99916F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3F5A89-C325-44CC-A327-AB21F9E9E69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94443-26D4-4562-AE0C-D75C5545AD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57630-9537-40FA-AAC1-978FF123CA6A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C947E-81A1-41F1-BD84-D6FFEE047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56B13B2-EFD2-4986-BB41-4862292F627E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39ABC3-A2E8-4D07-BC1D-4928D21CA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F134-A4E3-48CC-9F6E-04F3FCC138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യേശുനാഥാ! നീതിസൂര്യാ!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9DC42-DA85-447D-AEBA-D0CF9D4DE0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Yeshunaadha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neethi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surya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6603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600" y="304800"/>
            <a:ext cx="9677400" cy="31242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നീതിസൂര്യാ!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ഏകണം നിന്നാത്മദാനം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ദാസരിലീസമയത്തിൽ നാഥനേ!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സർവ്വമാലൊഴിച്ചു ദിവ്യദാനം നൽകുക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1D01C-E978-459C-905B-EB86B5A21058}"/>
              </a:ext>
            </a:extLst>
          </p:cNvPr>
          <p:cNvSpPr/>
          <p:nvPr/>
        </p:nvSpPr>
        <p:spPr>
          <a:xfrm>
            <a:off x="1754658" y="3447535"/>
            <a:ext cx="89133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surya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Ekanham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Daasarileesamayaththil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maalozhichu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divyadaanam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600" y="304800"/>
            <a:ext cx="9677400" cy="31242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 നിന്‍റെ സന്നിധിയിൽ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വന്നിരിക്കും ഞങ്ങളെ നീ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നിന്‍റെ ദിവ്യാശിഷം നൽകി പാലിക്ക - സർവ്വ മായ ചിന്ത ദൂരെ നീക്കികാക്കുക!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1D01C-E978-459C-905B-EB86B5A21058}"/>
              </a:ext>
            </a:extLst>
          </p:cNvPr>
          <p:cNvSpPr/>
          <p:nvPr/>
        </p:nvSpPr>
        <p:spPr>
          <a:xfrm>
            <a:off x="1754658" y="3447535"/>
            <a:ext cx="89133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Innu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sannidhiyil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Vannirikkum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divyaasheesham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paalikka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doorey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kaakkuka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E3B4D5-CA87-44C5-BB36-42D895B5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378182613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600" y="304800"/>
            <a:ext cx="10439400" cy="31242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ഇത്രനാളും നിൻകൃപയെ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വ്യർത്ഥമാക്കിത്തീർത്തുപോയേ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അത്തലെല്ലാം നീക്കി നീ കൈ താങ്ങുക –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നിന്‍റെ  സത്യബോധം ഞങ്ങളിൽ നീ നൽകുക!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1D01C-E978-459C-905B-EB86B5A21058}"/>
              </a:ext>
            </a:extLst>
          </p:cNvPr>
          <p:cNvSpPr/>
          <p:nvPr/>
        </p:nvSpPr>
        <p:spPr>
          <a:xfrm>
            <a:off x="1754658" y="3447535"/>
            <a:ext cx="98277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Ithranaalhum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ninkripayé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Vyarthamaakki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poyé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Aththalellaam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kaithaanguka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E3B4D5-CA87-44C5-BB36-42D895B5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36049624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600" y="304800"/>
            <a:ext cx="10439400" cy="31242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ആത്മദാതാവായ നിന്നെ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സ്വന്തമാക്കിത്തീർത്തിടുവാൻ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ആത്മദാഹം ഞങ്ങളിൽ നീ നൽകുക - സർവ്വ സ്വാർത്ഥചിത്തം ദൂരേ നീക്കി കാക്കുക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1D01C-E978-459C-905B-EB86B5A21058}"/>
              </a:ext>
            </a:extLst>
          </p:cNvPr>
          <p:cNvSpPr/>
          <p:nvPr/>
        </p:nvSpPr>
        <p:spPr>
          <a:xfrm>
            <a:off x="1754658" y="3447535"/>
            <a:ext cx="98277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daathaavaaya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ninné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Swanthamaakki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theerthiduvaan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Aathmadaaham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swaartha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chiththam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doorey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kaakkuka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E3B4D5-CA87-44C5-BB36-42D895B5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352106173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600" y="304800"/>
            <a:ext cx="10439400" cy="31242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നിന്‍റെ സ്നേഹമറിഞ്ഞിട്ടു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നിന്നെ സ്നേഹിപ്പതിനായി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സ്നേഹഹീനരായവരിൽ വേഗമേ – നിത്യ സ്നേഹരൂപനായ നിന്നെ കാട്ടുക!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1D01C-E978-459C-905B-EB86B5A21058}"/>
              </a:ext>
            </a:extLst>
          </p:cNvPr>
          <p:cNvSpPr/>
          <p:nvPr/>
        </p:nvSpPr>
        <p:spPr>
          <a:xfrm>
            <a:off x="1754658" y="3447535"/>
            <a:ext cx="98277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arinjittu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snehippathinaayi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Sneha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heenar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aayavaril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vègamé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- Nithya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sneharoopanaaya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kaattuka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E3B4D5-CA87-44C5-BB36-42D895B5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174986360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600" y="304800"/>
            <a:ext cx="10439400" cy="31242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നീ പൊഴിക്കും തേൻ മൊഴികൾ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ഞങ്ങളുള്ളിലാക്കിടുവാൻ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പാരംകൊതി നൽകീടേണം ദൈവമേ – എല്ലാം ചെയ്തുനല്ല ദാസരായിത്തീരുവാൻ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1D01C-E978-459C-905B-EB86B5A21058}"/>
              </a:ext>
            </a:extLst>
          </p:cNvPr>
          <p:cNvSpPr/>
          <p:nvPr/>
        </p:nvSpPr>
        <p:spPr>
          <a:xfrm>
            <a:off x="1754658" y="3447535"/>
            <a:ext cx="98277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pozhikkum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thein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mozhikalh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Njangalhullhil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aakkeeduvaan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nalkidenham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daasaraayi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E3B4D5-CA87-44C5-BB36-42D895B5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15457764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600" y="304800"/>
            <a:ext cx="10439400" cy="31242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നല്ല പങ്കായുള്ളതിനെ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ഞങ്ങളെല്ലാമെടുത്തീടാൻ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നല്ലദാനമടിയാർക്കു നൽകണം - ആരും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വ്യർത്ഥമായിപ്പോയിടല്ലേ ദൈവമേ!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1D01C-E978-459C-905B-EB86B5A21058}"/>
              </a:ext>
            </a:extLst>
          </p:cNvPr>
          <p:cNvSpPr/>
          <p:nvPr/>
        </p:nvSpPr>
        <p:spPr>
          <a:xfrm>
            <a:off x="1754658" y="3447535"/>
            <a:ext cx="98277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pankaay-ullhathiney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eduththeedaan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adiyaarku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vyartham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poyidalley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Daivamé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E3B4D5-CA87-44C5-BB36-42D895B5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2D6CC5-EBD6-4356-A51C-E59857C3A4FE}"/>
              </a:ext>
            </a:extLst>
          </p:cNvPr>
          <p:cNvSpPr/>
          <p:nvPr/>
        </p:nvSpPr>
        <p:spPr>
          <a:xfrm>
            <a:off x="7696200" y="5528173"/>
            <a:ext cx="4211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Muthampakkal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Kochukunju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Upadeshi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A5A0C7-59F4-4B2B-82E3-79CB64A29A44}"/>
              </a:ext>
            </a:extLst>
          </p:cNvPr>
          <p:cNvSpPr/>
          <p:nvPr/>
        </p:nvSpPr>
        <p:spPr>
          <a:xfrm>
            <a:off x="7696200" y="3053883"/>
            <a:ext cx="426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(</a:t>
            </a:r>
            <a:r>
              <a:rPr lang="ml-IN" b="1" dirty="0"/>
              <a:t>മൂത്താംപാക്കൽ കൊച്ചുകുഞ്ഞ്</a:t>
            </a:r>
            <a:r>
              <a:rPr lang="en-US" b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4408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153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32 യേശുനാഥാ! നീതിസൂര്യാ!</vt:lpstr>
      <vt:lpstr>1 യേശുനാഥാ! നീതിസൂര്യാ! ഏകണം നിന്നാത്മദാനം ദാസരിലീസമയത്തിൽ നാഥനേ! സർവ്വമാലൊഴിച്ചു ദിവ്യദാനം നൽകുക</vt:lpstr>
      <vt:lpstr>2 ഇന്നു നിന്‍റെ സന്നിധിയിൽ വന്നിരിക്കും ഞങ്ങളെ നീ നിന്‍റെ ദിവ്യാശിഷം നൽകി പാലിക്ക - സർവ്വ മായ ചിന്ത ദൂരെ നീക്കികാക്കുക!</vt:lpstr>
      <vt:lpstr>3 ഇത്രനാളും നിൻകൃപയെ വ്യർത്ഥമാക്കിത്തീർത്തുപോയേ അത്തലെല്ലാം നീക്കി നീ കൈ താങ്ങുക –  നിന്‍റെ  സത്യബോധം ഞങ്ങളിൽ നീ നൽകുക! </vt:lpstr>
      <vt:lpstr>4 ആത്മദാതാവായ നിന്നെ സ്വന്തമാക്കിത്തീർത്തിടുവാൻ ആത്മദാഹം ഞങ്ങളിൽ നീ നൽകുക - സർവ്വ സ്വാർത്ഥചിത്തം ദൂരേ നീക്കി കാക്കുക</vt:lpstr>
      <vt:lpstr>5 നിന്‍റെ സ്നേഹമറിഞ്ഞിട്ടു നിന്നെ സ്നേഹിപ്പതിനായി സ്നേഹഹീനരായവരിൽ വേഗമേ – നിത്യ സ്നേഹരൂപനായ നിന്നെ കാട്ടുക!</vt:lpstr>
      <vt:lpstr>6 നീ പൊഴിക്കും തേൻ മൊഴികൾ ഞങ്ങളുള്ളിലാക്കിടുവാൻ പാരംകൊതി നൽകീടേണം ദൈവമേ – എല്ലാം ചെയ്തുനല്ല ദാസരായിത്തീരുവാൻ</vt:lpstr>
      <vt:lpstr>7 നല്ല പങ്കായുള്ളതിനെ ഞങ്ങളെല്ലാമെടുത്തീടാൻ നല്ലദാനമടിയാർക്കു നൽകണം - ആരും  വ്യർത്ഥമായിപ്പോയിടല്ലേ ദൈവമേ!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nadha neethisurya</dc:title>
  <dc:creator>Digital Input:;GM JOHN</dc:creator>
  <cp:lastModifiedBy>Acsah Mathews</cp:lastModifiedBy>
  <cp:revision>199</cp:revision>
  <dcterms:created xsi:type="dcterms:W3CDTF">2013-04-19T09:19:07Z</dcterms:created>
  <dcterms:modified xsi:type="dcterms:W3CDTF">2018-10-25T18:43:13Z</dcterms:modified>
</cp:coreProperties>
</file>