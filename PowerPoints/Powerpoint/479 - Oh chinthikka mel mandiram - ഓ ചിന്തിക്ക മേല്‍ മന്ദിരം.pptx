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F2A05-0A18-44FE-B2E8-11E302291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770E4B-DDF9-4589-A96A-5AF496B7F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90C86-5BBE-4FE0-8BAF-441639D1A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BAAE-D3C2-49A4-9F24-4B4138EA002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1B059-9A6F-4E97-B016-D2F0B3C8E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9BA57-45E8-4D43-B3B7-982607026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DD380-A301-4745-8A8A-D34F279A6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75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0450E-914D-41D3-9342-D9AA999BF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9C3D8-1089-4056-8BD3-A21B53959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50793-AB3D-46C3-AEEA-6F76A8A15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BAAE-D3C2-49A4-9F24-4B4138EA002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68AD7-D10C-467F-84BC-0154597B3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4FEF0-4097-43CE-BB48-DB3F14806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DD380-A301-4745-8A8A-D34F279A6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672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8B781-2A53-43FB-BC0D-25B936D66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3FF1F-DE1D-4094-B237-008548698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EF884-20ED-4D04-AB26-B24E3C6B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BAAE-D3C2-49A4-9F24-4B4138EA002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C88B9-E6F4-4C3C-99BF-1586FEFD0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6FC7F-3264-49AB-ADA7-3503557E5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DD380-A301-4745-8A8A-D34F279A6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727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40D25-5ECE-40EB-B2FF-6FD0459B6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DC7A0-0383-41FF-B0D6-4A6721AC4D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2A6343-C1B9-43F6-B32E-5F5331900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EBC302-8D59-4CC3-B9DE-237B85F95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BAAE-D3C2-49A4-9F24-4B4138EA002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3C7A6-92AC-45D9-BF2C-68BFB8764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0A79D-10FC-419A-AFB8-5B7B47128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DD380-A301-4745-8A8A-D34F279A6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10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5AED6-4A2C-421E-9270-5EB37C689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EF68D-4A02-4350-B090-62905272D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BBBA5-78EF-462C-8EED-FB748ABED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F02F5F-847D-4373-B412-9563397835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E515FB-5BF5-4583-BFCD-E237738A42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F5399D-3CDA-4FC0-9D7C-7CA722A30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BAAE-D3C2-49A4-9F24-4B4138EA002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279935-CF0F-4FB1-AE46-6BC91A7A1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2A6A09-13EB-4E19-8DDA-6BB3964F8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DD380-A301-4745-8A8A-D34F279A6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124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4824A-A223-4BF6-9C6A-D7C9B4E9F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31B40A-CD6D-4BEE-9B2E-CB626D40E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BAAE-D3C2-49A4-9F24-4B4138EA002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747046-BC61-42C0-8129-6CB8B9CC4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AE433-B873-4990-8D4B-6E1A151A0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DD380-A301-4745-8A8A-D34F279A6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56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8D845D-222B-42C7-9F3F-A38752534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BAAE-D3C2-49A4-9F24-4B4138EA002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29A137-E3A6-45A4-B89C-D43DBB72B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1E67B-4142-4F2F-A2E5-76C449C3E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DD380-A301-4745-8A8A-D34F279A6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743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D6918-3BD9-45C2-8D66-64EEE905B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ABCCE-9902-4620-9F9A-F57940F0F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2B2DF1-4E49-46C9-AB0E-47A5CBEE7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2574C-D30F-4FE1-8A4E-DCEB3BBE2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BAAE-D3C2-49A4-9F24-4B4138EA002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21F92-B12E-45F0-BDD4-B77114F98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16675-01B2-4092-BC0F-8641FBC9F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DD380-A301-4745-8A8A-D34F279A6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46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9A11A-3BD8-44F6-97CC-A9FA0F62D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EE955B-B239-441F-B12E-1B6F29E4D1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318085-EF22-488C-B923-CFDEA7A2D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FD4656-8948-4778-9023-B2131E6B9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BAAE-D3C2-49A4-9F24-4B4138EA002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3133B-9214-4AEA-BF4A-C622A145F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ABC38-A085-440C-A2C7-C29B263DA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DD380-A301-4745-8A8A-D34F279A6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43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B8C29-6714-4EFC-835A-CB76331F0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086470-FDDE-49F9-BB0C-738F72F738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76BA4-D204-42B6-96D3-8C5932B08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BAAE-D3C2-49A4-9F24-4B4138EA002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E7FDD-3D48-4789-B90A-DF1D5A47B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0868A-D5E1-42C5-A1C7-4A5EAB921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DD380-A301-4745-8A8A-D34F279A6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409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5071F3-293C-4C02-B938-1CC4CCC0B8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AA0172-73B8-4C1E-BB4E-B1EDB96BF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51627-16C3-41C9-A0B5-B51F06B22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BAAE-D3C2-49A4-9F24-4B4138EA002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EF8E4-0291-4C0E-A9D6-6BFF3B8D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4FD93-6738-470B-A846-38877D9CF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DD380-A301-4745-8A8A-D34F279A6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54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BAB833-9BF8-4143-B611-3F29D0EAD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D3904-8CF3-4E70-859F-F7B48187C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68CD7-C5D9-470E-AAC7-BDCD9BE84D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00BAAE-D3C2-49A4-9F24-4B4138EA002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254BE-5A1A-4645-822D-6333C289A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D61A3-697B-43AE-BDA3-5A3AF0626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4DD380-A301-4745-8A8A-D34F279A6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143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D90-1AA3-44F2-B65D-762AD2BC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n-US" dirty="0"/>
              <a:t>479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ഓ ചിന്തിക്ക മേല്‍ മന്ദിരം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B639-87B4-4B41-BCA7-37290E6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387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Oh </a:t>
            </a:r>
            <a:r>
              <a:rPr lang="en-US" sz="4000" b="1" dirty="0" err="1">
                <a:solidFill>
                  <a:srgbClr val="002060"/>
                </a:solidFill>
              </a:rPr>
              <a:t>chinthikka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mel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mandiram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800" i="1" dirty="0">
                <a:solidFill>
                  <a:srgbClr val="0070C0"/>
                </a:solidFill>
              </a:rPr>
              <a:t>Oh think of the home over there – </a:t>
            </a:r>
          </a:p>
          <a:p>
            <a:r>
              <a:rPr lang="en-US" sz="3400" i="1" dirty="0">
                <a:solidFill>
                  <a:srgbClr val="0070C0"/>
                </a:solidFill>
              </a:rPr>
              <a:t>DWC Huntington, </a:t>
            </a:r>
            <a:r>
              <a:rPr lang="en-US" sz="3400" i="1" dirty="0" err="1">
                <a:solidFill>
                  <a:srgbClr val="0070C0"/>
                </a:solidFill>
              </a:rPr>
              <a:t>T.C.O’Kance</a:t>
            </a:r>
            <a:endParaRPr lang="en-US" sz="3400" i="1" dirty="0">
              <a:solidFill>
                <a:srgbClr val="0070C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237200"/>
            <a:ext cx="11934092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ഓ ചിന്തിക്ക മേല്‍ മന്ദിരം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ശോഭിത നദീതീരത്തുള്ളോര്‍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അമൃമര്‍ത്യമാം വിശുദ്ധ സംഘം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വെണ്മ വസ്ത്രം ധരിച്ചവർ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AD432C-CAB3-4942-BD8B-9386B870512E}"/>
              </a:ext>
            </a:extLst>
          </p:cNvPr>
          <p:cNvSpPr/>
          <p:nvPr/>
        </p:nvSpPr>
        <p:spPr>
          <a:xfrm>
            <a:off x="128954" y="1758003"/>
            <a:ext cx="12063046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മേലുള്ള മേലുള്ള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മന്ദിരം ചിന്തിച്ചീടുക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മേലുള്ള മേലുള്ള മേലുള്ള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മന്ദിരം ചിന്തിച്ചീടുക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-1" y="3235258"/>
            <a:ext cx="12063045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Oh </a:t>
            </a:r>
            <a:r>
              <a:rPr lang="en-US" sz="3400" b="1" dirty="0" err="1">
                <a:solidFill>
                  <a:srgbClr val="002060"/>
                </a:solidFill>
              </a:rPr>
              <a:t>chinthikka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mel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mandiram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</a:rPr>
              <a:t>Shobhitha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naditheeraththullhor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</a:rPr>
              <a:t>Amarthyaraam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vishudhdha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sangham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</a:rPr>
              <a:t>Venhma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vasthram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dharichchavar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3A8B24-238C-4D44-93E0-9B8F8F0F7BE0}"/>
              </a:ext>
            </a:extLst>
          </p:cNvPr>
          <p:cNvSpPr/>
          <p:nvPr/>
        </p:nvSpPr>
        <p:spPr>
          <a:xfrm>
            <a:off x="4149969" y="4619795"/>
            <a:ext cx="8042031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Melullha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Melullha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Mandiram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chinthicheeduka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Melullha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melullha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melullha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Mandiram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chinthicheeduka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479</a:t>
            </a:r>
          </a:p>
        </p:txBody>
      </p:sp>
    </p:spTree>
    <p:extLst>
      <p:ext uri="{BB962C8B-B14F-4D97-AF65-F5344CB8AC3E}">
        <p14:creationId xmlns:p14="http://schemas.microsoft.com/office/powerpoint/2010/main" val="1671687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631784"/>
            <a:ext cx="11934092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ഓ ചിന്തിക്ക മേൽ തോഴരെ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യാത്ര തീർന്നവർ പോയി മുമ്പേ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ആനന്ദഗീതം പാടിയവർ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ആര്‍ത്തിടുന്നു സ്വർഗ്ഗം ആകവേ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AD432C-CAB3-4942-BD8B-9386B870512E}"/>
              </a:ext>
            </a:extLst>
          </p:cNvPr>
          <p:cNvSpPr/>
          <p:nvPr/>
        </p:nvSpPr>
        <p:spPr>
          <a:xfrm>
            <a:off x="128954" y="2578470"/>
            <a:ext cx="1206304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മേലുള്ള മേലുള്ള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endParaRPr lang="ml-IN" sz="34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തോഴരെ ചിന്തിച്ചീടുക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(2)</a:t>
            </a:r>
            <a:endParaRPr lang="ml-IN" sz="3400" b="1" dirty="0">
              <a:solidFill>
                <a:srgbClr val="000000"/>
              </a:solidFill>
              <a:latin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478715"/>
            <a:ext cx="12063045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Oh </a:t>
            </a:r>
            <a:r>
              <a:rPr lang="en-US" sz="3400" b="1" dirty="0" err="1">
                <a:solidFill>
                  <a:srgbClr val="002060"/>
                </a:solidFill>
              </a:rPr>
              <a:t>chinthikka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mel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thozhare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Yaathra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theernnavar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poyi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mumbe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Aanandageetham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padiyavar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Aarththidunnu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swargam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aakave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3A8B24-238C-4D44-93E0-9B8F8F0F7BE0}"/>
              </a:ext>
            </a:extLst>
          </p:cNvPr>
          <p:cNvSpPr/>
          <p:nvPr/>
        </p:nvSpPr>
        <p:spPr>
          <a:xfrm>
            <a:off x="4149969" y="5094543"/>
            <a:ext cx="804203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Melullha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melullha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Thozhare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chinthicheeduka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(2)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48B4B5-6CAC-4F1B-ADF9-541D989CD920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0208C-D875-4DD3-8757-E56AB93AE1FD}"/>
              </a:ext>
            </a:extLst>
          </p:cNvPr>
          <p:cNvSpPr txBox="1"/>
          <p:nvPr/>
        </p:nvSpPr>
        <p:spPr>
          <a:xfrm>
            <a:off x="128954" y="82825"/>
            <a:ext cx="119340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83516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631784"/>
            <a:ext cx="11934092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എന്‍ രക്ഷകനുണ്ടവിടെ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വിശ്രമിക്കുന്നെന്‍ പ്രിയ കൂട്ടം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ഞാനും പോയൊരുമിച്ചവിടെ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വസിച്ചെന്‍ ഖേദം തീരും ശീഘ്രം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AD432C-CAB3-4942-BD8B-9386B870512E}"/>
              </a:ext>
            </a:extLst>
          </p:cNvPr>
          <p:cNvSpPr/>
          <p:nvPr/>
        </p:nvSpPr>
        <p:spPr>
          <a:xfrm>
            <a:off x="128954" y="2578470"/>
            <a:ext cx="1180513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മേലുള്ള മേലുള്ള </a:t>
            </a:r>
          </a:p>
          <a:p>
            <a:pPr algn="r"/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രക്ഷകനെ നാം ചിന്തിക്ക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(2)</a:t>
            </a:r>
            <a:endParaRPr lang="ml-IN" sz="3400" b="1" dirty="0">
              <a:solidFill>
                <a:srgbClr val="000000"/>
              </a:solidFill>
              <a:latin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478715"/>
            <a:ext cx="12063045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</a:rPr>
              <a:t>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raksharan-undavide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Vishramikkunnen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priya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koottam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Njanum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poyorumichchavide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Vasichchen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khedam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theerum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sheekhram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3A8B24-238C-4D44-93E0-9B8F8F0F7BE0}"/>
              </a:ext>
            </a:extLst>
          </p:cNvPr>
          <p:cNvSpPr/>
          <p:nvPr/>
        </p:nvSpPr>
        <p:spPr>
          <a:xfrm>
            <a:off x="1031631" y="5326216"/>
            <a:ext cx="1090246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Melullha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melullha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Rakshakane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chinthikka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(2)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48B4B5-6CAC-4F1B-ADF9-541D989CD920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0208C-D875-4DD3-8757-E56AB93AE1FD}"/>
              </a:ext>
            </a:extLst>
          </p:cNvPr>
          <p:cNvSpPr txBox="1"/>
          <p:nvPr/>
        </p:nvSpPr>
        <p:spPr>
          <a:xfrm>
            <a:off x="128954" y="82825"/>
            <a:ext cx="119340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12019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631784"/>
            <a:ext cx="11934092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ഞാൻ പോയ് ചേരും വീട്ടിൽ വേഗം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ഓട്ടത്തിനന്തം കാണുന്നിതാ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എന്‍റെ പ്രേമസഖികള്‍ നൂനം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നോക്കി താൻ കാത്തിരിക്കുന്നിതാ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AD432C-CAB3-4942-BD8B-9386B870512E}"/>
              </a:ext>
            </a:extLst>
          </p:cNvPr>
          <p:cNvSpPr/>
          <p:nvPr/>
        </p:nvSpPr>
        <p:spPr>
          <a:xfrm>
            <a:off x="128954" y="2578470"/>
            <a:ext cx="1206304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മേലുള്ള മേലുള്ള </a:t>
            </a:r>
          </a:p>
          <a:p>
            <a:pPr algn="r"/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വീടതില്‍ ഞാൻ പോയ് ചേർന്നീടും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(2)</a:t>
            </a:r>
            <a:endParaRPr lang="ml-IN" sz="3400" b="1" dirty="0">
              <a:solidFill>
                <a:srgbClr val="000000"/>
              </a:solidFill>
              <a:latin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478715"/>
            <a:ext cx="12063045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</a:rPr>
              <a:t>Njan</a:t>
            </a:r>
            <a:r>
              <a:rPr lang="en-US" sz="3400" b="1" dirty="0">
                <a:solidFill>
                  <a:srgbClr val="002060"/>
                </a:solidFill>
              </a:rPr>
              <a:t> poi </a:t>
            </a:r>
            <a:r>
              <a:rPr lang="en-US" sz="3400" b="1" dirty="0" err="1">
                <a:solidFill>
                  <a:srgbClr val="002060"/>
                </a:solidFill>
              </a:rPr>
              <a:t>cherum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veettil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vegam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Ottaththin-antham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kaanhunnithaa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Ente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premasoothrikalh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noonam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Nokki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kaaththirikkunnithaa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3A8B24-238C-4D44-93E0-9B8F8F0F7BE0}"/>
              </a:ext>
            </a:extLst>
          </p:cNvPr>
          <p:cNvSpPr/>
          <p:nvPr/>
        </p:nvSpPr>
        <p:spPr>
          <a:xfrm>
            <a:off x="4149969" y="5094543"/>
            <a:ext cx="804203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Melullha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melullha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Veedathil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poi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chernnidum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(2)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48B4B5-6CAC-4F1B-ADF9-541D989CD920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0208C-D875-4DD3-8757-E56AB93AE1FD}"/>
              </a:ext>
            </a:extLst>
          </p:cNvPr>
          <p:cNvSpPr txBox="1"/>
          <p:nvPr/>
        </p:nvSpPr>
        <p:spPr>
          <a:xfrm>
            <a:off x="128954" y="82825"/>
            <a:ext cx="119340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15604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177</Words>
  <Application>Microsoft Office PowerPoint</Application>
  <PresentationFormat>Widescreen</PresentationFormat>
  <Paragraphs>57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Kartika</vt:lpstr>
      <vt:lpstr>Office Theme</vt:lpstr>
      <vt:lpstr>479 ഓ ചിന്തിക്ക മേല്‍ മന്ദിരം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Oh chinthikka mel mandiram</dc:title>
  <dc:creator>Acsah Mathews</dc:creator>
  <cp:lastModifiedBy>Acsah Mathews</cp:lastModifiedBy>
  <cp:revision>2</cp:revision>
  <dcterms:created xsi:type="dcterms:W3CDTF">2018-12-03T12:58:48Z</dcterms:created>
  <dcterms:modified xsi:type="dcterms:W3CDTF">2018-12-03T13:06:05Z</dcterms:modified>
</cp:coreProperties>
</file>