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1E466B-CE71-4D9F-8796-AE7B809D66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26AB2C-5681-40D9-8C83-FC70D67E0C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9F0FF-48E2-4088-9EB7-AF79C699C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22A81-AA19-46AC-8F69-8DAD83487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F4FEEE-AEB4-405C-9E4A-ECA4FF8907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7016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4D85C-6DCD-4BD7-8EDF-BBAB826C9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3873-8F58-4ACA-96D0-6F7D71F1CF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60ECA3-FCD1-4457-BAFA-0078184217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00D26A-AB23-406C-910E-1374C7C30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9CEDF-3C66-442B-BEC1-A12F11373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124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6C32D-3D88-47DF-A9D9-6BBAD952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CEAF4C-9711-491E-B4F9-9902D0BC68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FE5E2-5395-4936-9CC9-ADD5852A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C4E3C4-5CD9-469A-AD28-4B33A81BB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5F069F-9D0F-44F1-BFF8-34C35F08B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27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F527B-CFEA-424F-B040-D495B1744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9E914A-7176-40F2-8786-E8A192A807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FE27B4-1536-4940-9117-9D8B2152CC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F51512-F2D2-4DB4-95A4-4956DE593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241E1C-2D11-4DBE-9754-54017BC59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EFEDA-810A-460D-8A30-FBA3B93B3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622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D948F-E30E-4835-A660-5F38FB653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F3AB67-41C1-465B-B3A7-91C1BF3F6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6F58BE-B879-4CA7-ABAF-76FCAA4B8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012ABE-4525-47F3-946C-18AF26A5CF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C54003-3BD8-4C42-A133-3AB88EFD6C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ADB33A-4C25-4301-BDFD-E40F0D93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C55B7A-559A-41AE-86A7-4D5B1B7B6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66AED4-A31D-485F-87A6-6B71DD883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3686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F6D0C-0B36-419D-99CC-1ECD5205D7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2465B5-75EE-479D-A7EA-A6727FB76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52BDCC-2571-4D8B-BDE2-8E6B10193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66BAD1-B28A-4F65-A27E-AB332A116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486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AA6FAF-9809-42D2-80FE-E8D5B7BE8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3B3482E-2F28-457E-9A50-B9C8F965E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702716-9574-4544-A5AC-EF9F710D5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758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CF964-5C8B-42A6-B112-47C6E4CF1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62C0F-66CD-4FB8-8C5B-36AA4ADB5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AEF1F-6DB2-4228-BEAD-CD513FF54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DBAAD8-6172-4F5A-8991-7328CB936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768B7-0D87-44D3-8135-973CC80B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9833AB-7FF2-4938-816A-5EBE396D80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980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1EA19-9B2F-4FCB-A54C-68E2F8F27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C0CBC0-3346-4C0F-9678-1E94ECD7F3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7ECAD7-9CD2-472A-96FB-05B296FFC1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33C0E8-5A27-487C-8AEE-88B11547B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A03170-4DFC-4594-ADC1-2FA624A05D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D49A5D-C135-406D-A5BF-ADF9F33E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0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3257A-0166-4BA5-8B57-3ED5B2371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A712F6-64FC-4FF9-AC2A-C34BBA4E67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2CDCB-3748-4F92-A53B-23BFC6B96D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3E489-5564-4570-9CD2-FBA6ABF6A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4F952D-EF78-485F-A03C-AD9DB75C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174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F657FB-F693-4E97-AC8C-CB83D0AAC9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A0B766-F4EC-4703-8DB8-A5E1F22135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0CC5E5-D673-450E-879A-6DDEF6F8F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BB6F74-9258-4835-ABAB-59BEC9C5F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23340-7E03-4E5C-A9C2-53C46E376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6385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C08A65-B3D1-4889-B755-FAA376E2F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0DD492-665C-433A-A43C-2245FDFCE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844FE6-0AED-4AC6-AC28-AC68F57F40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16144E-BF6A-4AA5-B574-3D7F2820396B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8396C7-B967-41A2-9D1C-66765C5C71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7D43A2-F55F-4ACA-A67B-0EEBAABCEF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906046-F394-4FA7-AFC9-399726D7CC9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1733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DCE0E-4AEB-4104-88AA-FE0FD46C2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/>
          </a:bodyPr>
          <a:lstStyle/>
          <a:p>
            <a:r>
              <a:rPr lang="en-US" dirty="0"/>
              <a:t>464</a:t>
            </a:r>
            <a:br>
              <a:rPr lang="en-US" dirty="0"/>
            </a:br>
            <a:r>
              <a:rPr lang="ml-IN" b="1">
                <a:solidFill>
                  <a:srgbClr val="000000"/>
                </a:solidFill>
                <a:latin typeface="Kartika" panose="02020503030404060203" pitchFamily="18" charset="0"/>
              </a:rPr>
              <a:t>നല്ലിടയൻ യേശു രക്ഷകൻ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177304-BA76-4AB8-B8D9-7090C0CC51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3875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2060"/>
                </a:solidFill>
              </a:rPr>
              <a:t>Nallidayanaam </a:t>
            </a:r>
            <a:r>
              <a:rPr lang="en-US" sz="4000" b="1" dirty="0" err="1">
                <a:solidFill>
                  <a:srgbClr val="002060"/>
                </a:solidFill>
              </a:rPr>
              <a:t>yeshu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rakshakan</a:t>
            </a:r>
            <a:endParaRPr lang="en-US" sz="4000" b="1" dirty="0">
              <a:solidFill>
                <a:srgbClr val="002060"/>
              </a:solidFill>
            </a:endParaRPr>
          </a:p>
          <a:p>
            <a:r>
              <a:rPr lang="en-US" sz="3800" i="1" dirty="0" err="1">
                <a:solidFill>
                  <a:schemeClr val="accent1">
                    <a:lumMod val="75000"/>
                  </a:schemeClr>
                </a:solidFill>
              </a:rPr>
              <a:t>Saviour</a:t>
            </a:r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, again to Thy dear name – </a:t>
            </a:r>
          </a:p>
          <a:p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John </a:t>
            </a:r>
            <a:r>
              <a:rPr lang="en-US" sz="3600" i="1" dirty="0" err="1">
                <a:solidFill>
                  <a:schemeClr val="accent1">
                    <a:lumMod val="75000"/>
                  </a:schemeClr>
                </a:solidFill>
              </a:rPr>
              <a:t>Ellerton</a:t>
            </a:r>
            <a:r>
              <a:rPr lang="en-US" sz="3600" i="1" dirty="0">
                <a:solidFill>
                  <a:schemeClr val="accent1">
                    <a:lumMod val="75000"/>
                  </a:schemeClr>
                </a:solidFill>
              </a:rPr>
              <a:t>, E. Hopkins</a:t>
            </a:r>
          </a:p>
        </p:txBody>
      </p:sp>
    </p:spTree>
    <p:extLst>
      <p:ext uri="{BB962C8B-B14F-4D97-AF65-F5344CB8AC3E}">
        <p14:creationId xmlns:p14="http://schemas.microsoft.com/office/powerpoint/2010/main" val="575832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7DF93C-479D-425C-8628-F30AD9B62398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നല്ലിടയൻ യേശു രക്ഷകൻ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തൻ ജീവൻ നൽകി</a:t>
            </a:r>
            <a:r>
              <a:rPr lang="en-US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 </a:t>
            </a: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വീണ്ടെടുത്തെന്നെ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മുട്ടുകൾ സർവ്വവും നാൾതോറുമേ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തീർത്തുപാലനം ചെയ്തിടുന്നു താന്‍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Nallidayanaam </a:t>
            </a: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rakshakan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</a:rPr>
              <a:t>jeevan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nalki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veendeduththenne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Muttukalh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sarvvavum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naalhthorhume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Theerththu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paalanam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cheythidunnu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endParaRPr lang="en-US" sz="34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7857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യേശു നല്ലിടയൻ എന്നെ നല്ല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മേച്ചിൽ സ്ഥലെ കിടത്തുന്നു സദാ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ശാന്തവെള്ളങ്ങൾക്കരികിൽ എന്നെ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സന്തതം കൊണ്ടുപോകുന്നു അവൻ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Yeshu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nallidayan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Mechil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sthale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kidaththunnu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sadaa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Shaantha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vellhangalhkkarikil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Santhatham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kondupokunnu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avan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C49A7D-5453-4D6F-BE6D-D9EB05BBAFA4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464</a:t>
            </a:r>
          </a:p>
        </p:txBody>
      </p:sp>
    </p:spTree>
    <p:extLst>
      <p:ext uri="{BB962C8B-B14F-4D97-AF65-F5344CB8AC3E}">
        <p14:creationId xmlns:p14="http://schemas.microsoft.com/office/powerpoint/2010/main" val="2311185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നീതി വഴികളിൽ നടത്തുന്നു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സാദരം എന്നെ എൻ നല്ലിടയൻ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മുന്‍ നടക്കുന്നു താന്‍ അനുദിനം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എന്നെ പേര്‍ചൊല്ലി വിളിച്ചീടുന്നു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Neethi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vazhikalhil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nadaththunnu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Saadaram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nallidayan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Mun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nadakkunnu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anudinam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Enne</a:t>
            </a:r>
            <a:r>
              <a:rPr lang="en-US" sz="3400" b="1" dirty="0">
                <a:solidFill>
                  <a:srgbClr val="002060"/>
                </a:solidFill>
              </a:rPr>
              <a:t> per </a:t>
            </a:r>
            <a:r>
              <a:rPr lang="en-US" sz="3400" b="1" dirty="0" err="1">
                <a:solidFill>
                  <a:srgbClr val="002060"/>
                </a:solidFill>
              </a:rPr>
              <a:t>cholli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vilhicheedunnu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071B07-883F-4A98-BF88-6415E972E40C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464</a:t>
            </a:r>
          </a:p>
        </p:txBody>
      </p:sp>
    </p:spTree>
    <p:extLst>
      <p:ext uri="{BB962C8B-B14F-4D97-AF65-F5344CB8AC3E}">
        <p14:creationId xmlns:p14="http://schemas.microsoft.com/office/powerpoint/2010/main" val="7819397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തൻ ആടുകളെ അറിയുന്നവൻ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നന്നായറിയും തൻ ശബ്ദം അവ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സർവ്വശക്തിയുള്ള തൻ കൈകളിൽ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ക്ഷേമമായിരിക്കും അവന്‍ എന്നും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>
                <a:solidFill>
                  <a:srgbClr val="002060"/>
                </a:solidFill>
              </a:rPr>
              <a:t>Than </a:t>
            </a:r>
            <a:r>
              <a:rPr lang="en-US" sz="3400" b="1" dirty="0" err="1">
                <a:solidFill>
                  <a:srgbClr val="002060"/>
                </a:solidFill>
              </a:rPr>
              <a:t>aadukalhe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arhiyunnavan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nannayarhiyum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shabdam</a:t>
            </a:r>
            <a:r>
              <a:rPr lang="en-US" sz="3400" b="1" dirty="0">
                <a:solidFill>
                  <a:srgbClr val="002060"/>
                </a:solidFill>
              </a:rPr>
              <a:t> ava</a:t>
            </a: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Sarvashakthiyullha</a:t>
            </a:r>
            <a:r>
              <a:rPr lang="en-US" sz="3400" b="1" dirty="0">
                <a:solidFill>
                  <a:srgbClr val="002060"/>
                </a:solidFill>
              </a:rPr>
              <a:t> than </a:t>
            </a:r>
            <a:r>
              <a:rPr lang="en-US" sz="3400" b="1" dirty="0" err="1">
                <a:solidFill>
                  <a:srgbClr val="002060"/>
                </a:solidFill>
              </a:rPr>
              <a:t>kaikalhil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Kshemamaayirikkum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avan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ennum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9A132C2-634E-4FDF-8B55-80B774E2EC95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464</a:t>
            </a:r>
          </a:p>
        </p:txBody>
      </p:sp>
    </p:spTree>
    <p:extLst>
      <p:ext uri="{BB962C8B-B14F-4D97-AF65-F5344CB8AC3E}">
        <p14:creationId xmlns:p14="http://schemas.microsoft.com/office/powerpoint/2010/main" val="3297669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കെട്ടുന്നു മുറിവ് രോഗികളെ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മുറ്റും സുഖപ്പെടുത്തുന്നു താൻ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മാർവ്വില്‍ കുഞ്ഞാടുകളെ ചുമന്നു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സർവ്വ നേരവും പാലിച്ചിടുന്നു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Kettunnu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murhivu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rogikalhe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Muttum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sukhappeduththedunnu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thaan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Maarvil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kunjaadukalhe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chumannu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Sarvaneravum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paalicheedunnu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4AA392-EA70-4323-8260-E7F4327DFF61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464</a:t>
            </a:r>
          </a:p>
        </p:txBody>
      </p:sp>
    </p:spTree>
    <p:extLst>
      <p:ext uri="{BB962C8B-B14F-4D97-AF65-F5344CB8AC3E}">
        <p14:creationId xmlns:p14="http://schemas.microsoft.com/office/powerpoint/2010/main" val="2431493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927CDC3-6924-4EA8-8716-97B705FB8840}"/>
              </a:ext>
            </a:extLst>
          </p:cNvPr>
          <p:cNvSpPr txBox="1"/>
          <p:nvPr/>
        </p:nvSpPr>
        <p:spPr>
          <a:xfrm>
            <a:off x="58615" y="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F6A296-FDC4-4939-B52D-C4C6CA6A3842}"/>
              </a:ext>
            </a:extLst>
          </p:cNvPr>
          <p:cNvSpPr/>
          <p:nvPr/>
        </p:nvSpPr>
        <p:spPr>
          <a:xfrm>
            <a:off x="234462" y="769824"/>
            <a:ext cx="11910645" cy="24363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ഈ നല്ലിടയ സംരക്ഷണയിൽ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ഞാന്‍ എന്‍റെ ലോകവാസം കഴിച്ചു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മൃത്യുവിന്‍ ശേഷേ സ്വര്‍ഗ്ഗേ പാർത്തിടും </a:t>
            </a:r>
          </a:p>
          <a:p>
            <a:pPr>
              <a:lnSpc>
                <a:spcPct val="112000"/>
              </a:lnSpc>
            </a:pPr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നിത്യ കാലവും തന്‍റെ മടിയിൽ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21F788-B881-4F71-A28C-7AA9DD23C22F}"/>
              </a:ext>
            </a:extLst>
          </p:cNvPr>
          <p:cNvSpPr/>
          <p:nvPr/>
        </p:nvSpPr>
        <p:spPr>
          <a:xfrm>
            <a:off x="539262" y="3664455"/>
            <a:ext cx="11183815" cy="24049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nallidaya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samrakshanhayil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ente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lokavaasam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kazhichu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Mrithyuvin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sheshe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swarge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paarththidum</a:t>
            </a:r>
            <a:endParaRPr lang="en-US" sz="3400" b="1" dirty="0">
              <a:solidFill>
                <a:srgbClr val="002060"/>
              </a:solidFill>
            </a:endParaRPr>
          </a:p>
          <a:p>
            <a:pPr algn="r">
              <a:lnSpc>
                <a:spcPct val="112000"/>
              </a:lnSpc>
            </a:pPr>
            <a:r>
              <a:rPr lang="en-US" sz="3400" b="1" dirty="0" err="1">
                <a:solidFill>
                  <a:srgbClr val="002060"/>
                </a:solidFill>
              </a:rPr>
              <a:t>Nithyakaalavum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thante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madiyil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8E32375-60F7-4660-B033-C22B4FE7E61C}"/>
              </a:ext>
            </a:extLst>
          </p:cNvPr>
          <p:cNvSpPr txBox="1"/>
          <p:nvPr/>
        </p:nvSpPr>
        <p:spPr>
          <a:xfrm>
            <a:off x="10996247" y="0"/>
            <a:ext cx="119575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464</a:t>
            </a:r>
          </a:p>
        </p:txBody>
      </p:sp>
    </p:spTree>
    <p:extLst>
      <p:ext uri="{BB962C8B-B14F-4D97-AF65-F5344CB8AC3E}">
        <p14:creationId xmlns:p14="http://schemas.microsoft.com/office/powerpoint/2010/main" val="1994621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191</Words>
  <Application>Microsoft Office PowerPoint</Application>
  <PresentationFormat>Widescreen</PresentationFormat>
  <Paragraphs>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Kartika</vt:lpstr>
      <vt:lpstr>Office Theme</vt:lpstr>
      <vt:lpstr>464 നല്ലിടയൻ യേശു രക്ഷകൻ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Nallidayan Yeshu rakshakan</dc:title>
  <dc:creator>Acsah Mathews</dc:creator>
  <cp:lastModifiedBy>Acsah Mathews</cp:lastModifiedBy>
  <cp:revision>1</cp:revision>
  <dcterms:created xsi:type="dcterms:W3CDTF">2018-11-30T15:33:54Z</dcterms:created>
  <dcterms:modified xsi:type="dcterms:W3CDTF">2018-11-30T15:39:44Z</dcterms:modified>
</cp:coreProperties>
</file>