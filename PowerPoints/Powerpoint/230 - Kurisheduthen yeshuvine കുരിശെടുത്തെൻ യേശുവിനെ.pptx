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74" r:id="rId3"/>
    <p:sldId id="279" r:id="rId4"/>
    <p:sldId id="283" r:id="rId5"/>
    <p:sldId id="280" r:id="rId6"/>
    <p:sldId id="284" r:id="rId7"/>
    <p:sldId id="281" r:id="rId8"/>
    <p:sldId id="285" r:id="rId9"/>
    <p:sldId id="282" r:id="rId10"/>
    <p:sldId id="286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31" autoAdjust="0"/>
    <p:restoredTop sz="94660"/>
  </p:normalViewPr>
  <p:slideViewPr>
    <p:cSldViewPr>
      <p:cViewPr varScale="1">
        <p:scale>
          <a:sx n="39" d="100"/>
          <a:sy n="39" d="100"/>
        </p:scale>
        <p:origin x="60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F732E-846E-4454-BCBE-BC841FDE944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D031C-B4DB-4534-A1F7-6FD25B18D7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298E6-5AA4-419D-A057-457F5384800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EA88C-E4D3-40BB-9AED-8E0E55593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00721-524A-4D46-A8BA-C0518639EBD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EB48B-907D-4841-A786-0FE2CF6359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BE6FF-DE19-4D10-B70F-1769D811280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3DDA7-F7B8-426E-8FF3-807DC6AF1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F1344-9105-4F4E-8449-621AF290976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2F036-C27B-4DC7-9F71-5DC9A751D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3F538-D175-41ED-9C89-706F0AD5686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A991A-BE69-44F7-9BFC-23AE1DBCE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BD11D-ADCF-455D-B0FC-A81CF016FAC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3C89-B85A-44D5-BB7B-C0F8B7FD9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83951-C90F-4ADC-B4A3-B98D7FBE38D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94F80-EB61-435F-B735-2F47961BB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3A586-C811-41FF-9D0B-8EED15DD773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DCE6B-2CB8-420A-B2B2-8A28A0C2D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D3A62-3B3A-40AD-BA8F-0FA3434E87E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EFA1A-0E66-49F1-9D1A-33F076355F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1CD0-0F66-41F8-AEEA-31A039F023D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4E30D-0AAC-486F-9337-A4D9E3C83B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934194-C969-408B-B0BD-8EAE719A33E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887514-3E0F-438F-8C9F-18182D3A3F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97C2-9335-4C7A-BF0C-AB5642585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230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കുരിശെടുത്തെൻ യേശുവിനെ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AA834-0AC6-41B8-9F27-813F61A54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Kurisheduththen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Yeshuviney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5764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3781F-99E0-4C77-84A9-9BF92258DFCD}"/>
              </a:ext>
            </a:extLst>
          </p:cNvPr>
          <p:cNvSpPr/>
          <p:nvPr/>
        </p:nvSpPr>
        <p:spPr>
          <a:xfrm>
            <a:off x="0" y="1390218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കുരിശെടുത്തെൻ യേശുവിനെ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അനുഗമിക്കും ഞാനന്ത്യംവരെ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B8D061-A334-4663-8EF8-38EF7D01F955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Anugamikkum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njaananthyam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582694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ഭാരങ്ങൾ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നേരിടുമ്പോൾ,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കരങ്ങളാൽ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താങ്ങിടുന്നു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മരണത്തിൻ താഴ്വരയതിലുമെന്നെ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പിരിയാത്ത മാധുര്യ നല്ല സഖിതാൻ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98D38-5BA3-4C3D-97D3-1C48CF2059DC}"/>
              </a:ext>
            </a:extLst>
          </p:cNvPr>
          <p:cNvSpPr/>
          <p:nvPr/>
        </p:nvSpPr>
        <p:spPr>
          <a:xfrm>
            <a:off x="0" y="35052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nèridumbolh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Karangalhaal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thaangidunnu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Maranhaththin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thaazhvarayathilumenney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Piriyaaththa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maadhurya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sakhithaan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700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3781F-99E0-4C77-84A9-9BF92258DFCD}"/>
              </a:ext>
            </a:extLst>
          </p:cNvPr>
          <p:cNvSpPr/>
          <p:nvPr/>
        </p:nvSpPr>
        <p:spPr>
          <a:xfrm>
            <a:off x="0" y="1390218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കുരിശെടുത്തെൻ യേശുവിനെ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അനുഗമിക്കും ഞാനന്ത്യംവരെ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B8D061-A334-4663-8EF8-38EF7D01F955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Anugamikkum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njaananthyam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710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582694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2.	</a:t>
            </a:r>
            <a:r>
              <a:rPr lang="ml-IN" sz="3600" b="1" dirty="0">
                <a:latin typeface="Kartika" panose="02020503030404060203" pitchFamily="18" charset="0"/>
              </a:rPr>
              <a:t>അവനെന്നെ അറിഞ്ഞിടുന്നു,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അവനിയിൽ കരുതിടുന്നു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ആവശ്യ ഭാരങ്ങളണഞ്ഞിടുമ്പോൾ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അവലംബമായെനിക്കവൻ മാത്രമാം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98D38-5BA3-4C3D-97D3-1C48CF2059DC}"/>
              </a:ext>
            </a:extLst>
          </p:cNvPr>
          <p:cNvSpPr/>
          <p:nvPr/>
        </p:nvSpPr>
        <p:spPr>
          <a:xfrm>
            <a:off x="0" y="35052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arinjeedunnu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karutheedunnu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Aavashya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anhanjeedumbolh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Avalambamaayenikkavan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26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3781F-99E0-4C77-84A9-9BF92258DFCD}"/>
              </a:ext>
            </a:extLst>
          </p:cNvPr>
          <p:cNvSpPr/>
          <p:nvPr/>
        </p:nvSpPr>
        <p:spPr>
          <a:xfrm>
            <a:off x="0" y="1390218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കുരിശെടുത്തെൻ യേശുവിനെ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അനുഗമിക്കും ഞാനന്ത്യംവരെ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B8D061-A334-4663-8EF8-38EF7D01F955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Anugamikkum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njaananthyam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066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582694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3.	</a:t>
            </a:r>
            <a:r>
              <a:rPr lang="ml-IN" sz="3600" b="1" dirty="0"/>
              <a:t>മാറിടും മനുജരെല്ലാം,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മറന്നിടും സ്നേഹിതരും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മാറ്റമില്ലാത്തവനെൻ മനുവേൽ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മഹിമയിൽ വാഴുന്നു</a:t>
            </a:r>
            <a:r>
              <a:rPr lang="en-US" sz="3600" b="1" dirty="0"/>
              <a:t>  </a:t>
            </a:r>
            <a:r>
              <a:rPr lang="ml-IN" sz="3600" b="1" dirty="0"/>
              <a:t>ഇന്നുമെനിക്കായ്</a:t>
            </a:r>
            <a:r>
              <a:rPr lang="en-US" sz="3600" b="1" dirty="0"/>
              <a:t>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...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98D38-5BA3-4C3D-97D3-1C48CF2059DC}"/>
              </a:ext>
            </a:extLst>
          </p:cNvPr>
          <p:cNvSpPr/>
          <p:nvPr/>
        </p:nvSpPr>
        <p:spPr>
          <a:xfrm>
            <a:off x="0" y="35052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Maaridum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manujarellaam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Marannidum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snèhitharum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Maattamillaaththavanen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innumenikkaai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317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3781F-99E0-4C77-84A9-9BF92258DFCD}"/>
              </a:ext>
            </a:extLst>
          </p:cNvPr>
          <p:cNvSpPr/>
          <p:nvPr/>
        </p:nvSpPr>
        <p:spPr>
          <a:xfrm>
            <a:off x="0" y="1390218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കുരിശെടുത്തെൻ യേശുവിനെ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അനുഗമിക്കും ഞാനന്ത്യംവരെ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B8D061-A334-4663-8EF8-38EF7D01F955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Anugamikkum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njaananthyam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1449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582694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4.	</a:t>
            </a:r>
            <a:r>
              <a:rPr lang="ml-IN" sz="3600" b="1" dirty="0"/>
              <a:t> തീരണം പാരിലെൻനാൾ, 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ml-IN" sz="3600" b="1" dirty="0"/>
              <a:t>തിരുപാദസേവയതാൽ 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spc="-150" dirty="0"/>
              <a:t>ചേരും ഞാൻ ഒടുവിലെൻ</a:t>
            </a:r>
            <a:r>
              <a:rPr lang="en-US" sz="3600" b="1" spc="-150" dirty="0"/>
              <a:t> </a:t>
            </a:r>
            <a:r>
              <a:rPr lang="ml-IN" sz="3600" b="1" spc="-150" dirty="0"/>
              <a:t>പ്രിയന്നരികിൽ</a:t>
            </a:r>
            <a:br>
              <a:rPr lang="ml-IN" sz="3600" b="1" dirty="0"/>
            </a:br>
            <a:r>
              <a:rPr lang="en-US" sz="3600" b="1" dirty="0"/>
              <a:t>	</a:t>
            </a:r>
            <a:r>
              <a:rPr lang="ml-IN" sz="3600" b="1" dirty="0"/>
              <a:t>അരുമയോടവനെന്നെ മാറോടണയ്ക്കും</a:t>
            </a:r>
            <a:r>
              <a:rPr lang="en-US" sz="3600" b="1" dirty="0"/>
              <a:t>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...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998D38-5BA3-4C3D-97D3-1C48CF2059DC}"/>
              </a:ext>
            </a:extLst>
          </p:cNvPr>
          <p:cNvSpPr/>
          <p:nvPr/>
        </p:nvSpPr>
        <p:spPr>
          <a:xfrm>
            <a:off x="0" y="35052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Thirupaada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sèvayathaal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oduvilen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priyannarikil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Arumayodavanenney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maarodanhaikkum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728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3781F-99E0-4C77-84A9-9BF92258DFCD}"/>
              </a:ext>
            </a:extLst>
          </p:cNvPr>
          <p:cNvSpPr/>
          <p:nvPr/>
        </p:nvSpPr>
        <p:spPr>
          <a:xfrm>
            <a:off x="0" y="1390218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കുരിശെടുത്തെൻ യേശുവിനെ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അനുഗമിക്കും ഞാനന്ത്യംവരെ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B8D061-A334-4663-8EF8-38EF7D01F955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Anugamikkum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njaananthyam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081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114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230 കുരിശെടുത്തെൻ യേശുവിനെ</vt:lpstr>
      <vt:lpstr>PowerPoint Presentation</vt:lpstr>
      <vt:lpstr>1. ഭാരങ്ങൾ  നേരിടുമ്പോൾ,    കരങ്ങളാൽ  താങ്ങിടുന്നു   മരണത്തിൻ താഴ്വരയതിലുമെന്നെ   പിരിയാത്ത മാധുര്യ നല്ല സഖിതാൻ   - കുരി….</vt:lpstr>
      <vt:lpstr>PowerPoint Presentation</vt:lpstr>
      <vt:lpstr>2. അവനെന്നെ അറിഞ്ഞിടുന്നു,   അവനിയിൽ കരുതിടുന്നു   ആവശ്യ ഭാരങ്ങളണഞ്ഞിടുമ്പോൾ  അവലംബമായെനിക്കവൻ മാത്രമാം- കുരി….</vt:lpstr>
      <vt:lpstr>PowerPoint Presentation</vt:lpstr>
      <vt:lpstr>3. മാറിടും മനുജരെല്ലാം,   മറന്നിടും സ്നേഹിതരും   മാറ്റമില്ലാത്തവനെൻ മനുവേൽ  മഹിമയിൽ വാഴുന്നു  ഇന്നുമെനിക്കായ്-കുരി...</vt:lpstr>
      <vt:lpstr>PowerPoint Presentation</vt:lpstr>
      <vt:lpstr>4.  തീരണം പാരിലെൻനാൾ,   തിരുപാദസേവയതാൽ   ചേരും ഞാൻ ഒടുവിലെൻ പ്രിയന്നരികിൽ  അരുമയോടവനെന്നെ മാറോടണയ്ക്കും-കുരി...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Kurisheduthen yeshuvine</dc:title>
  <dc:creator>Digital Input:; GM JOHN; Acsah Mathews</dc:creator>
  <cp:lastModifiedBy>Acsah Mathews</cp:lastModifiedBy>
  <cp:revision>211</cp:revision>
  <dcterms:created xsi:type="dcterms:W3CDTF">2013-04-25T00:28:25Z</dcterms:created>
  <dcterms:modified xsi:type="dcterms:W3CDTF">2018-11-09T17:21:08Z</dcterms:modified>
</cp:coreProperties>
</file>