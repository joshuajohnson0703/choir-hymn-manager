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8" r:id="rId2"/>
    <p:sldId id="284" r:id="rId3"/>
    <p:sldId id="286" r:id="rId4"/>
    <p:sldId id="287" r:id="rId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3" d="100"/>
          <a:sy n="43" d="100"/>
        </p:scale>
        <p:origin x="60" y="8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84527E-D377-4987-BB4E-2AAC9FE52799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FA153C-CA62-4EBC-A2E5-BD428EA88D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A84252-6482-4DBA-8E3C-38EEE3A436AF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51181A-0246-45A6-BDC9-3B8B0A24AD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618F20-2F4C-4AC1-8D8B-381D1F097A84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8ECAD0-C15A-4251-A91E-0A4DE4FCFF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D0EB1-353F-4200-AF35-BAA418509290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3C3713-8E39-48FD-BE95-86CDB19E34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3FCAE7-AE87-4570-B572-0D0420EC4FB8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10832F-A9B5-40D3-BE5A-F05DCF7ED5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194E96-C5DE-4109-820D-B60FB824ACC5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5CF978-48EB-40FE-9330-E1F4263318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4FDF03-12FB-4E65-9D33-E9C50275CBA9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A62DD2-7406-4D06-B7F1-2DAD8A14FD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9086A2-3818-4F3D-AF77-E1D671AB1A16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DD5830-B1BF-47AD-B65C-6F03F88165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8100A8-7157-40F7-B9FC-A444E82DBAFF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BF0897-2F40-4F69-9012-B8BB221352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D035A3-08B7-4EF6-B8E2-EFA023E91ADC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5C32DF-027B-4CB2-919C-6C1361EC22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6167A6-11B9-4D43-95EF-0075C411BB6F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807505-BED5-4DEA-8D05-2FA7444D6E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290D41E-6F5C-4301-B0AB-7EBCBCF598F1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148924E-03D4-446F-9764-DB47D2D080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97765-692B-4038-BCA7-0F3B0EC818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19200"/>
            <a:ext cx="12192000" cy="2381251"/>
          </a:xfrm>
        </p:spPr>
        <p:txBody>
          <a:bodyPr/>
          <a:lstStyle/>
          <a:p>
            <a:r>
              <a:rPr lang="en-US" dirty="0"/>
              <a:t>338</a:t>
            </a:r>
            <a:br>
              <a:rPr lang="en-US" dirty="0"/>
            </a:br>
            <a:r>
              <a:rPr lang="ml-IN" sz="5000" b="1" spc="-150" dirty="0">
                <a:latin typeface="Kartika" panose="02020503030404060203" pitchFamily="18" charset="0"/>
              </a:rPr>
              <a:t>സൃഷ്ടാവിനെ ബാല്യകാലത്തിൽ</a:t>
            </a:r>
            <a:br>
              <a:rPr lang="en-US" b="1" spc="-150" dirty="0">
                <a:latin typeface="Kartika" panose="02020503030404060203" pitchFamily="18" charset="0"/>
              </a:rPr>
            </a:br>
            <a:r>
              <a:rPr lang="ml-IN" sz="3600" b="1" i="1" dirty="0">
                <a:latin typeface="Kartika" panose="02020503030404060203" pitchFamily="18" charset="0"/>
                <a:cs typeface="Kartika" panose="02020503030404060203" pitchFamily="18" charset="0"/>
              </a:rPr>
              <a:t>സഭാപ്രസംഗി</a:t>
            </a:r>
            <a:r>
              <a:rPr lang="en-US" sz="3600" b="1" i="1" dirty="0">
                <a:latin typeface="Kartika" panose="02020503030404060203" pitchFamily="18" charset="0"/>
                <a:cs typeface="Kartika" panose="02020503030404060203" pitchFamily="18" charset="0"/>
              </a:rPr>
              <a:t> : 12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72E7F1-2ACE-4A54-89DF-15E5E526F4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i-FI" sz="4000" b="1" dirty="0">
                <a:solidFill>
                  <a:srgbClr val="002060"/>
                </a:solidFill>
              </a:rPr>
              <a:t>Srishtaaviney baalyakaalathil</a:t>
            </a:r>
          </a:p>
          <a:p>
            <a:r>
              <a:rPr lang="fi-FI" sz="4000" i="1" dirty="0">
                <a:solidFill>
                  <a:srgbClr val="002060"/>
                </a:solidFill>
              </a:rPr>
              <a:t>Ecclesiastes 12</a:t>
            </a:r>
            <a:endParaRPr lang="en-US" sz="4000" i="1" dirty="0"/>
          </a:p>
        </p:txBody>
      </p:sp>
    </p:spTree>
    <p:extLst>
      <p:ext uri="{BB962C8B-B14F-4D97-AF65-F5344CB8AC3E}">
        <p14:creationId xmlns:p14="http://schemas.microsoft.com/office/powerpoint/2010/main" val="69743411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62361"/>
            <a:ext cx="12192000" cy="2590800"/>
          </a:xfrm>
        </p:spPr>
        <p:txBody>
          <a:bodyPr anchor="t"/>
          <a:lstStyle/>
          <a:p>
            <a:pPr algn="l" defTabSz="463550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സൃഷ്ടാവിനെ ബാല്യകാലത്തിൽ-ഓർക്കുക ബാലകാ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ഇഷ്ട കാലം പോകും-കഷ്ടകാലം വന്നു ചേരും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അന്നു നിന്‍റെ ശോഭ മങ്ങുമെ-ലോക സുഖം പോമേ!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ഒന്നിനു മേലൊന്നായ് സങ്കടങ്ങൾ വന്നു കൂടും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B97C7E-3313-4943-96C2-5E8B373CFFBF}"/>
              </a:ext>
            </a:extLst>
          </p:cNvPr>
          <p:cNvSpPr/>
          <p:nvPr/>
        </p:nvSpPr>
        <p:spPr>
          <a:xfrm>
            <a:off x="0" y="3453161"/>
            <a:ext cx="119634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400" b="1" dirty="0">
                <a:solidFill>
                  <a:srgbClr val="002060"/>
                </a:solidFill>
                <a:latin typeface="+mn-lt"/>
              </a:rPr>
              <a:t>1. Srishtaaviney baalyakaalathil Orkkukaa baalakaa! </a:t>
            </a:r>
          </a:p>
          <a:p>
            <a:r>
              <a:rPr lang="fi-FI" sz="3400" b="1" dirty="0">
                <a:solidFill>
                  <a:srgbClr val="002060"/>
                </a:solidFill>
                <a:latin typeface="+mn-lt"/>
              </a:rPr>
              <a:t>    Ishta kaalam pôkum Kashta kaalam vannu chèrum </a:t>
            </a:r>
          </a:p>
          <a:p>
            <a:endParaRPr lang="en-US" sz="1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2.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shobha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mangumey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Lôka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sukham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pômey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fi-FI" sz="3400" b="1" dirty="0">
                <a:solidFill>
                  <a:srgbClr val="002060"/>
                </a:solidFill>
                <a:latin typeface="+mn-lt"/>
              </a:rPr>
              <a:t>    Onninu melonnaai sankadangalh vannu koodum 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62361"/>
            <a:ext cx="12192000" cy="2590800"/>
          </a:xfrm>
        </p:spPr>
        <p:txBody>
          <a:bodyPr anchor="t"/>
          <a:lstStyle/>
          <a:p>
            <a:pPr algn="l" defTabSz="463550">
              <a:defRPr/>
            </a:pP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3</a:t>
            </a: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	കാവൽക്കാരാ കൈകൾ ക്ഷീണിക്കും കാൽകൾ വിറച്ചിടും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വാതിലാകും കണ്ണിൻ - കാഴ്ചയില്ലാതായിപ്പോകും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1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പല്ലുമെല്ലാം മെല്ലെപ്പോയിടും ഇല്ലാതാകും രുചിയും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ഉള്ളിലുള്ള തീയും പോയ് ദഹനം ശാന്തമാകും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B97C7E-3313-4943-96C2-5E8B373CFFBF}"/>
              </a:ext>
            </a:extLst>
          </p:cNvPr>
          <p:cNvSpPr/>
          <p:nvPr/>
        </p:nvSpPr>
        <p:spPr>
          <a:xfrm>
            <a:off x="0" y="3453161"/>
            <a:ext cx="11963400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400" b="1" dirty="0">
                <a:solidFill>
                  <a:srgbClr val="002060"/>
                </a:solidFill>
                <a:latin typeface="+mn-lt"/>
              </a:rPr>
              <a:t>3. Kaavalkaaraa kaikalh ksheenhikkum kaalkalh viracheedum</a:t>
            </a:r>
          </a:p>
          <a:p>
            <a:r>
              <a:rPr lang="fi-FI" sz="3400" b="1" dirty="0">
                <a:solidFill>
                  <a:srgbClr val="002060"/>
                </a:solidFill>
                <a:latin typeface="+mn-lt"/>
              </a:rPr>
              <a:t>    Vaathilaakum kannhin kaazhchayillaathaayippokum </a:t>
            </a:r>
          </a:p>
          <a:p>
            <a:endParaRPr lang="en-US" sz="1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4.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Pallumellaam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melley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pôyidum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Illaathaakum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ruchiyum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  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Ullhilullha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theeyum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poi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Dahanam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shaanthamaakum</a:t>
            </a:r>
            <a:r>
              <a:rPr lang="fi-FI" sz="3400" b="1" dirty="0">
                <a:solidFill>
                  <a:srgbClr val="002060"/>
                </a:solidFill>
                <a:latin typeface="+mn-lt"/>
              </a:rPr>
              <a:t> 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6764127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62361"/>
            <a:ext cx="12192000" cy="2590800"/>
          </a:xfrm>
        </p:spPr>
        <p:txBody>
          <a:bodyPr anchor="t"/>
          <a:lstStyle/>
          <a:p>
            <a:pPr algn="l" defTabSz="463550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കൂർമ്മതയുള്ള നിൻ കർണ്ണങ്ങൾ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തീർന്നിടും മന്ദമായ്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കാർമേഘ തുല്യ കാർകൂന്തലും പഞ്ഞിപോലാകും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338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B97C7E-3313-4943-96C2-5E8B373CFFBF}"/>
              </a:ext>
            </a:extLst>
          </p:cNvPr>
          <p:cNvSpPr/>
          <p:nvPr/>
        </p:nvSpPr>
        <p:spPr>
          <a:xfrm>
            <a:off x="0" y="3453161"/>
            <a:ext cx="119634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sz="3400" b="1" dirty="0">
                <a:solidFill>
                  <a:srgbClr val="002060"/>
                </a:solidFill>
                <a:latin typeface="+mn-lt"/>
              </a:rPr>
              <a:t>5. Koormathayullha nin karnhangalh – </a:t>
            </a:r>
          </a:p>
          <a:p>
            <a:r>
              <a:rPr lang="fi-FI" sz="3400" b="1" dirty="0">
                <a:solidFill>
                  <a:srgbClr val="002060"/>
                </a:solidFill>
                <a:latin typeface="+mn-lt"/>
              </a:rPr>
              <a:t>     Theernneedum manthamaai</a:t>
            </a:r>
          </a:p>
          <a:p>
            <a:r>
              <a:rPr lang="fi-FI" sz="3400" b="1" dirty="0">
                <a:solidFill>
                  <a:srgbClr val="002060"/>
                </a:solidFill>
                <a:latin typeface="+mn-lt"/>
              </a:rPr>
              <a:t>     Kaarmègha thulya kaarkoonthalum panjipôlaakum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5932717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1710</TotalTime>
  <Words>79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Kartika</vt:lpstr>
      <vt:lpstr>Office Theme</vt:lpstr>
      <vt:lpstr>338 സൃഷ്ടാവിനെ ബാല്യകാലത്തിൽ സഭാപ്രസംഗി : 12</vt:lpstr>
      <vt:lpstr>1 സൃഷ്ടാവിനെ ബാല്യകാലത്തിൽ-ഓർക്കുക ബാലകാ   ഇഷ്ട കാലം പോകും-കഷ്ടകാലം വന്നു ചേരും   2 അന്നു നിന്‍റെ ശോഭ മങ്ങുമെ-ലോക സുഖം പോമേ!  ഒന്നിനു മേലൊന്നായ് സങ്കടങ്ങൾ വന്നു കൂടും</vt:lpstr>
      <vt:lpstr>3 കാവൽക്കാരാ കൈകൾ ക്ഷീണിക്കും കാൽകൾ വിറച്ചിടും   വാതിലാകും കണ്ണിൻ - കാഴ്ചയില്ലാതായിപ്പോകും   4 പല്ലുമെല്ലാം മെല്ലെപ്പോയിടും ഇല്ലാതാകും രുചിയും  ഉള്ളിലുള്ള തീയും പോയ് ദഹനം ശാന്തമാകും</vt:lpstr>
      <vt:lpstr>5 കൂർമ്മതയുള്ള നിൻ കർണ്ണങ്ങൾ -   തീർന്നിടും മന്ദമായ്   കാർമേഘ തുല്യ കാർകൂന്തലും പഞ്ഞിപോലാകും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Srishtavine baalyakaalathil</dc:title>
  <dc:creator>Digital Input; GM JOHN; Acsah Mathews</dc:creator>
  <cp:lastModifiedBy>Acsah Mathews</cp:lastModifiedBy>
  <cp:revision>477</cp:revision>
  <dcterms:created xsi:type="dcterms:W3CDTF">2013-04-19T09:19:07Z</dcterms:created>
  <dcterms:modified xsi:type="dcterms:W3CDTF">2018-11-20T15:20:05Z</dcterms:modified>
</cp:coreProperties>
</file>