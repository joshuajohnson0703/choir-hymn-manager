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7" r:id="rId2"/>
    <p:sldId id="280" r:id="rId3"/>
    <p:sldId id="284" r:id="rId4"/>
    <p:sldId id="285" r:id="rId5"/>
    <p:sldId id="288" r:id="rId6"/>
    <p:sldId id="286" r:id="rId7"/>
    <p:sldId id="28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177F64D-9E48-4A66-80A9-9AAD59FA679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CCF51A-C078-4354-B50F-C5ABB72F98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3ADE-FFC6-4826-A6F2-FE64559A676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70646-218E-4158-A440-D540C74CC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EE757-639A-467D-877A-3A91ECD238C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0E337-E420-4519-ACDD-93BFC9672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0F0C9-10E8-44B1-B9C7-443EBD766DA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23E84-0B83-4411-8EC1-4F32CD4FF8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694E8-CE1A-4415-A217-27ADA985775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51C36-DF20-4B8E-968B-CEE61A6F9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BE997-9AD1-4967-81E2-02FF0544298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76AEC-487C-439F-A9B0-FDB08F8B0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2DC7-44A1-44E8-A455-E26721DE3C0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911D2-D596-4DAF-A806-C449DBCD8B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400BB-6FCF-4FC8-B9DF-1DF483F08AD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A9F10-1479-433A-B0AA-D0889A39A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C2159-57FF-409F-B912-78B39CA5DB9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02347-4B6C-40DE-BECF-8FAF6DB41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3DD9B-8343-43F8-BE9D-9A2D796CB5E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338E2-C32E-4475-BD37-DD0EAF05A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BECB8-B75C-449C-AFDA-534ED3F3536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EA42D-5A5B-4DAB-9FCF-8C357861A3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ECD8F-92E8-4924-8DE1-379E6F84865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ACD19-B6B3-41C0-85FD-0DC36B20C9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FF878A2-9C08-4ADF-AF24-B55BE2EFAEE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F1CB6D-216D-4AE9-AB95-CC92FBA435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F7EF-730B-4F66-9CCB-DA76EFABB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2000251"/>
          </a:xfrm>
        </p:spPr>
        <p:txBody>
          <a:bodyPr/>
          <a:lstStyle/>
          <a:p>
            <a:r>
              <a:rPr lang="en-US" dirty="0"/>
              <a:t>183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ജീവിതപാത എങ്ങോട്ടെന്നോർക്ക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98B67-ECD6-4D68-8EB7-0E352A9B0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7620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Jeevithapaatha </a:t>
            </a:r>
            <a:r>
              <a:rPr lang="en-US" sz="4000" b="1" dirty="0" err="1">
                <a:solidFill>
                  <a:schemeClr val="tx2"/>
                </a:solidFill>
              </a:rPr>
              <a:t>engottennorkka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42449-5E8D-459B-831B-DC15D6EA7093}"/>
              </a:ext>
            </a:extLst>
          </p:cNvPr>
          <p:cNvSpPr/>
          <p:nvPr/>
        </p:nvSpPr>
        <p:spPr>
          <a:xfrm>
            <a:off x="2438400" y="4648200"/>
            <a:ext cx="31935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ml-IN" sz="2000" b="1" dirty="0">
                <a:solidFill>
                  <a:schemeClr val="accent2"/>
                </a:solidFill>
              </a:rPr>
              <a:t>(റവ. വി. എം. മാത്യു)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60B0D-D614-4FA2-8EC7-E14BB6A229F6}"/>
              </a:ext>
            </a:extLst>
          </p:cNvPr>
          <p:cNvSpPr/>
          <p:nvPr/>
        </p:nvSpPr>
        <p:spPr>
          <a:xfrm>
            <a:off x="8045514" y="4648200"/>
            <a:ext cx="2549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(Rev. V. M. Mathew)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0728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47800" y="990600"/>
            <a:ext cx="10744200" cy="2861845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ജീവിതപാത എങ്ങോട്ടെന്നോർക്ക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ജീവന്‍റെ നായകൻ നിൻ കൂടെ ഉണ്ടല്ലോ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അലഞ്ഞു പോകുവാൻ അനുവദിക്കയില്ല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നല്ലിടയൻ ആലയിൽ ചേർത്തിടും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852445"/>
            <a:ext cx="10744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Jeevithapaatha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engottennorkka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undallo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Alanju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pokuvaan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anuvadikkayilla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Nallidayan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aalayil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C1950-D787-432A-97AD-D42DDB1217B5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67155"/>
            <a:ext cx="12192000" cy="2861845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വഴികൾ നീ ഭരമേല്പിച്ചിടൂ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പോകേണ്ടും പാത കാണിക്കും സർവ്വദാ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സത്യവും ജീവനും മാർഗ്ഗവുമൊന്നേ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ഇടറാതെ പോക വിശ്വാസ പാതയിൽ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669633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bharamelpichidu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Pokendum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maargavumonne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Idarhaathe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794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47800" y="990600"/>
            <a:ext cx="10744200" cy="2861845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വിശാല വാതിൽ നാശത്തിൻ പാത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ജീവന്‍റെ മാർഗ്ഗം ഞെരുക്കമുള്ളത്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കടന്നു പോയിടാം നായകൻ പിൻപേ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എത്തിടുമേ വാഗ്ദത്ത നാടതിൽ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852445"/>
            <a:ext cx="10744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Vishaala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njerukkamullhathu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poyidaam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pinpe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Ethidume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vaagdatha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naadathil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C1950-D787-432A-97AD-D42DDB1217B5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45086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67155"/>
            <a:ext cx="12192000" cy="2861845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വഴികൾ നീ ഭരമേല്പിച്ചിടൂ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പോകേണ്ടും പാത കാണിക്കും സർവ്വദാ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സത്യവും ജീവനും മാർഗ്ഗവുമൊന്നേ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ഇടറാതെ പോക വിശ്വാസ പാതയിൽ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669633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bharamelpichidu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Pokendum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maargavumonne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Idarhaathe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17897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47800" y="990600"/>
            <a:ext cx="10744200" cy="2861845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നീതിയിൻ പാതയിൽ ഗമനം ചെയ്തീടിൽ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ന്യായത്തിൻ വാക്കുകൾ നിൻ നാവിൽ വന്നിടും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ഉച്ചരിച്ചീടുവാൻ ധൈര്യം പകർന്നിടും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ഉദ്ധരിക്ക സ്നേഹത്തിൻ ആത്മാവാൽ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852445"/>
            <a:ext cx="10744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Neethiyin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gamanam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cheytheedil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Nyaayathin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vaakkukalh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vanneedum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Ucharicheeduvaan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pakarneedum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Udharikka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aathmaaval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C1950-D787-432A-97AD-D42DDB1217B5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64565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567155"/>
            <a:ext cx="12192000" cy="2861845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വഴികൾ നീ ഭരമേല്പിച്ചിടൂ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പോകേണ്ടും പാത കാണിക്കും സർവ്വദാ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സത്യവും ജീവനും മാർഗ്ഗവുമൊന്നേ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ഇടറാതെ പോക വിശ്വാസ പാതയിൽ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43C52-F8E8-4342-A348-A08CDE473261}"/>
              </a:ext>
            </a:extLst>
          </p:cNvPr>
          <p:cNvSpPr/>
          <p:nvPr/>
        </p:nvSpPr>
        <p:spPr>
          <a:xfrm>
            <a:off x="0" y="3669633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bharamelpichidu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Pokendum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sarvadaa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maargavumonne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Idarhaathe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02546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141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Kartika</vt:lpstr>
      <vt:lpstr>Times New Roman</vt:lpstr>
      <vt:lpstr>Office Theme</vt:lpstr>
      <vt:lpstr>183 ജീവിതപാത എങ്ങോട്ടെന്നോർക്ക</vt:lpstr>
      <vt:lpstr>ജീവിതപാത എങ്ങോട്ടെന്നോർക്ക  ജീവന്‍റെ നായകൻ നിൻ കൂടെ ഉണ്ടല്ലോ  അലഞ്ഞു പോകുവാൻ അനുവദിക്കയില്ല   നല്ലിടയൻ ആലയിൽ ചേർത്തിടും</vt:lpstr>
      <vt:lpstr>നിൻ വഴികൾ നീ ഭരമേല്പിച്ചിടൂ  പോകേണ്ടും പാത കാണിക്കും സർവ്വദാ  സത്യവും ജീവനും മാർഗ്ഗവുമൊന്നേ  ഇടറാതെ പോക വിശ്വാസ പാതയിൽ </vt:lpstr>
      <vt:lpstr>വിശാല വാതിൽ നാശത്തിൻ പാത  ജീവന്‍റെ മാർഗ്ഗം ഞെരുക്കമുള്ളത്  കടന്നു പോയിടാം നായകൻ പിൻപേ  എത്തിടുമേ വാഗ്ദത്ത നാടതിൽ</vt:lpstr>
      <vt:lpstr>നിൻ വഴികൾ നീ ഭരമേല്പിച്ചിടൂ  പോകേണ്ടും പാത കാണിക്കും സർവ്വദാ  സത്യവും ജീവനും മാർഗ്ഗവുമൊന്നേ  ഇടറാതെ പോക വിശ്വാസ പാതയിൽ </vt:lpstr>
      <vt:lpstr>നീതിയിൻ പാതയിൽ ഗമനം ചെയ്തീടിൽ  ന്യായത്തിൻ വാക്കുകൾ നിൻ നാവിൽ വന്നിടും  ഉച്ചരിച്ചീടുവാൻ ധൈര്യം പകർന്നിടും  ഉദ്ധരിക്ക സ്നേഹത്തിൻ ആത്മാവാൽ</vt:lpstr>
      <vt:lpstr>നിൻ വഴികൾ നീ ഭരമേല്പിച്ചിടൂ  പോകേണ്ടും പാത കാണിക്കും സർവ്വദാ  സത്യവും ജീവനും മാർഗ്ഗവുമൊന്നേ  ഇടറാതെ പോക വിശ്വാസ പാതയിൽ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Jeevithapaatha</dc:title>
  <dc:creator>Digital Input:;GM JOHN</dc:creator>
  <cp:lastModifiedBy>Acsah Mathews</cp:lastModifiedBy>
  <cp:revision>559</cp:revision>
  <dcterms:created xsi:type="dcterms:W3CDTF">2013-04-19T09:19:07Z</dcterms:created>
  <dcterms:modified xsi:type="dcterms:W3CDTF">2018-11-07T14:13:10Z</dcterms:modified>
</cp:coreProperties>
</file>