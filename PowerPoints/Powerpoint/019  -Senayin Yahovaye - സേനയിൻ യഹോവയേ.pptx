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2" r:id="rId3"/>
    <p:sldId id="277" r:id="rId4"/>
    <p:sldId id="282" r:id="rId5"/>
    <p:sldId id="274" r:id="rId6"/>
    <p:sldId id="283" r:id="rId7"/>
    <p:sldId id="278" r:id="rId8"/>
    <p:sldId id="284" r:id="rId9"/>
    <p:sldId id="279" r:id="rId10"/>
    <p:sldId id="285" r:id="rId11"/>
    <p:sldId id="275" r:id="rId12"/>
    <p:sldId id="286" r:id="rId13"/>
    <p:sldId id="281" r:id="rId14"/>
    <p:sldId id="287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5" d="100"/>
          <a:sy n="45" d="100"/>
        </p:scale>
        <p:origin x="48" y="9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2F6AE3-7058-4B64-9A14-402C38ADB3F5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48D57-56A5-49AB-9D3C-FBF8E8C89C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76E00-C249-42D1-B445-25FC9974ABDB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2A7E9-1DAF-4431-9AAD-43DE68671D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DEBB9-D286-469A-8DDE-B4BC4E72516A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0E082-69DC-448A-A30C-9E110A8C2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A04AA-EC64-4162-8869-30D5C6F2C60B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0C8FF-2B2D-46BE-9DBF-A0A3134BC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047F4-E0DC-4F62-B060-1B7CCC552ADA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851204-9C4E-48FB-9454-7127552716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55414-02C7-473E-BA44-6C689C54AD3C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1610F-5262-4822-AC35-5C9993063E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F9375-5675-4C53-8699-F596D65B5EC7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68C1D-45F2-4DEF-92D4-C287D11D51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542CB5-EE41-4B31-875A-D0442114E0E4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9637B-83AA-425B-BA57-737D408B8E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E17AF-F105-4F01-BB31-38C807CC8374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CA99C-F556-4242-875A-33A37B4A59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E91895-B141-48BB-A25C-385E963474F3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F9463-A548-44CE-818A-95DD4CC054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43826-8BFD-4EE2-B612-7E2AE7662AA1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9FB9F-330E-45FB-B1AF-1B34B5754A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7279A3A-31AA-463E-BE02-EDF8DBE8283E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22D8584-B7C5-4FE3-90A2-2D1224898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F47A-DCE0-4F39-BB9C-0AC6193D99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019</a:t>
            </a:r>
            <a:br>
              <a:rPr lang="en-US" dirty="0"/>
            </a:br>
            <a:r>
              <a:rPr lang="ml-IN" b="1" dirty="0"/>
              <a:t>സേനയിൻ യഹോവയേ!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E11F3-B053-4199-B019-94B960939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ea typeface="Times New Roman" panose="02020603050405020304" pitchFamily="18" charset="0"/>
                <a:cs typeface="Kartika" panose="02020503030404060203" pitchFamily="18" charset="0"/>
              </a:rPr>
              <a:t>Yehovaye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ea typeface="Times New Roman" panose="02020603050405020304" pitchFamily="18" charset="0"/>
                <a:cs typeface="Kartika" panose="02020503030404060203" pitchFamily="18" charset="0"/>
              </a:rPr>
              <a:t>!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7797574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582"/>
            <a:ext cx="12192000" cy="3198018"/>
          </a:xfrm>
        </p:spPr>
        <p:txBody>
          <a:bodyPr anchor="t"/>
          <a:lstStyle/>
          <a:p>
            <a:pPr defTabSz="344488"/>
            <a:r>
              <a:rPr lang="ml-IN" sz="2000" b="1" dirty="0"/>
              <a:t>പല്ലവി</a:t>
            </a:r>
            <a:br>
              <a:rPr lang="ml-IN" sz="2800" b="1" dirty="0"/>
            </a:br>
            <a:br>
              <a:rPr lang="ml-IN" sz="9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സേനയിൻ യഹോവയേ! നീ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വാനസേനയോടെഴുന്ന-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ള്ളേണമേ ശാലേമിതിൽ</a:t>
            </a:r>
            <a:br>
              <a:rPr lang="ml-IN" sz="2800" b="1" dirty="0"/>
            </a:br>
            <a:br>
              <a:rPr lang="en-US" sz="900" b="1" dirty="0"/>
            </a:br>
            <a:r>
              <a:rPr lang="ml-IN" sz="2000" b="1" dirty="0"/>
              <a:t>അനുപല്ലവി</a:t>
            </a:r>
            <a:br>
              <a:rPr lang="ml-IN" sz="2000" b="1" dirty="0"/>
            </a:br>
            <a:br>
              <a:rPr lang="ml-IN" sz="9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സീനയെന്ന മാമലയിൽ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വാനസേനയോടെഴുന്ന</a:t>
            </a:r>
            <a:r>
              <a:rPr lang="en-US" sz="2800" b="1" dirty="0"/>
              <a:t>  </a:t>
            </a:r>
            <a:r>
              <a:rPr lang="ml-IN" sz="2800" b="1" dirty="0"/>
              <a:t>- സേന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A1D21-CFE7-4F81-93FF-7D70F231B5F4}"/>
              </a:ext>
            </a:extLst>
          </p:cNvPr>
          <p:cNvSpPr/>
          <p:nvPr/>
        </p:nvSpPr>
        <p:spPr>
          <a:xfrm>
            <a:off x="0" y="3352800"/>
            <a:ext cx="12192000" cy="3363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Pallavi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Yehovaye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! Nee 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Vaanasenayodezhunna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llhenhamey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shaalemil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indent="45720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 </a:t>
            </a:r>
            <a:r>
              <a:rPr lang="en-US" sz="2000" i="1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Anupallavi</a:t>
            </a:r>
            <a:endParaRPr lang="en-US" sz="3000" i="1" dirty="0">
              <a:solidFill>
                <a:schemeClr val="tx2">
                  <a:lumMod val="75000"/>
                </a:schemeClr>
              </a:solidFill>
              <a:latin typeface="+mn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 indent="45720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Seenayenna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maamalayil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 indent="45720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Vaanasenayodezhunna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  -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...</a:t>
            </a:r>
            <a:endParaRPr lang="en-US" sz="3000" dirty="0">
              <a:solidFill>
                <a:schemeClr val="tx2">
                  <a:lumMod val="75000"/>
                </a:schemeClr>
              </a:solidFill>
              <a:effectLst/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604951"/>
            <a:ext cx="9067800" cy="2286000"/>
          </a:xfrm>
        </p:spPr>
        <p:txBody>
          <a:bodyPr anchor="t"/>
          <a:lstStyle/>
          <a:p>
            <a:pPr algn="l" defTabSz="344488"/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ഹീനരാമീ-മാനവരിൽ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മാനസം കനിഞ്ഞഹോ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മാനുവേലനെ തന്നോരു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പ്രാണനായകാ! ഇന്നേരം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- സേന...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1D4A49-2CA4-4E23-93F2-08838F650FA9}"/>
              </a:ext>
            </a:extLst>
          </p:cNvPr>
          <p:cNvSpPr/>
          <p:nvPr/>
        </p:nvSpPr>
        <p:spPr>
          <a:xfrm>
            <a:off x="1066800" y="3657600"/>
            <a:ext cx="9296400" cy="2043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1.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Heenaraamee-maanavaril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Maanasam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kaninjaho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Maanuvelaney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thannoru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Praanhanaayakaa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Inneram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		-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…</a:t>
            </a:r>
            <a:endParaRPr lang="en-US" sz="3000" dirty="0">
              <a:solidFill>
                <a:schemeClr val="tx2">
                  <a:lumMod val="75000"/>
                </a:schemeClr>
              </a:solidFill>
              <a:effectLst/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5F433BC-1CCA-4D2D-9837-AC1C4186A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6130501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514600"/>
          </a:xfrm>
        </p:spPr>
        <p:txBody>
          <a:bodyPr anchor="t"/>
          <a:lstStyle/>
          <a:p>
            <a:pPr defTabSz="344488"/>
            <a:r>
              <a:rPr lang="ml-IN" sz="2000" b="1" dirty="0"/>
              <a:t>പല്ലവി</a:t>
            </a:r>
            <a:br>
              <a:rPr lang="ml-IN" sz="2800" b="1" dirty="0"/>
            </a:br>
            <a:br>
              <a:rPr lang="ml-IN" sz="9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സേനയിൻ യഹോവയേ! നീ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വാനസേനയോടെഴുന്ന-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ള്ളേണമേ ശാലേമിതിൽ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A1D21-CFE7-4F81-93FF-7D70F231B5F4}"/>
              </a:ext>
            </a:extLst>
          </p:cNvPr>
          <p:cNvSpPr/>
          <p:nvPr/>
        </p:nvSpPr>
        <p:spPr>
          <a:xfrm>
            <a:off x="-1772" y="3352800"/>
            <a:ext cx="12192000" cy="188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Pallavi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Yehovaye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! Nee 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Vaanasenayodezhunna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llhenhamey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shaalemil</a:t>
            </a:r>
            <a:endParaRPr lang="en-US" sz="3000" dirty="0">
              <a:solidFill>
                <a:schemeClr val="tx2">
                  <a:lumMod val="75000"/>
                </a:schemeClr>
              </a:solidFill>
              <a:effectLst/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983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990600" y="762000"/>
            <a:ext cx="11049000" cy="2209800"/>
          </a:xfrm>
        </p:spPr>
        <p:txBody>
          <a:bodyPr anchor="t"/>
          <a:lstStyle/>
          <a:p>
            <a:pPr algn="l" defTabSz="344488"/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ശലോമോൻ പണിഞ്ഞതാം ദേ-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വാലയത്തിലന്നനു-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കൂലമോടെഴുന്ന യിസ്രാ-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യേലിൻ ദൈവമേ! ഇന്നേരം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സേന...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E30EB-0E97-4A40-B2FC-36630269A24C}"/>
              </a:ext>
            </a:extLst>
          </p:cNvPr>
          <p:cNvSpPr/>
          <p:nvPr/>
        </p:nvSpPr>
        <p:spPr>
          <a:xfrm>
            <a:off x="1066800" y="3657600"/>
            <a:ext cx="9296400" cy="2043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2.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Shalomon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panhinjathaam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de-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vaalayaththilannannu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-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koolamodezhunna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yisra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yelin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Daivame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Inneram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-	     	 -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200976-72BF-4E21-9088-BCE0D8F96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514600"/>
          </a:xfrm>
        </p:spPr>
        <p:txBody>
          <a:bodyPr anchor="t"/>
          <a:lstStyle/>
          <a:p>
            <a:pPr defTabSz="344488"/>
            <a:r>
              <a:rPr lang="ml-IN" sz="2000" b="1" dirty="0"/>
              <a:t>പല്ലവി</a:t>
            </a:r>
            <a:br>
              <a:rPr lang="ml-IN" sz="2800" b="1" dirty="0"/>
            </a:br>
            <a:br>
              <a:rPr lang="ml-IN" sz="9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സേനയിൻ യഹോവയേ! നീ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വാനസേനയോടെഴുന്ന-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ള്ളേണമേ ശാലേമിതിൽ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A1D21-CFE7-4F81-93FF-7D70F231B5F4}"/>
              </a:ext>
            </a:extLst>
          </p:cNvPr>
          <p:cNvSpPr/>
          <p:nvPr/>
        </p:nvSpPr>
        <p:spPr>
          <a:xfrm>
            <a:off x="-1772" y="3352800"/>
            <a:ext cx="12192000" cy="188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Pallavi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Yehovaye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! Nee 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Vaanasenayodezhunna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llhenhamey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shaalemil</a:t>
            </a:r>
            <a:endParaRPr lang="en-US" sz="3000" dirty="0">
              <a:solidFill>
                <a:schemeClr val="tx2">
                  <a:lumMod val="75000"/>
                </a:schemeClr>
              </a:solidFill>
              <a:effectLst/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8387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1066800" y="609600"/>
            <a:ext cx="10210800" cy="2590800"/>
          </a:xfrm>
        </p:spPr>
        <p:txBody>
          <a:bodyPr/>
          <a:lstStyle/>
          <a:p>
            <a:pPr algn="l" defTabSz="344488"/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നാലു ജീവികളോടാറു-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നാലു മൂപ്പന്മാർ മദ്ധ്യേ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മാമഹത്വമോടഹോ സിം-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ഹാസന സ്ഥാനായിവാഴും-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സേന...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5C2C7-EB61-4335-8967-CB5049EB9FA2}"/>
              </a:ext>
            </a:extLst>
          </p:cNvPr>
          <p:cNvSpPr/>
          <p:nvPr/>
        </p:nvSpPr>
        <p:spPr>
          <a:xfrm>
            <a:off x="1066800" y="3657600"/>
            <a:ext cx="9296400" cy="2046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3.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Naalu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jeevikalhodoru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Naalu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mooppanmaar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madhye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Mamahathwamodaho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sim-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haasana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sthanaayivaazhum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	      -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C1C66EC-8D31-4E63-9BE1-F442C7E09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138120559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514600"/>
          </a:xfrm>
        </p:spPr>
        <p:txBody>
          <a:bodyPr anchor="t"/>
          <a:lstStyle/>
          <a:p>
            <a:pPr defTabSz="344488"/>
            <a:r>
              <a:rPr lang="ml-IN" sz="2000" b="1" dirty="0"/>
              <a:t>പല്ലവി</a:t>
            </a:r>
            <a:br>
              <a:rPr lang="ml-IN" sz="2800" b="1" dirty="0"/>
            </a:br>
            <a:br>
              <a:rPr lang="ml-IN" sz="9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സേനയിൻ യഹോവയേ! നീ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വാനസേനയോടെഴുന്ന-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ള്ളേണമേ ശാലേമിതിൽ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A1D21-CFE7-4F81-93FF-7D70F231B5F4}"/>
              </a:ext>
            </a:extLst>
          </p:cNvPr>
          <p:cNvSpPr/>
          <p:nvPr/>
        </p:nvSpPr>
        <p:spPr>
          <a:xfrm>
            <a:off x="-1772" y="3352800"/>
            <a:ext cx="12192000" cy="188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Pallavi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Yehovaye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! Nee 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Vaanasenayodezhunna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llhenhamey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shaalemil</a:t>
            </a:r>
            <a:endParaRPr lang="en-US" sz="3000" dirty="0">
              <a:solidFill>
                <a:schemeClr val="tx2">
                  <a:lumMod val="75000"/>
                </a:schemeClr>
              </a:solidFill>
              <a:effectLst/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1537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1066800" y="699884"/>
            <a:ext cx="9829800" cy="2043316"/>
          </a:xfrm>
        </p:spPr>
        <p:txBody>
          <a:bodyPr/>
          <a:lstStyle/>
          <a:p>
            <a:pPr algn="l" defTabSz="344488"/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യെശയാ പ്രവാചകന്‍ ക-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ണ്ടാലയത്തിലുള്ളതായ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മെച്ചമോടുയര്‍ന്നതാം സിം-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ഹാസന സ്ഥനേയിന്നേരം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സേന...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39D2B4-8199-4BFE-B64F-17F8339EDAF2}"/>
              </a:ext>
            </a:extLst>
          </p:cNvPr>
          <p:cNvSpPr/>
          <p:nvPr/>
        </p:nvSpPr>
        <p:spPr>
          <a:xfrm>
            <a:off x="1066800" y="3657600"/>
            <a:ext cx="9296400" cy="2043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4.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Yeshaya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pravaachakan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ka-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ndaalayaththilullhathaaya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Mechchamod-uyarnnathaam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sim-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haasana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sthaneyinneram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	     	 -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9A7694B-EABD-4F7E-85A5-FD55438E7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60731715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514600"/>
          </a:xfrm>
        </p:spPr>
        <p:txBody>
          <a:bodyPr anchor="t"/>
          <a:lstStyle/>
          <a:p>
            <a:pPr defTabSz="344488"/>
            <a:r>
              <a:rPr lang="ml-IN" sz="2000" b="1" dirty="0"/>
              <a:t>പല്ലവി</a:t>
            </a:r>
            <a:br>
              <a:rPr lang="ml-IN" sz="2800" b="1" dirty="0"/>
            </a:br>
            <a:br>
              <a:rPr lang="ml-IN" sz="9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സേനയിൻ യഹോവയേ! നീ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വാനസേനയോടെഴുന്ന-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ള്ളേണമേ ശാലേമിതിൽ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A1D21-CFE7-4F81-93FF-7D70F231B5F4}"/>
              </a:ext>
            </a:extLst>
          </p:cNvPr>
          <p:cNvSpPr/>
          <p:nvPr/>
        </p:nvSpPr>
        <p:spPr>
          <a:xfrm>
            <a:off x="-1772" y="3352800"/>
            <a:ext cx="12192000" cy="188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Pallavi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Yehovaye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! Nee 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Vaanasenayodezhunna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llhenhamey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shaalemil</a:t>
            </a:r>
            <a:endParaRPr lang="en-US" sz="3000" dirty="0">
              <a:solidFill>
                <a:schemeClr val="tx2">
                  <a:lumMod val="75000"/>
                </a:schemeClr>
              </a:solidFill>
              <a:effectLst/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34184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1066800" y="461964"/>
            <a:ext cx="8915400" cy="2205036"/>
          </a:xfrm>
        </p:spPr>
        <p:txBody>
          <a:bodyPr/>
          <a:lstStyle/>
          <a:p>
            <a:pPr algn="l" defTabSz="344488"/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ആറു ചിറകുള്ള സ്രാഫ-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ദൂതസംഘമാകവെ യ-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ങ്ങാര്‍ത്തു പാട്ടുചൊല്ലി സര്‍വ്വ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നാളിലും സ്തുതിക്കുന്നോരു-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സേന...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B5F511-97B8-4523-B19C-FFF52A996FB3}"/>
              </a:ext>
            </a:extLst>
          </p:cNvPr>
          <p:cNvSpPr/>
          <p:nvPr/>
        </p:nvSpPr>
        <p:spPr>
          <a:xfrm>
            <a:off x="1066800" y="3657600"/>
            <a:ext cx="9296400" cy="2043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5.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Aarhu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chirhakullha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sraapha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doothasanghamaakave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ya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angaarthu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paattucholli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sarva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Naalhilum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sthuthikkunnoru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	      -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43E8B97-0635-4E8C-A968-26CCCED0B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514600"/>
          </a:xfrm>
        </p:spPr>
        <p:txBody>
          <a:bodyPr anchor="t"/>
          <a:lstStyle/>
          <a:p>
            <a:pPr defTabSz="344488"/>
            <a:r>
              <a:rPr lang="ml-IN" sz="2000" b="1" dirty="0"/>
              <a:t>പല്ലവി</a:t>
            </a:r>
            <a:br>
              <a:rPr lang="ml-IN" sz="2800" b="1" dirty="0"/>
            </a:br>
            <a:br>
              <a:rPr lang="ml-IN" sz="9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സേനയിൻ യഹോവയേ! നീ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വാനസേനയോടെഴുന്ന-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ള്ളേണമേ ശാലേമിതിൽ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A1D21-CFE7-4F81-93FF-7D70F231B5F4}"/>
              </a:ext>
            </a:extLst>
          </p:cNvPr>
          <p:cNvSpPr/>
          <p:nvPr/>
        </p:nvSpPr>
        <p:spPr>
          <a:xfrm>
            <a:off x="-1772" y="3352800"/>
            <a:ext cx="12192000" cy="188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Pallavi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Yehovaye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! Nee 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Vaanasenayodezhunna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llhenhamey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shaalemil</a:t>
            </a:r>
            <a:endParaRPr lang="en-US" sz="3000" dirty="0">
              <a:solidFill>
                <a:schemeClr val="tx2">
                  <a:lumMod val="75000"/>
                </a:schemeClr>
              </a:solidFill>
              <a:effectLst/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07145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1066800" y="456095"/>
            <a:ext cx="11125200" cy="2515705"/>
          </a:xfrm>
        </p:spPr>
        <p:txBody>
          <a:bodyPr/>
          <a:lstStyle/>
          <a:p>
            <a:pPr algn="l" defTabSz="344488"/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നേരായ് നിന്നാത്മാവുരച്ച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കൂറുള്ളോരു ചൊല്‍കളാല്‍ നിന്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ആലയം ചേര്‍ന്നെങ്ങള്‍ പാട്ടു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കേട്ടനുഗ്രഹിപ്പാൻ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- സേന...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</a:t>
            </a:r>
            <a: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  <a:t>(യുസ്തുസ് യൌസേഫ്)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FBBD1-E717-4768-866F-0F8FAD239A6A}"/>
              </a:ext>
            </a:extLst>
          </p:cNvPr>
          <p:cNvSpPr/>
          <p:nvPr/>
        </p:nvSpPr>
        <p:spPr>
          <a:xfrm>
            <a:off x="1066800" y="3657600"/>
            <a:ext cx="11125200" cy="2540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6.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Nèraay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ninnaathmaavurachcha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koorullhoru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cholkalhaal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Aalayam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chernnengalh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paattu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paadum-kettanugrahippaan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 	 -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...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								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(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Yusthus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Youseph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)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B03BE6-CAB0-436D-9A8C-6F21E4A2B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7240675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514600"/>
          </a:xfrm>
        </p:spPr>
        <p:txBody>
          <a:bodyPr anchor="t"/>
          <a:lstStyle/>
          <a:p>
            <a:pPr defTabSz="344488"/>
            <a:r>
              <a:rPr lang="ml-IN" sz="2000" b="1" dirty="0"/>
              <a:t>പല്ലവി</a:t>
            </a:r>
            <a:br>
              <a:rPr lang="ml-IN" sz="2800" b="1" dirty="0"/>
            </a:br>
            <a:br>
              <a:rPr lang="ml-IN" sz="9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സേനയിൻ യഹോവയേ! നീ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വാനസേനയോടെഴുന്ന-</a:t>
            </a:r>
            <a:br>
              <a:rPr lang="ml-IN" sz="2800" b="1" dirty="0"/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ള്ളേണമേ ശാലേമിതിൽ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A1D21-CFE7-4F81-93FF-7D70F231B5F4}"/>
              </a:ext>
            </a:extLst>
          </p:cNvPr>
          <p:cNvSpPr/>
          <p:nvPr/>
        </p:nvSpPr>
        <p:spPr>
          <a:xfrm>
            <a:off x="-1772" y="3352800"/>
            <a:ext cx="12192000" cy="188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Pallavi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Senayin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Yehovaye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! Nee 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Vaanasenayodezhunna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llhenhamey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  <a:cs typeface="Kartika" panose="02020503030404060203" pitchFamily="18" charset="0"/>
              </a:rPr>
              <a:t>shaalemil</a:t>
            </a:r>
            <a:endParaRPr lang="en-US" sz="3000" dirty="0">
              <a:solidFill>
                <a:schemeClr val="tx2">
                  <a:lumMod val="75000"/>
                </a:schemeClr>
              </a:solidFill>
              <a:effectLst/>
              <a:latin typeface="+mn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9327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170</Words>
  <Application>Microsoft Office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Kartika</vt:lpstr>
      <vt:lpstr>Times New Roman</vt:lpstr>
      <vt:lpstr>Office Theme</vt:lpstr>
      <vt:lpstr>019 സേനയിൻ യഹോവയേ!</vt:lpstr>
      <vt:lpstr>പല്ലവി   സേനയിൻ യഹോവയേ! നീ  വാനസേനയോടെഴുന്ന-  ള്ളേണമേ ശാലേമിതിൽ  അനുപല്ലവി   സീനയെന്ന മാമലയിൽ  വാനസേനയോടെഴുന്ന  - സേന</vt:lpstr>
      <vt:lpstr>1 ഹീനരാമീ-മാനവരിൽ  മാനസം കനിഞ്ഞഹോ  മാനുവേലനെ തന്നോരു  പ്രാണനായകാ! ഇന്നേരം   - സേന...</vt:lpstr>
      <vt:lpstr>പല്ലവി   സേനയിൻ യഹോവയേ! നീ  വാനസേനയോടെഴുന്ന-  ള്ളേണമേ ശാലേമിതിൽ</vt:lpstr>
      <vt:lpstr>2 ശലോമോൻ പണിഞ്ഞതാം ദേ-  വാലയത്തിലന്നനു-  കൂലമോടെഴുന്ന യിസ്രാ-  യേലിൻ ദൈവമേ! ഇന്നേരം  - സേന...</vt:lpstr>
      <vt:lpstr>പല്ലവി   സേനയിൻ യഹോവയേ! നീ  വാനസേനയോടെഴുന്ന-  ള്ളേണമേ ശാലേമിതിൽ</vt:lpstr>
      <vt:lpstr>3 നാലു ജീവികളോടാറു-  നാലു മൂപ്പന്മാർ മദ്ധ്യേ  മാമഹത്വമോടഹോ സിം-  ഹാസന സ്ഥാനായിവാഴും- സേന...</vt:lpstr>
      <vt:lpstr>പല്ലവി   സേനയിൻ യഹോവയേ! നീ  വാനസേനയോടെഴുന്ന-  ള്ളേണമേ ശാലേമിതിൽ</vt:lpstr>
      <vt:lpstr>4 യെശയാ പ്രവാചകന്‍ ക-  ണ്ടാലയത്തിലുള്ളതായ  മെച്ചമോടുയര്‍ന്നതാം സിം-  ഹാസന സ്ഥനേയിന്നേരം  - സേന...</vt:lpstr>
      <vt:lpstr>പല്ലവി   സേനയിൻ യഹോവയേ! നീ  വാനസേനയോടെഴുന്ന-  ള്ളേണമേ ശാലേമിതിൽ</vt:lpstr>
      <vt:lpstr>5 ആറു ചിറകുള്ള സ്രാഫ-  ദൂതസംഘമാകവെ യ-  ങ്ങാര്‍ത്തു പാട്ടുചൊല്ലി സര്‍വ്വ  നാളിലും സ്തുതിക്കുന്നോരു- സേന...</vt:lpstr>
      <vt:lpstr>പല്ലവി   സേനയിൻ യഹോവയേ! നീ  വാനസേനയോടെഴുന്ന-  ള്ളേണമേ ശാലേമിതിൽ</vt:lpstr>
      <vt:lpstr>6 നേരായ് നിന്നാത്മാവുരച്ച  കൂറുള്ളോരു ചൊല്‍കളാല്‍ നിന്‍  ആലയം ചേര്‍ന്നെങ്ങള്‍ പാട്ടു  പാടും- കേട്ടനുഗ്രഹിപ്പാൻ  - സേന...                    (യുസ്തുസ് യൌസേഫ്)</vt:lpstr>
      <vt:lpstr>പല്ലവി   സേനയിൻ യഹോവയേ! നീ  വാനസേനയോടെഴുന്ന-  ള്ളേണമേ ശാലേമിതിൽ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Senayin Yahovaye</dc:title>
  <dc:creator>Digital Input:;GM JOHN</dc:creator>
  <cp:lastModifiedBy>Acsah Mathews</cp:lastModifiedBy>
  <cp:revision>236</cp:revision>
  <dcterms:created xsi:type="dcterms:W3CDTF">2013-04-19T09:19:07Z</dcterms:created>
  <dcterms:modified xsi:type="dcterms:W3CDTF">2018-10-24T15:31:50Z</dcterms:modified>
</cp:coreProperties>
</file>