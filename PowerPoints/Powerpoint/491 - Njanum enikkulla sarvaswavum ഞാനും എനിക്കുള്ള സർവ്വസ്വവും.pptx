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24D0-EB39-473D-851C-E25F4E4F3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2809C-1521-438B-BE1C-14387AFB8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151E7-C920-45C2-AB1A-34F9358D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2DC40-607A-4E42-B56C-009B5BDC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036B4-CD62-4616-A081-02601948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43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5F03-D8CC-4436-BD2D-5348A0D3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991D5-F3BB-4BF6-902B-E48E50742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60234-5907-44DB-AD09-3B498195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6A945-DA6C-40B0-A31F-5E5BFA78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CDD99-1B48-481A-94CA-F8E3F5CC2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EA38-8184-422E-AD3F-B371001F7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5F8C8-2083-40E9-83FE-662B02FE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67139-F585-4758-BF96-BE1F258D6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2B8D7-EC87-4AB4-AA60-875284AB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94775-7EA6-4D7B-BB28-7C7FA1C4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4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2FE3-5E26-4BDC-BC8F-38868D8DE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FD2C5-C392-40B3-AEAE-45AC8CACA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2E5D4-5D93-4B31-9EB5-18C6FC226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F1224-ECFB-4A81-BF2F-50B7B3E1D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7F54A-9A67-4FC6-9520-A3238C40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09A2A-776C-4597-A3AA-FAB87257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0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73E33-959D-4D51-99FD-C77D600D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20207-0A61-4792-8E66-793CF7C06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5712C-9855-4636-B892-B8CEC8FF9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A43405-9CB0-475A-B3C0-215183538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48703-8805-4765-A30C-49BCE73A8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B07EED-42B3-4319-A858-32B4441AA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9B9A6-EB50-4347-863F-38E7EC25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BF1FE5-FA98-45F7-978F-36522816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6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3FD4-75B4-452B-8DE0-E39ED166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A28ED-B8B0-4581-ACBD-8C94F042E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EF9DC3-3152-4BB2-A974-58EB420DE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488DB-4719-49BE-B38D-F4C3B5BF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1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68DC4-2031-435A-A693-975890A2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5F9BA-5056-4B34-AA1E-333F77B8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78EA8-6222-4D98-9573-9C4BA438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9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DC6B-2764-4550-8532-74B14F17C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83BD9-CED6-4CBB-831C-5BFF7455D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04451-DDA5-4086-AC69-BE3B099EC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521F-C9EC-4CFD-A32A-C7B15184C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F063B-6F79-4F40-80CB-02B24E25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15E10-1B79-4B05-A13B-780A1D0E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1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A859-3943-4DA2-AF31-6172D964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BC10D-9DBE-4296-854A-B6400FC6A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F0C26-31A4-4543-8DB2-4026A0707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FAE2E-5EF0-4ED2-BECF-8AD2745F9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21F7E-A69C-4009-9EE5-6BE4A5DD6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20EA9-47D1-46A5-9D1A-44A492B2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7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0E8C-EA95-4A10-A9D7-B367026A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4AE89B-5018-4487-8DE1-93846DC69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CEBA7-E9C9-41B9-B6CF-AAD3A83B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31C6D-79C5-413A-B5D6-1E4681DB3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F4C5F-A6A7-4039-9E0E-CA43DB9BE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9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D94CED-7E5E-45BC-B111-47E16E5D1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705F3-8BDA-4D72-B755-D7A027B1A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B403C-CCD5-43D2-B5A2-4BC6C2D3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F6CFB-7F4A-407E-B706-2F7D51A6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50130-2957-4F18-8C33-9E5A5647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09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F46E2B-8AC3-43D3-96E4-BC52FBFF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6FA18-1953-4376-854A-5C9D07B0E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43356-914E-4424-AC73-9FA6BADF9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2BA61-D987-439F-91F2-75BE148513FA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A8957-4A54-47A7-888D-B27926654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75AF5-E0FE-42B1-962A-9AEFA99C7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646F0-2290-43BC-997B-6BFF1D0F0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7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491</a:t>
            </a:r>
            <a:br>
              <a:rPr lang="en-US" dirty="0"/>
            </a:br>
            <a:r>
              <a:rPr lang="ml-IN" sz="52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ഞാനും എനിക്കുള്ള സർവ്വസ്വവും</a:t>
            </a:r>
            <a:endParaRPr lang="en-US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3"/>
            <a:ext cx="12191999" cy="1005132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Njanum </a:t>
            </a:r>
            <a:r>
              <a:rPr lang="en-US" sz="4000" b="1" dirty="0" err="1">
                <a:solidFill>
                  <a:srgbClr val="002060"/>
                </a:solidFill>
              </a:rPr>
              <a:t>enikkullha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sarvaswavum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E67F6-09D7-49DD-A6BF-B23418E80692}"/>
              </a:ext>
            </a:extLst>
          </p:cNvPr>
          <p:cNvSpPr/>
          <p:nvPr/>
        </p:nvSpPr>
        <p:spPr>
          <a:xfrm>
            <a:off x="1522341" y="4755141"/>
            <a:ext cx="277511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(മാത്യു നൈനാൻ)</a:t>
            </a:r>
            <a:endParaRPr lang="en-US" sz="2200" b="1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ABA83D-8926-4CCD-B831-4AE87FD98DE1}"/>
              </a:ext>
            </a:extLst>
          </p:cNvPr>
          <p:cNvSpPr/>
          <p:nvPr/>
        </p:nvSpPr>
        <p:spPr>
          <a:xfrm>
            <a:off x="7925948" y="4755141"/>
            <a:ext cx="23535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</a:rPr>
              <a:t>(Mathew </a:t>
            </a:r>
            <a:r>
              <a:rPr lang="en-US" sz="2200" b="1" dirty="0" err="1">
                <a:solidFill>
                  <a:srgbClr val="C00000"/>
                </a:solidFill>
                <a:latin typeface="Arial" panose="020B0604020202020204" pitchFamily="34" charset="0"/>
              </a:rPr>
              <a:t>Ninan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25850"/>
            <a:ext cx="11874011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ഞാനും എനിക്കുള്ള സർവ്വസ്വവും</a:t>
            </a:r>
          </a:p>
          <a:p>
            <a:pPr algn="ctr"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ദൈവത്തിൻ ദാനമെന്നോർത്തിടും ഞാൻ</a:t>
            </a:r>
          </a:p>
          <a:p>
            <a:pPr algn="ctr"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ഞാനും കുടുംബവും സേവിച്ചിടും</a:t>
            </a:r>
          </a:p>
          <a:p>
            <a:pPr algn="ctr"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യാഹെന്ന ദൈവത്തെ ഇന്നുമെന്നും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9107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Njanum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enikkullha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sarvaswavum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Daivaththin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ennorththeedum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Njanum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kudumbavum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sevichidum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Yaahenna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daivaththe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491</a:t>
            </a:r>
          </a:p>
        </p:txBody>
      </p:sp>
    </p:spTree>
    <p:extLst>
      <p:ext uri="{BB962C8B-B14F-4D97-AF65-F5344CB8AC3E}">
        <p14:creationId xmlns:p14="http://schemas.microsoft.com/office/powerpoint/2010/main" val="397745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82819" y="1016776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എൻഗേഹം ദൈവത്തിൻ വാസസ്ഥലം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ആരാധിച്ചിടുമാ ധന്യനാമം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അർപ്പിച്ചിടും എൻ സമസ്തവും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സ്തോത്രത്തിൻ യാഗങ്ങളായ്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961292" y="3591070"/>
            <a:ext cx="101990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En </a:t>
            </a:r>
            <a:r>
              <a:rPr lang="en-US" sz="3600" b="1" dirty="0" err="1">
                <a:solidFill>
                  <a:srgbClr val="002060"/>
                </a:solidFill>
              </a:rPr>
              <a:t>geham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daivaththin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vaasasthalam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Aaradhichidumaa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dhanyamaam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Arpichchidum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samasthavum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Sthothraththin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yaagangalhal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107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82819" y="1016776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സന്തോഷ സന്താപ വേളകളിൽ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ഒന്നായണയും തൻ സന്നിധിയിൽ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സ്നേഹിച്ചിടും ക്ഷമിച്ചിടും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കരുതിടും തമ്മിൽ തമ്മിൽ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961292" y="3591070"/>
            <a:ext cx="101990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Santhosha </a:t>
            </a:r>
            <a:r>
              <a:rPr lang="en-US" sz="3600" b="1" dirty="0" err="1">
                <a:solidFill>
                  <a:srgbClr val="002060"/>
                </a:solidFill>
              </a:rPr>
              <a:t>santhaapa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velhakalhil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Onnaay-anhayum</a:t>
            </a:r>
            <a:r>
              <a:rPr lang="en-US" sz="3600" b="1" dirty="0">
                <a:solidFill>
                  <a:srgbClr val="002060"/>
                </a:solidFill>
              </a:rPr>
              <a:t> than </a:t>
            </a:r>
            <a:r>
              <a:rPr lang="en-US" sz="3600" b="1" dirty="0" err="1">
                <a:solidFill>
                  <a:srgbClr val="002060"/>
                </a:solidFill>
              </a:rPr>
              <a:t>sannidhiyil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Snehichidum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khamichidum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Karutheedum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thammil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thammil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0183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82819" y="1016776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നാഥൻ എനിക്കേകും ദാനമെല്ലാം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സ്നേഹത്തിൽ ഏവർക്കും പങ്കുവയ്ക്കും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ദു:ഖിതർക്കും പീഢിതർക്കും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ആവോളം നന്മ ചെയ്യും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961292" y="3591070"/>
            <a:ext cx="101990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Naadhan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enikkekum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daanamellaam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Snehaththil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aevarkkum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panku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vekkum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Dukhitharkkum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peeditharkkum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Aavolham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nanma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cheyum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99875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82819" y="1016776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എന്നിൽ നിയുക്തമാം ദൈവയിഷ്ടം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ആരാഞ്ഞറിഞ്ഞു ഞാൻ ജിവിച്ചിടും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സത്യധർമ്മ-നീതി-മാർഗ്ഗം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നിത്യവും പിന്തുടരും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961292" y="3591070"/>
            <a:ext cx="101990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niyukthamaam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daiva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ishtam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Aaraanjarhinju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jeevichidum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Sathya-dharma-</a:t>
            </a:r>
            <a:r>
              <a:rPr lang="en-US" sz="3600" b="1" dirty="0" err="1">
                <a:solidFill>
                  <a:srgbClr val="002060"/>
                </a:solidFill>
              </a:rPr>
              <a:t>neethi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  <a:r>
              <a:rPr lang="en-US" sz="3600" b="1" dirty="0" err="1">
                <a:solidFill>
                  <a:srgbClr val="002060"/>
                </a:solidFill>
              </a:rPr>
              <a:t>maargam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Nithyavum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pinthudarum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9179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491 ഞാനും എനിക്കുള്ള സർവ്വസ്വവും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Njanum enikulla sarvaswavum</dc:title>
  <dc:creator>Acsah Mathews</dc:creator>
  <cp:lastModifiedBy>Acsah Mathews</cp:lastModifiedBy>
  <cp:revision>1</cp:revision>
  <dcterms:created xsi:type="dcterms:W3CDTF">2018-12-03T15:28:45Z</dcterms:created>
  <dcterms:modified xsi:type="dcterms:W3CDTF">2018-12-03T15:30:35Z</dcterms:modified>
</cp:coreProperties>
</file>