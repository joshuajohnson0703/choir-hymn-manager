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6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4126C-FF42-41E1-92C6-463B5ED5FA6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DC28E-7C1A-4DA9-84F6-95DC8BF06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DD1B11-1129-4A40-9673-F99944B3D7D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ACE51-0C30-454F-B6D5-630339016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C8B0-7618-4F46-A84C-20940C46D9A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C867A-57AF-44C6-9478-DF4F4070D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82B0F-688B-4458-928B-0ACC65ECD31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9572B-EA6C-49D1-A1E2-94718F142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C61ED-08D6-433B-908B-25F93D2E295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E039C-024A-41BF-9C08-DE74A5920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7C665-BECB-4D62-B74A-247587F92B2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FBA10-1666-48FE-8763-EF1E1EE6C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451DC-71F1-4C01-AE30-35CCE21CA49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22FEE-E5C0-4299-AED2-2DFC93E5AC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A226D-57B9-47E5-8D72-260781F690B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DD3BF-D694-46A6-A89E-EF21E6918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9AAD8-C5E0-4F93-A8EA-4B5A521E095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FBB0B-4A8A-4027-BF68-E2C1BDF770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12B7D-F6F5-45C1-96E8-62FFB871CBC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B4840-4F9B-4C80-B54A-A71C0DC83F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EC431-B65C-4114-B8D9-4D626A84C07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39127-911F-4AC7-BD7D-C2E05A24D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551357-8151-40A5-9A77-ACB2D5A5CC7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585C54-AF6C-4F1C-B061-E1DE6054F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9FFA-6879-49EF-8AEB-F28FD6E76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227</a:t>
            </a:r>
            <a:br>
              <a:rPr lang="en-US" dirty="0"/>
            </a:br>
            <a:r>
              <a:rPr lang="ml-IN" sz="4600" b="1" dirty="0">
                <a:latin typeface="Kartika" panose="02020503030404060203" pitchFamily="18" charset="0"/>
              </a:rPr>
              <a:t>നിന്നിഷ്ടം ദേവാ</a:t>
            </a:r>
            <a:endParaRPr lang="en-US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CC207-1982-41A9-96D9-889FA90AC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Ninnishtam </a:t>
            </a:r>
            <a:r>
              <a:rPr lang="en-US" sz="4000" b="1" dirty="0" err="1">
                <a:solidFill>
                  <a:schemeClr val="tx2"/>
                </a:solidFill>
              </a:rPr>
              <a:t>Dèvaa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aayidattey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3800" i="1" dirty="0">
                <a:solidFill>
                  <a:schemeClr val="tx2"/>
                </a:solidFill>
              </a:rPr>
              <a:t>Have Thine own way </a:t>
            </a:r>
          </a:p>
        </p:txBody>
      </p:sp>
    </p:spTree>
    <p:extLst>
      <p:ext uri="{BB962C8B-B14F-4D97-AF65-F5344CB8AC3E}">
        <p14:creationId xmlns:p14="http://schemas.microsoft.com/office/powerpoint/2010/main" val="17962891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7800" y="1371600"/>
            <a:ext cx="107442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നിന്നിഷ്ടം ദേവാ ആയിടട്ടെ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ഞാനോ മണ്‍പാത്രം നിന്‍ കരത്തില്‍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പാദത്തില്‍ ഞാന്‍ കാത്തിരിക്കും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നിന്നിഷ്ടം പോല്‍ നീ മാറ്റുകെന്നെ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83C67-E3DF-43CE-A592-AE7F1FA1B9FC}"/>
              </a:ext>
            </a:extLst>
          </p:cNvPr>
          <p:cNvSpPr txBox="1"/>
          <p:nvPr/>
        </p:nvSpPr>
        <p:spPr>
          <a:xfrm>
            <a:off x="0" y="3811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4107E-BCD5-4B40-A6C2-C2CEBB79028A}"/>
              </a:ext>
            </a:extLst>
          </p:cNvPr>
          <p:cNvSpPr/>
          <p:nvPr/>
        </p:nvSpPr>
        <p:spPr>
          <a:xfrm>
            <a:off x="0" y="3962400"/>
            <a:ext cx="107442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aayidattey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kaaththirikkum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maattukenney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7800" y="1371600"/>
            <a:ext cx="107442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നിന്നിഷ്ടം പോലെ ആകേണമേ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സന്നിധൗ ഞാന്‍ താണിരിക്കും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വചനമാം തണ്ണീരിനാല്‍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കഴുകി ശുദ്ധി ചെയ്ക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83C67-E3DF-43CE-A592-AE7F1FA1B9FC}"/>
              </a:ext>
            </a:extLst>
          </p:cNvPr>
          <p:cNvSpPr txBox="1"/>
          <p:nvPr/>
        </p:nvSpPr>
        <p:spPr>
          <a:xfrm>
            <a:off x="0" y="3811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4107E-BCD5-4B40-A6C2-C2CEBB79028A}"/>
              </a:ext>
            </a:extLst>
          </p:cNvPr>
          <p:cNvSpPr/>
          <p:nvPr/>
        </p:nvSpPr>
        <p:spPr>
          <a:xfrm>
            <a:off x="0" y="3962400"/>
            <a:ext cx="107442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aakanhamey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sannidhou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thaanhirikkum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vachanamaam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thannheerinaal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63274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7800" y="1371600"/>
            <a:ext cx="107442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നിന്നിഷ്ടം പോലെ ആകണമേ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എന്നുള്ളം നോവും വേളയിലും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കരം തൊട്ടു താലോലിക്കെൻ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ഞാനും ശക്തനാവാൻ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83C67-E3DF-43CE-A592-AE7F1FA1B9FC}"/>
              </a:ext>
            </a:extLst>
          </p:cNvPr>
          <p:cNvSpPr txBox="1"/>
          <p:nvPr/>
        </p:nvSpPr>
        <p:spPr>
          <a:xfrm>
            <a:off x="0" y="3811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4107E-BCD5-4B40-A6C2-C2CEBB79028A}"/>
              </a:ext>
            </a:extLst>
          </p:cNvPr>
          <p:cNvSpPr/>
          <p:nvPr/>
        </p:nvSpPr>
        <p:spPr>
          <a:xfrm>
            <a:off x="0" y="3962400"/>
            <a:ext cx="107442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aakanhamey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novum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vèlhayilum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thottu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thaalolikken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Karththaavé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shakthanaavaan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465989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7800" y="1371600"/>
            <a:ext cx="107442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നിന്നിഷ്ടം പോലെ ആകേണമേ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എന്നിഷ്ടരെന്നെ തള്ളിയാലും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കൈവിടില്ല യെന്നു ചൊന്ന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നാഥാ! നിന്‍ വാക്കെ ന്താശ്വാസമേ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83C67-E3DF-43CE-A592-AE7F1FA1B9FC}"/>
              </a:ext>
            </a:extLst>
          </p:cNvPr>
          <p:cNvSpPr txBox="1"/>
          <p:nvPr/>
        </p:nvSpPr>
        <p:spPr>
          <a:xfrm>
            <a:off x="0" y="3811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4107E-BCD5-4B40-A6C2-C2CEBB79028A}"/>
              </a:ext>
            </a:extLst>
          </p:cNvPr>
          <p:cNvSpPr/>
          <p:nvPr/>
        </p:nvSpPr>
        <p:spPr>
          <a:xfrm>
            <a:off x="0" y="3962400"/>
            <a:ext cx="107442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aakanhamey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Ennishttarenney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thallhiyaalum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kaividilla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chonna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thaashwaasamey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99320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85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227 നിന്നിഷ്ടം ദേവാ</vt:lpstr>
      <vt:lpstr>നിന്നിഷ്ടം ദേവാ ആയിടട്ടെ ഞാനോ മണ്‍പാത്രം നിന്‍ കരത്തില്‍ നിന്‍ പാദത്തില്‍ ഞാന്‍ കാത്തിരിക്കും നിന്നിഷ്ടം പോല്‍ നീ മാറ്റുകെന്നെ</vt:lpstr>
      <vt:lpstr>നിന്നിഷ്ടം പോലെ ആകേണമേ നിന്‍ സന്നിധൗ ഞാന്‍ താണിരിക്കും നിന്‍ വചനമാം തണ്ണീരിനാല്‍ എന്നെ കഴുകി ശുദ്ധി ചെയ്ക </vt:lpstr>
      <vt:lpstr>നിന്നിഷ്ടം പോലെ ആകണമേ  എന്നുള്ളം നോവും വേളയിലും  നിൻ കരം തൊട്ടു താലോലിക്കെൻ  കർത്താവേ ഞാനും ശക്തനാവാൻ</vt:lpstr>
      <vt:lpstr>നിന്നിഷ്ടം പോലെ ആകേണമേ എന്നിഷ്ടരെന്നെ തള്ളിയാലും ഞാന്‍ കൈവിടില്ല യെന്നു ചൊന്ന നാഥാ! നിന്‍ വാക്കെ ന്താശ്വാസമേ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Ninnishtam deva</dc:title>
  <dc:creator>Digital Input:; GM JOHN; Acsah Mathews</dc:creator>
  <cp:lastModifiedBy>Acsah Mathews</cp:lastModifiedBy>
  <cp:revision>154</cp:revision>
  <dcterms:created xsi:type="dcterms:W3CDTF">2013-04-19T09:19:07Z</dcterms:created>
  <dcterms:modified xsi:type="dcterms:W3CDTF">2018-11-09T16:54:12Z</dcterms:modified>
</cp:coreProperties>
</file>