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2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4" autoAdjust="0"/>
    <p:restoredTop sz="94660"/>
  </p:normalViewPr>
  <p:slideViewPr>
    <p:cSldViewPr>
      <p:cViewPr varScale="1">
        <p:scale>
          <a:sx n="48" d="100"/>
          <a:sy n="48" d="100"/>
        </p:scale>
        <p:origin x="42" y="8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5A400-3060-4C7B-BCEF-51D6D682D684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59606-CD5F-4758-9B5B-DACDBF201D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60BE1-2F0F-479A-A733-B2EA939C238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8C529-0CC3-44E0-B7A1-3203F76AF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C9CD5-BDF8-4187-A2E3-3ADDB7E87FD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C092E-AB4B-4886-8F22-2CDDE7E22C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F1FF3-D23B-4CEB-AF18-A9BFEA98C61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A23B5-4F43-4804-9FCB-557A32863E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3E96D3-AFA8-496D-A44F-E7F6A68BDB2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C9D41-F1A3-4452-806D-83C453C23C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1EF9F-DA8B-4447-BB6F-73622C5EECB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C1817-4225-4955-AF77-73308B63F8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4F588D-E40C-4AD1-A380-FF21F559158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9BEE4-167A-4994-97DD-1715230153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40C07-2A20-4E2E-A07F-424731935C2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BBB8-8B3A-4AD0-82E3-4BC80F61F3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2E141-4659-4D8D-9D8F-13C453F9D50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C1FD61-753E-45AE-B49D-116BB8248D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48B1D-CCFF-46DF-A6D3-1A42879975A5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3D157F-FC3D-4A5F-806F-9D951706FD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3B419D-A642-413D-9BF6-F0265CCD203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A17AA0-9F2E-4268-9D95-33997AF339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6D04A53-9750-4FD3-92BE-2FDE592918E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BFAC721-A6A5-49BF-B5CD-A02CCB41F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A0A6-F69A-472A-BC3E-C48BBC310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1606571"/>
            <a:ext cx="11734800" cy="1993882"/>
          </a:xfrm>
        </p:spPr>
        <p:txBody>
          <a:bodyPr/>
          <a:lstStyle/>
          <a:p>
            <a:r>
              <a:rPr lang="en-US" dirty="0"/>
              <a:t>375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പ്രാർഥനയ്ക്കുത്തരം നല്കുന്നോനെ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3C4CF-FAB1-43E1-A6B5-3F7D22134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5487" y="3600453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Prarthanaykkuththaram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nalkkunnone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790016-8643-49B5-AAFB-DE6D5A5C8FD8}"/>
              </a:ext>
            </a:extLst>
          </p:cNvPr>
          <p:cNvSpPr/>
          <p:nvPr/>
        </p:nvSpPr>
        <p:spPr>
          <a:xfrm>
            <a:off x="1646614" y="4591053"/>
            <a:ext cx="2363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(പി. ഡി. ജോൺ)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CCD504-B2FD-4F16-91F8-E33F464936F9}"/>
              </a:ext>
            </a:extLst>
          </p:cNvPr>
          <p:cNvSpPr/>
          <p:nvPr/>
        </p:nvSpPr>
        <p:spPr>
          <a:xfrm>
            <a:off x="8730873" y="4591053"/>
            <a:ext cx="16455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(P. D. John) </a:t>
            </a:r>
          </a:p>
        </p:txBody>
      </p:sp>
    </p:spTree>
    <p:extLst>
      <p:ext uri="{BB962C8B-B14F-4D97-AF65-F5344CB8AC3E}">
        <p14:creationId xmlns:p14="http://schemas.microsoft.com/office/powerpoint/2010/main" val="395918335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133600"/>
          </a:xfrm>
        </p:spPr>
        <p:txBody>
          <a:bodyPr anchor="t"/>
          <a:lstStyle/>
          <a:p>
            <a:pPr algn="l">
              <a:tabLst>
                <a:tab pos="5778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1.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പ്രാർഥനയ്ക്കുത്തരം നല്കുന്നോനെ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സന്നിധിയിൽ ഞാൻ വരുന്നേ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സ്വർഗ്ഗിയാനുഗ്രഹ ഭണ്ഡാരത്തിൻ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വാതിൽ തുറക്കണമേ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375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E891B0-BD70-402E-AF49-C52FB03DAC0A}"/>
              </a:ext>
            </a:extLst>
          </p:cNvPr>
          <p:cNvSpPr/>
          <p:nvPr/>
        </p:nvSpPr>
        <p:spPr>
          <a:xfrm>
            <a:off x="533400" y="2732782"/>
            <a:ext cx="1112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കേൾക്കണേ എൻ പ്രാർഥന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നല്കണേ  എൻ യാചന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4D0214-7ED3-4968-86F2-BC07211410E0}"/>
              </a:ext>
            </a:extLst>
          </p:cNvPr>
          <p:cNvSpPr/>
          <p:nvPr/>
        </p:nvSpPr>
        <p:spPr>
          <a:xfrm>
            <a:off x="0" y="3581400"/>
            <a:ext cx="9144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Prarthanaykkuththaram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nalkkunnone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sannidhiyil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Swarggeeya-nugraha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bhandaaraththin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Vaathil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Thurhakkenhame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BB2EF-7822-419D-A751-6D4C3C5BC862}"/>
              </a:ext>
            </a:extLst>
          </p:cNvPr>
          <p:cNvSpPr/>
          <p:nvPr/>
        </p:nvSpPr>
        <p:spPr>
          <a:xfrm>
            <a:off x="228600" y="5486400"/>
            <a:ext cx="1112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Kelkkanhe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praarthana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106797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133600"/>
          </a:xfrm>
        </p:spPr>
        <p:txBody>
          <a:bodyPr anchor="t"/>
          <a:lstStyle/>
          <a:p>
            <a:pPr algn="l">
              <a:tabLst>
                <a:tab pos="5778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2.	പുത്രന്‍റെ നാമത്തിൽ ചോദിക്കുമ്പോൾ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ഉത്തരം തരുമെന്നരുളിയോനെ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നീക്കം വരാത്ത നിന് വാഗ്ദത്തമെൻ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പേർക്കു നീ തന്നുവല്ലോ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375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E891B0-BD70-402E-AF49-C52FB03DAC0A}"/>
              </a:ext>
            </a:extLst>
          </p:cNvPr>
          <p:cNvSpPr/>
          <p:nvPr/>
        </p:nvSpPr>
        <p:spPr>
          <a:xfrm>
            <a:off x="533400" y="2732782"/>
            <a:ext cx="1112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കേൾക്കണേ എൻ പ്രാർഥന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നല്കണേ  എൻ യാചന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4D0214-7ED3-4968-86F2-BC07211410E0}"/>
              </a:ext>
            </a:extLst>
          </p:cNvPr>
          <p:cNvSpPr/>
          <p:nvPr/>
        </p:nvSpPr>
        <p:spPr>
          <a:xfrm>
            <a:off x="0" y="3581400"/>
            <a:ext cx="9144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Puthrante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naamaththil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chodikkumbolh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Uththaram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tharummennarulhiyone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Neekkam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varaaththa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vaagdaththamen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Perkku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thannuvallo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BB2EF-7822-419D-A751-6D4C3C5BC862}"/>
              </a:ext>
            </a:extLst>
          </p:cNvPr>
          <p:cNvSpPr/>
          <p:nvPr/>
        </p:nvSpPr>
        <p:spPr>
          <a:xfrm>
            <a:off x="228600" y="5486400"/>
            <a:ext cx="1112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Kelkkanhe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praarthana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028220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133600"/>
          </a:xfrm>
        </p:spPr>
        <p:txBody>
          <a:bodyPr anchor="t"/>
          <a:lstStyle/>
          <a:p>
            <a:pPr algn="l">
              <a:tabLst>
                <a:tab pos="5778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3.	വചനമെന്നാത്മാവിൻ ദാഹം തീർപ്പാൻ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അരുളുക ദാസരിൽ വരമധികം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പകരുക ആത്മാവിൻ തിരുശക്തിയാൽ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നിറയുവാൻ നിൻ  ജനങ്ങൾ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375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E891B0-BD70-402E-AF49-C52FB03DAC0A}"/>
              </a:ext>
            </a:extLst>
          </p:cNvPr>
          <p:cNvSpPr/>
          <p:nvPr/>
        </p:nvSpPr>
        <p:spPr>
          <a:xfrm>
            <a:off x="533400" y="2732782"/>
            <a:ext cx="1112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കേൾക്കണേ എൻ പ്രാർഥന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നല്കണേ  എൻ യാചന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4D0214-7ED3-4968-86F2-BC07211410E0}"/>
              </a:ext>
            </a:extLst>
          </p:cNvPr>
          <p:cNvSpPr/>
          <p:nvPr/>
        </p:nvSpPr>
        <p:spPr>
          <a:xfrm>
            <a:off x="0" y="3581400"/>
            <a:ext cx="9144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Vachanam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aathmaavin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daaham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theerppaan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Arulhuka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daasaril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varamadhikam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Pakaruka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aathmaavin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thirushakthiyaal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Nirhayuvaan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janangalh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BB2EF-7822-419D-A751-6D4C3C5BC862}"/>
              </a:ext>
            </a:extLst>
          </p:cNvPr>
          <p:cNvSpPr/>
          <p:nvPr/>
        </p:nvSpPr>
        <p:spPr>
          <a:xfrm>
            <a:off x="228600" y="5486400"/>
            <a:ext cx="1112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Kelkkanhe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praarthana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544027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133600"/>
          </a:xfrm>
        </p:spPr>
        <p:txBody>
          <a:bodyPr anchor="t"/>
          <a:lstStyle/>
          <a:p>
            <a:pPr algn="l">
              <a:tabLst>
                <a:tab pos="577850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4.	പാപവും രോഗവും അകറ്റീടുമാം-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രുധിരത്തിൻ അത്ഭുത ശക്തിയിന്ന്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അറിയുവാനിവിടെ വിശ്വാസത്തിന്‍റെ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ഹൃദയങ്ങൾ തുറക്കണമേ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375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E891B0-BD70-402E-AF49-C52FB03DAC0A}"/>
              </a:ext>
            </a:extLst>
          </p:cNvPr>
          <p:cNvSpPr/>
          <p:nvPr/>
        </p:nvSpPr>
        <p:spPr>
          <a:xfrm>
            <a:off x="533400" y="2732782"/>
            <a:ext cx="1112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കേൾക്കണേ എൻ പ്രാർഥന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നല്കണേ  എൻ യാചന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4D0214-7ED3-4968-86F2-BC07211410E0}"/>
              </a:ext>
            </a:extLst>
          </p:cNvPr>
          <p:cNvSpPr/>
          <p:nvPr/>
        </p:nvSpPr>
        <p:spPr>
          <a:xfrm>
            <a:off x="0" y="3581400"/>
            <a:ext cx="9144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Paapavum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rogavum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akateedumaa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Rudhiraththin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athbhutha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shakthiyinnu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Arhiyuvaanivide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vishwaasaththinte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Hridayangalh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thurhakkenhame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5BB2EF-7822-419D-A751-6D4C3C5BC862}"/>
              </a:ext>
            </a:extLst>
          </p:cNvPr>
          <p:cNvSpPr/>
          <p:nvPr/>
        </p:nvSpPr>
        <p:spPr>
          <a:xfrm>
            <a:off x="228600" y="5486400"/>
            <a:ext cx="111252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Kelkkanhe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praarthana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Nalkanhe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640452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131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375 പ്രാർഥനയ്ക്കുത്തരം നല്കുന്നോനെ</vt:lpstr>
      <vt:lpstr>1. പ്രാർഥനയ്ക്കുത്തരം നല്കുന്നോനെ   നിന്‍റെ സന്നിധിയിൽ ഞാൻ വരുന്നേ  സ്വർഗ്ഗിയാനുഗ്രഹ ഭണ്ഡാരത്തിൻ   വാതിൽ തുറക്കണമേ</vt:lpstr>
      <vt:lpstr>2. പുത്രന്‍റെ നാമത്തിൽ ചോദിക്കുമ്പോൾ   ഉത്തരം തരുമെന്നരുളിയോനെ   നീക്കം വരാത്ത നിന് വാഗ്ദത്തമെൻ   പേർക്കു നീ തന്നുവല്ലോ</vt:lpstr>
      <vt:lpstr>3. വചനമെന്നാത്മാവിൻ ദാഹം തീർപ്പാൻ   അരുളുക ദാസരിൽ വരമധികം   പകരുക ആത്മാവിൻ തിരുശക്തിയാൽ   നിറയുവാൻ നിൻ  ജനങ്ങൾ </vt:lpstr>
      <vt:lpstr>4. പാപവും രോഗവും അകറ്റീടുമാം-  രുധിരത്തിൻ അത്ഭുത ശക്തിയിന്ന്   അറിയുവാനിവിടെ വിശ്വാസത്തിന്‍റെ   ഹൃദയങ്ങൾ തുറക്കണമേ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Prarthanakkutharam nalkkunone</dc:title>
  <dc:creator>Digital Input:; GM JOHN; Acsah Mathews</dc:creator>
  <cp:lastModifiedBy>Acsah Mathews</cp:lastModifiedBy>
  <cp:revision>121</cp:revision>
  <dcterms:created xsi:type="dcterms:W3CDTF">2013-04-25T00:28:25Z</dcterms:created>
  <dcterms:modified xsi:type="dcterms:W3CDTF">2018-11-23T17:27:15Z</dcterms:modified>
</cp:coreProperties>
</file>