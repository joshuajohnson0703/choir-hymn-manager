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73" r:id="rId3"/>
    <p:sldId id="275" r:id="rId4"/>
    <p:sldId id="282" r:id="rId5"/>
    <p:sldId id="276" r:id="rId6"/>
    <p:sldId id="283" r:id="rId7"/>
    <p:sldId id="277" r:id="rId8"/>
    <p:sldId id="284" r:id="rId9"/>
    <p:sldId id="278" r:id="rId10"/>
    <p:sldId id="285" r:id="rId11"/>
    <p:sldId id="279" r:id="rId12"/>
    <p:sldId id="286" r:id="rId13"/>
    <p:sldId id="280" r:id="rId14"/>
    <p:sldId id="287" r:id="rId15"/>
    <p:sldId id="281" r:id="rId16"/>
    <p:sldId id="288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9EB8"/>
    <a:srgbClr val="1D6D75"/>
    <a:srgbClr val="204050"/>
    <a:srgbClr val="32657E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48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A990B-288E-4309-AA0C-567FAAD5AC42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6219C-4746-4EB1-9CC3-414132991C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3FCADF-5011-4DF3-9DE0-BA8861DC27E3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0690-1C43-48A6-AAAA-30C290A380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36C4E1-E42A-4951-BF76-8F826560989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2097C-81A9-44B3-A4B3-3EA0378E06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EA25D-494D-4866-9BA4-3A691D11146C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2A04D-F31A-4885-B7AF-1920469097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2DF1D8-9341-4934-899F-4C1F82E9AC0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65B2F9-B938-4F53-B209-AA8E9E95AC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D5CB5-DBF6-4CAE-993B-AD06B086D3C8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D64F48-7148-4795-878D-9293AAA570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C8A73-0ABF-4E05-A62F-C42799B10485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7FFAB-6B2B-4CC1-9723-2820FE956F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9B5CE-3098-468C-B934-C0E54EBED81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F9871-8A1C-4A6F-9B51-5BEE385A8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34BE3-07F7-42BF-8121-42385975D10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8788B9-5BAD-45EB-8F5D-7C7CDBC5F1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C4EB1-F36B-4956-B779-AD00168A2E5C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FCB4E4-16F3-454C-BC79-5A1DED069C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46559-C169-4C45-BBFA-FE6661222DC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47E52-5682-4362-842F-7E3ACBD992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29BD82E-C417-4071-9F29-C693CD43E144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4C895FE-EE45-48AC-8521-0BCE6C8B59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20000"/>
                <a:lumOff val="80000"/>
              </a:schemeClr>
            </a:gs>
            <a:gs pos="43000">
              <a:schemeClr val="accent5">
                <a:lumMod val="40000"/>
                <a:lumOff val="60000"/>
              </a:schemeClr>
            </a:gs>
            <a:gs pos="74000">
              <a:schemeClr val="accent5">
                <a:lumMod val="60000"/>
                <a:lumOff val="40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CD2BE-34E9-4784-BB4B-5E8B7EB27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381251"/>
          </a:xfrm>
        </p:spPr>
        <p:txBody>
          <a:bodyPr/>
          <a:lstStyle/>
          <a:p>
            <a:r>
              <a:rPr lang="en-US" dirty="0">
                <a:solidFill>
                  <a:srgbClr val="1D6D75"/>
                </a:solidFill>
              </a:rPr>
              <a:t>317</a:t>
            </a:r>
            <a:br>
              <a:rPr lang="en-US" dirty="0">
                <a:solidFill>
                  <a:srgbClr val="1D6D75"/>
                </a:solidFill>
              </a:rPr>
            </a:br>
            <a:r>
              <a:rPr lang="ml-IN" sz="6000" b="1" dirty="0">
                <a:solidFill>
                  <a:srgbClr val="1D6D75"/>
                </a:solidFill>
                <a:latin typeface="Kartika" panose="02020503030404060203" pitchFamily="18" charset="0"/>
              </a:rPr>
              <a:t>പരനേശുവേ! കരുണാ നിധേ!</a:t>
            </a:r>
            <a:endParaRPr lang="en-US" sz="6000" dirty="0">
              <a:solidFill>
                <a:srgbClr val="1D6D75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7A358-BE49-45B8-A55E-9BE70BEA2A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1D6D75"/>
                </a:solidFill>
              </a:rPr>
              <a:t>Paraneshuve </a:t>
            </a:r>
            <a:r>
              <a:rPr lang="en-US" sz="4000" b="1" dirty="0" err="1">
                <a:solidFill>
                  <a:srgbClr val="1D6D75"/>
                </a:solidFill>
              </a:rPr>
              <a:t>karunhaa</a:t>
            </a:r>
            <a:r>
              <a:rPr lang="en-US" sz="4000" b="1" dirty="0">
                <a:solidFill>
                  <a:srgbClr val="1D6D75"/>
                </a:solidFill>
              </a:rPr>
              <a:t> </a:t>
            </a:r>
            <a:r>
              <a:rPr lang="en-US" sz="4000" b="1" dirty="0" err="1">
                <a:solidFill>
                  <a:srgbClr val="1D6D75"/>
                </a:solidFill>
              </a:rPr>
              <a:t>nidhe</a:t>
            </a:r>
            <a:r>
              <a:rPr lang="en-US" sz="4000" b="1" dirty="0">
                <a:solidFill>
                  <a:srgbClr val="1D6D75"/>
                </a:solidFill>
              </a:rPr>
              <a:t>!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3B473-0584-4202-B061-06607E9CA9AB}"/>
              </a:ext>
            </a:extLst>
          </p:cNvPr>
          <p:cNvSpPr/>
          <p:nvPr/>
        </p:nvSpPr>
        <p:spPr>
          <a:xfrm>
            <a:off x="1828800" y="4857749"/>
            <a:ext cx="35044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329EB8"/>
                </a:solidFill>
              </a:rPr>
              <a:t>(റവ.റ്റി. ജെ. ആൻഡ്രൂസ്)</a:t>
            </a:r>
            <a:endParaRPr lang="en-US" sz="2000" b="1" dirty="0">
              <a:solidFill>
                <a:srgbClr val="329EB8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E63256-69DA-4524-9FF0-C99DEB22991F}"/>
              </a:ext>
            </a:extLst>
          </p:cNvPr>
          <p:cNvSpPr/>
          <p:nvPr/>
        </p:nvSpPr>
        <p:spPr>
          <a:xfrm>
            <a:off x="8458200" y="4857749"/>
            <a:ext cx="25755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329EB8"/>
                </a:solidFill>
                <a:latin typeface="Arial" panose="020B0604020202020204" pitchFamily="34" charset="0"/>
              </a:rPr>
              <a:t>(Rev. T.J. Andrews) </a:t>
            </a:r>
            <a:endParaRPr lang="en-US" sz="2000" b="1" dirty="0">
              <a:solidFill>
                <a:srgbClr val="329E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60372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defTabSz="457200">
              <a:lnSpc>
                <a:spcPct val="125000"/>
              </a:lnSpc>
            </a:pP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പരനേശുവേ! കരുണാ നിധേ!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വരമേകുക ദമ്പതികൾ-</a:t>
            </a:r>
            <a:b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ക്കരുളണമേ കൃപയെ ദിനംപ്രതി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മാരിപോൽ ദൈവജാതാ!</a:t>
            </a:r>
            <a:endParaRPr lang="en-US" sz="3400" b="1" dirty="0">
              <a:solidFill>
                <a:srgbClr val="329EB8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Paraneshuve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karunhaa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nidhe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varamekuka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dampathikalh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-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kkarulhenhame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krupaye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dinamprathi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maari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pol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daivajaathaa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8445361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11506200" cy="26670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ഏദൻ കാവിലാദം ഹവ്വയെ വാഴ്ത്തിയ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സർവ്വേശാ ഈ സമയം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ഈ ദമ്പതികളിൻ കൈകളെ തമ്മിൽ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ചേർത്തു വാഴ്ത്തിടണമേ</a:t>
            </a:r>
            <a:endParaRPr lang="en-US" sz="3400" b="1" dirty="0">
              <a:solidFill>
                <a:srgbClr val="1D6D75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329EB8"/>
                </a:solidFill>
                <a:latin typeface="+mn-lt"/>
              </a:rPr>
              <a:t>Eaden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kaavil-aadam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havvaye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vaazhththiya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sarvesha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samayam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dampathikalhin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kaikalhe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thammil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cherththu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vaazhththeedenhame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6583E-613E-4D05-B6F6-00C520AC5112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204050"/>
                </a:solidFill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564781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defTabSz="457200">
              <a:lnSpc>
                <a:spcPct val="125000"/>
              </a:lnSpc>
            </a:pP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പരനേശുവേ! കരുണാ നിധേ!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വരമേകുക ദമ്പതികൾ-</a:t>
            </a:r>
            <a:b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ക്കരുളണമേ കൃപയെ ദിനംപ്രതി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മാരിപോൽ ദൈവജാതാ!</a:t>
            </a:r>
            <a:endParaRPr lang="en-US" sz="3400" b="1" dirty="0">
              <a:solidFill>
                <a:srgbClr val="329EB8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Paraneshuve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karunhaa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nidhe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varamekuka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dampathikalh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-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kkarulhenhame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krupaye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dinamprathi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maari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pol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daivajaathaa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72137749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11506200" cy="26670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തവദാസരാമിവരൈകമത്യമോടെ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വസിച്ചിടുവാനും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അവസാന കാലമണഞ്ഞീടും വരെ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പ്രീതിയിൽ മേവതിനും </a:t>
            </a:r>
            <a:endParaRPr lang="en-US" sz="3400" b="1" dirty="0">
              <a:solidFill>
                <a:srgbClr val="1D6D75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329EB8"/>
                </a:solidFill>
                <a:latin typeface="+mn-lt"/>
              </a:rPr>
              <a:t>Thava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daasaramivarai-kamathyamode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vasichcheduvaanum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Avasaana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kaalamanhanjeedum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vare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preethiyil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mevathinum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6583E-613E-4D05-B6F6-00C520AC5112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204050"/>
                </a:solidFill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8210916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defTabSz="457200">
              <a:lnSpc>
                <a:spcPct val="125000"/>
              </a:lnSpc>
            </a:pP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പരനേശുവേ! കരുണാ നിധേ!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വരമേകുക ദമ്പതികൾ-</a:t>
            </a:r>
            <a:b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ക്കരുളണമേ കൃപയെ ദിനംപ്രതി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മാരിപോൽ ദൈവജാതാ!</a:t>
            </a:r>
            <a:endParaRPr lang="en-US" sz="3400" b="1" dirty="0">
              <a:solidFill>
                <a:srgbClr val="329EB8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Paraneshuve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karunhaa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nidhe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varamekuka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dampathikalh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-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kkarulhenhame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krupaye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dinamprathi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maari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pol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daivajaathaa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03652598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11506200" cy="26670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പരമാവിയാലിവരെ നിറയ്ക്കു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മഹോന്നതനേ! ദിനവും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തിരുനാമ കീർത്തി സദാ നിനച്ചു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തങ്ങൾ വസിച്ചീടുവാനും</a:t>
            </a:r>
            <a:endParaRPr lang="en-US" sz="3400" b="1" dirty="0">
              <a:solidFill>
                <a:srgbClr val="1D6D75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329EB8"/>
                </a:solidFill>
                <a:latin typeface="+mn-lt"/>
              </a:rPr>
              <a:t>Paramaaviyaalivare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nirakku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mahonnathane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Dinavum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Thirunaama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keerthi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sadaa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ninachu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thangalh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vasicheeduvaanum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6583E-613E-4D05-B6F6-00C520AC5112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204050"/>
                </a:solidFill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9172739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defTabSz="457200">
              <a:lnSpc>
                <a:spcPct val="125000"/>
              </a:lnSpc>
            </a:pP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പരനേശുവേ! കരുണാ നിധേ!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വരമേകുക ദമ്പതികൾ-</a:t>
            </a:r>
            <a:b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ക്കരുളണമേ കൃപയെ ദിനംപ്രതി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മാരിപോൽ ദൈവജാതാ!</a:t>
            </a:r>
            <a:endParaRPr lang="en-US" sz="3400" b="1" dirty="0">
              <a:solidFill>
                <a:srgbClr val="329EB8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Paraneshuve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karunhaa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nidhe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varamekuka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dampathikalh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-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kkarulhenhame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krupaye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dinamprathi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maari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pol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daivajaathaa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0428771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11506200" cy="26670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പരമാവിയാലിവരെ നിറയ്ക്കു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മഹോന്നതനേ! ദിനവും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തിരുനാമ കീർത്തി സദാ നിനച്ചു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തങ്ങൾ വസിച്ചീടുവാനും</a:t>
            </a:r>
            <a:endParaRPr lang="en-US" sz="3400" b="1" dirty="0">
              <a:solidFill>
                <a:srgbClr val="1D6D75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329EB8"/>
                </a:solidFill>
                <a:latin typeface="+mn-lt"/>
              </a:rPr>
              <a:t>Paramaaviyaalivare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nirakku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mahonnathane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Dinavum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Thirunaama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keerthi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sadaa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ninachu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thangalh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vasicheeduvaanum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6583E-613E-4D05-B6F6-00C520AC5112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204050"/>
                </a:solidFill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1045917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defTabSz="457200">
              <a:lnSpc>
                <a:spcPct val="125000"/>
              </a:lnSpc>
            </a:pP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പരനേശുവേ! കരുണാ നിധേ!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വരമേകുക ദമ്പതികൾ-</a:t>
            </a:r>
            <a:b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ക്കരുളണമേ കൃപയെ ദിനംപ്രതി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മാരിപോൽ ദൈവജാതാ!</a:t>
            </a:r>
            <a:endParaRPr lang="en-US" sz="3400" b="1" dirty="0">
              <a:solidFill>
                <a:srgbClr val="329EB8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Paraneshuve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karunhaa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nidhe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varamekuka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dampathikalh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-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kkarulhenhame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krupaye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dinamprathi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maari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pol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daivajaathaa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44783935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11506200" cy="26670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</a:rPr>
              <a:t>പരനേശു തൻ പ്രിയയായ് </a:t>
            </a:r>
            <a:br>
              <a:rPr lang="en-US" sz="3400" b="1" dirty="0">
                <a:solidFill>
                  <a:srgbClr val="1D6D75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</a:rPr>
              <a:t>തിരുസഭയെ വരിച്ചായതിന്നായ്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</a:rPr>
              <a:t>മരണം സഹിച്ചതു പോലീ ദാസൻ തൻ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</a:rPr>
              <a:t>പത്നിയെ ചേർത്തു കൊൾവാൻ </a:t>
            </a:r>
            <a:endParaRPr lang="en-US" sz="3400" b="1" dirty="0">
              <a:solidFill>
                <a:srgbClr val="1D6D75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329EB8"/>
                </a:solidFill>
                <a:latin typeface="+mn-lt"/>
              </a:rPr>
              <a:t>Paraneshu than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priyayaai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thirusabhaye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varichchaayathinaai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Maranham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sahichathu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polee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daasan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than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pathniye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cherththu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kolhvaan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6583E-613E-4D05-B6F6-00C520AC5112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204050"/>
                </a:solidFill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9784135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defTabSz="457200">
              <a:lnSpc>
                <a:spcPct val="125000"/>
              </a:lnSpc>
            </a:pP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പരനേശുവേ! കരുണാ നിധേ!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വരമേകുക ദമ്പതികൾ-</a:t>
            </a:r>
            <a:b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ക്കരുളണമേ കൃപയെ ദിനംപ്രതി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മാരിപോൽ ദൈവജാതാ!</a:t>
            </a:r>
            <a:endParaRPr lang="en-US" sz="3400" b="1" dirty="0">
              <a:solidFill>
                <a:srgbClr val="329EB8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Paraneshuve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karunhaa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nidhe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varamekuka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dampathikalh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-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kkarulhenhame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krupaye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dinamprathi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maari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pol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daivajaathaa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48766167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11506200" cy="26670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തവ ദാസിയാമിവളും അനുസരിച്ചീടണം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നിത്യവും തൻ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ധവനെ പുരസാറയും അബ്രാമിനെ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എന്നപോൽ മോദമോടെ </a:t>
            </a:r>
            <a:endParaRPr lang="en-US" sz="3400" b="1" dirty="0">
              <a:solidFill>
                <a:srgbClr val="1D6D75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329EB8"/>
                </a:solidFill>
                <a:latin typeface="+mn-lt"/>
              </a:rPr>
              <a:t>Thava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saadiyaamivalhum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anusaricheedenham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nithyavum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than-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Dhavane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purasaarrayum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abrahaamine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ennapol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modamode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6583E-613E-4D05-B6F6-00C520AC5112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204050"/>
                </a:solidFill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7154534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defTabSz="457200">
              <a:lnSpc>
                <a:spcPct val="125000"/>
              </a:lnSpc>
            </a:pP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പരനേശുവേ! കരുണാ നിധേ!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വരമേകുക ദമ്പതികൾ-</a:t>
            </a:r>
            <a:b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ക്കരുളണമേ കൃപയെ ദിനംപ്രതി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മാരിപോൽ ദൈവജാതാ!</a:t>
            </a:r>
            <a:endParaRPr lang="en-US" sz="3400" b="1" dirty="0">
              <a:solidFill>
                <a:srgbClr val="329EB8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Paraneshuve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karunhaa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nidhe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varamekuka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dampathikalh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-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kkarulhenhame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krupaye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dinamprathi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maari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pol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daivajaathaa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49456534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11506200" cy="2667000"/>
          </a:xfrm>
        </p:spPr>
        <p:txBody>
          <a:bodyPr anchor="t"/>
          <a:lstStyle/>
          <a:p>
            <a:pPr algn="l" defTabSz="457200">
              <a:lnSpc>
                <a:spcPct val="125000"/>
              </a:lnSpc>
            </a:pP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പല മാറ്റവും മറിവും നിറഞ്ഞ ലോകേ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ഇവർ നിത്യവും നിൻ 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അലിവേറ്റ മുള്ളവയാം ചിറകടി</a:t>
            </a:r>
            <a:b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1D6D75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ചേർന്നു സുഖിപ്പതിന്നും</a:t>
            </a:r>
            <a:endParaRPr lang="en-US" sz="3400" b="1" dirty="0">
              <a:solidFill>
                <a:srgbClr val="1D6D75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0515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329EB8"/>
                </a:solidFill>
                <a:latin typeface="+mn-lt"/>
              </a:rPr>
              <a:t>Pala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maattavum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marrivum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niranja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loke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ivar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nithyavum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nin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Alivettam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ullhavayaam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chirrakadi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chernnu</a:t>
            </a:r>
            <a:r>
              <a:rPr lang="en-US" sz="3600" b="1" dirty="0">
                <a:solidFill>
                  <a:srgbClr val="329EB8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329EB8"/>
                </a:solidFill>
                <a:latin typeface="+mn-lt"/>
              </a:rPr>
              <a:t>sukhippathinum</a:t>
            </a:r>
            <a:endParaRPr lang="en-US" sz="3600" b="1" dirty="0">
              <a:solidFill>
                <a:srgbClr val="329EB8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6583E-613E-4D05-B6F6-00C520AC5112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solidFill>
                  <a:srgbClr val="204050"/>
                </a:solidFill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3643043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defTabSz="457200">
              <a:lnSpc>
                <a:spcPct val="125000"/>
              </a:lnSpc>
            </a:pP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പരനേശുവേ! കരുണാ നിധേ!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വരമേകുക ദമ്പതികൾ-</a:t>
            </a:r>
            <a:b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ക്കരുളണമേ കൃപയെ ദിനംപ്രതി </a:t>
            </a:r>
            <a:br>
              <a:rPr lang="en-US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329EB8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മാരിപോൽ ദൈവജാതാ!</a:t>
            </a:r>
            <a:endParaRPr lang="en-US" sz="3400" b="1" dirty="0">
              <a:solidFill>
                <a:srgbClr val="329EB8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54CDC9-7C97-4AF5-B953-F6E85F7700D4}"/>
              </a:ext>
            </a:extLst>
          </p:cNvPr>
          <p:cNvSpPr/>
          <p:nvPr/>
        </p:nvSpPr>
        <p:spPr>
          <a:xfrm>
            <a:off x="0" y="3657600"/>
            <a:ext cx="121920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Paraneshuve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karunhaa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nidhe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varamekuka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dampathikalh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-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1D6D75"/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kkarulhenhame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krupaye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dinamprathi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maari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 pol </a:t>
            </a:r>
            <a:r>
              <a:rPr lang="en-US" sz="3600" b="1" dirty="0" err="1">
                <a:solidFill>
                  <a:srgbClr val="1D6D75"/>
                </a:solidFill>
                <a:latin typeface="+mn-lt"/>
              </a:rPr>
              <a:t>daivajaathaa</a:t>
            </a:r>
            <a:r>
              <a:rPr lang="en-US" sz="3600" b="1" dirty="0">
                <a:solidFill>
                  <a:srgbClr val="1D6D75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34048238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304</Words>
  <Application>Microsoft Office PowerPoint</Application>
  <PresentationFormat>Widescreen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Kartika</vt:lpstr>
      <vt:lpstr>Office Theme</vt:lpstr>
      <vt:lpstr>317 പരനേശുവേ! കരുണാ നിധേ!</vt:lpstr>
      <vt:lpstr>പരനേശുവേ! കരുണാ നിധേ!  വരമേകുക ദമ്പതികൾ- ക്കരുളണമേ കൃപയെ ദിനംപ്രതി  മാരിപോൽ ദൈവജാതാ!</vt:lpstr>
      <vt:lpstr>ഏദൻ കാവിലാദം ഹവ്വയെ വാഴ്ത്തിയ  സർവ്വേശാ ഈ സമയം  ഈ ദമ്പതികളിൻ കൈകളെ തമ്മിൽ  ചേർത്തു വാഴ്ത്തിടണമേ</vt:lpstr>
      <vt:lpstr>പരനേശുവേ! കരുണാ നിധേ!  വരമേകുക ദമ്പതികൾ- ക്കരുളണമേ കൃപയെ ദിനംപ്രതി  മാരിപോൽ ദൈവജാതാ!</vt:lpstr>
      <vt:lpstr>തവദാസരാമിവരൈകമത്യമോടെ വസിച്ചിടുവാനും  അവസാന കാലമണഞ്ഞീടും വരെ  പ്രീതിയിൽ മേവതിനും </vt:lpstr>
      <vt:lpstr>പരനേശുവേ! കരുണാ നിധേ!  വരമേകുക ദമ്പതികൾ- ക്കരുളണമേ കൃപയെ ദിനംപ്രതി  മാരിപോൽ ദൈവജാതാ!</vt:lpstr>
      <vt:lpstr>പരമാവിയാലിവരെ നിറയ്ക്കു  മഹോന്നതനേ! ദിനവും  തിരുനാമ കീർത്തി സദാ നിനച്ചു  തങ്ങൾ വസിച്ചീടുവാനും</vt:lpstr>
      <vt:lpstr>പരനേശുവേ! കരുണാ നിധേ!  വരമേകുക ദമ്പതികൾ- ക്കരുളണമേ കൃപയെ ദിനംപ്രതി  മാരിപോൽ ദൈവജാതാ!</vt:lpstr>
      <vt:lpstr>പരമാവിയാലിവരെ നിറയ്ക്കു  മഹോന്നതനേ! ദിനവും  തിരുനാമ കീർത്തി സദാ നിനച്ചു  തങ്ങൾ വസിച്ചീടുവാനും</vt:lpstr>
      <vt:lpstr>പരനേശുവേ! കരുണാ നിധേ!  വരമേകുക ദമ്പതികൾ- ക്കരുളണമേ കൃപയെ ദിനംപ്രതി  മാരിപോൽ ദൈവജാതാ!</vt:lpstr>
      <vt:lpstr>പരനേശു തൻ പ്രിയയായ്  തിരുസഭയെ വരിച്ചായതിന്നായ്  മരണം സഹിച്ചതു പോലീ ദാസൻ തൻ പത്നിയെ ചേർത്തു കൊൾവാൻ </vt:lpstr>
      <vt:lpstr>പരനേശുവേ! കരുണാ നിധേ!  വരമേകുക ദമ്പതികൾ- ക്കരുളണമേ കൃപയെ ദിനംപ്രതി  മാരിപോൽ ദൈവജാതാ!</vt:lpstr>
      <vt:lpstr>തവ ദാസിയാമിവളും അനുസരിച്ചീടണം  നിത്യവും തൻ  ധവനെ പുരസാറയും അബ്രാമിനെ എന്നപോൽ മോദമോടെ </vt:lpstr>
      <vt:lpstr>പരനേശുവേ! കരുണാ നിധേ!  വരമേകുക ദമ്പതികൾ- ക്കരുളണമേ കൃപയെ ദിനംപ്രതി  മാരിപോൽ ദൈവജാതാ!</vt:lpstr>
      <vt:lpstr>പല മാറ്റവും മറിവും നിറഞ്ഞ ലോകേ ഇവർ നിത്യവും നിൻ  അലിവേറ്റ മുള്ളവയാം ചിറകടി ചേർന്നു സുഖിപ്പതിന്നും</vt:lpstr>
      <vt:lpstr>പരനേശുവേ! കരുണാ നിധേ!  വരമേകുക ദമ്പതികൾ- ക്കരുളണമേ കൃപയെ ദിനംപ്രതി  മാരിപോൽ ദൈവജാതാ!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Paraneshuve karunanidhe</dc:title>
  <dc:creator>Digital Input:; GM JOHN; Acsah Mathews</dc:creator>
  <cp:lastModifiedBy>Acsah Mathews</cp:lastModifiedBy>
  <cp:revision>291</cp:revision>
  <dcterms:created xsi:type="dcterms:W3CDTF">2013-04-19T09:19:07Z</dcterms:created>
  <dcterms:modified xsi:type="dcterms:W3CDTF">2018-11-19T16:06:59Z</dcterms:modified>
</cp:coreProperties>
</file>