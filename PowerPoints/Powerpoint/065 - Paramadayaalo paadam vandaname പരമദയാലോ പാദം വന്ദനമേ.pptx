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0" r:id="rId3"/>
    <p:sldId id="272" r:id="rId4"/>
    <p:sldId id="273" r:id="rId5"/>
    <p:sldId id="274" r:id="rId6"/>
    <p:sldId id="275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A4CDEE-AD23-47C0-AE1D-CDBAEAC6DB19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E93BA7-EC6D-4F60-B4E9-8307C3122F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9C2DF-42D6-4660-835D-04B6B11A3D2F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B8166D-57FE-4826-BD20-222EFA5EEF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B3E2A3-F29F-4DDA-A93E-BD73D4AE36D4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9C4AD9-2D22-4B6B-9F79-3035C386D8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3463CD-D799-4B24-861F-E655BDA552FE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852F75-751C-4B05-AE5B-E4447115B8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51C4F0-9038-43F2-9815-A6F433BA04EF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5667BE-8BB8-4818-8DE6-C56AFD11D0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5C7447-10E9-40A1-AC4E-A72AD5655721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EAE050-2AE1-4B8B-ADD0-5461DF84CD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006EF3-413F-4BC9-AA76-27367FECCB7E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3DD958-21C1-480B-99AB-C65E77D8CB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C3C2A6-D3D8-4796-A3AC-53A857B87296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BDE954-B9F8-4FD9-96FC-B89C0C69AF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6BE4AE-5039-4D89-A013-8D196473E996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CC43B2-7319-4C90-9A9B-8C45C5B7AE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5EC5DC-3D7D-4D90-8E6E-441B0FC68E1D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4F024B-0952-48AF-B10F-9299ECC777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788AEE-168C-402B-8142-B9F04AECCD53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BBC006-B95D-4FA0-AB96-BF1C0AAF24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548CBF2-B1EB-4D9D-958D-69E100C39ABB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4F7C838-9FCF-4FE4-8416-02351D6817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01CBE-4945-4D15-A27D-6CDC6B61D3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65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പരമ ദയാലോ! </a:t>
            </a:r>
            <a:r>
              <a:rPr lang="ml-IN" b="1">
                <a:latin typeface="Kartika" panose="02020503030404060203" pitchFamily="18" charset="0"/>
              </a:rPr>
              <a:t>പാദം വന്ദനമേ!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0E04A4-B96A-4A42-B684-121647B9D7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Paramadayaalo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!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Paadam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vandaname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 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008232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364287"/>
            <a:ext cx="12192000" cy="2836113"/>
          </a:xfrm>
        </p:spPr>
        <p:txBody>
          <a:bodyPr anchor="t"/>
          <a:lstStyle/>
          <a:p>
            <a:pPr algn="l" defTabSz="463550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പരമ ദയാലോ! പാദം വന്ദനമേ!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പാലയ ദേവാ! പാദം വന്ദനമേ! </a:t>
            </a:r>
            <a:br>
              <a:rPr lang="ml-IN" sz="1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1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പാദാരവിന്ദമേ-പരനേ! ഗതിയേ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പാലയമാം പരമേശകുമാരാ!-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പാലയ ദേവാ! പാദം വന്ദനമേ!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065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13C373-CCF9-400E-AF22-40EF738AA276}"/>
              </a:ext>
            </a:extLst>
          </p:cNvPr>
          <p:cNvSpPr/>
          <p:nvPr/>
        </p:nvSpPr>
        <p:spPr>
          <a:xfrm>
            <a:off x="0" y="3429000"/>
            <a:ext cx="12192000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Paramadayaalo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Paadam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vandaname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Paalayadevaa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Paadam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vandaname</a:t>
            </a:r>
            <a:endParaRPr lang="en-US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Paadaaravindame-parane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Gathiye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Paalayamaam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parameshakumaara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!-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Paalayadevaa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Paadam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vandaname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89430"/>
            <a:ext cx="12192000" cy="1828800"/>
          </a:xfrm>
        </p:spPr>
        <p:txBody>
          <a:bodyPr anchor="t"/>
          <a:lstStyle/>
          <a:p>
            <a:pPr algn="l" defTabSz="463550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ലോകരക്ഷാകരാ! ശോകനിവാരണാ!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ആകുലമാകവേ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പോക്കും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സര്‍വ്വേശാ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പാലയ ദേവാ! പാദം വന്ദനമേ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065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13C373-CCF9-400E-AF22-40EF738AA276}"/>
              </a:ext>
            </a:extLst>
          </p:cNvPr>
          <p:cNvSpPr/>
          <p:nvPr/>
        </p:nvSpPr>
        <p:spPr>
          <a:xfrm>
            <a:off x="0" y="3429000"/>
            <a:ext cx="1219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2. Lokarakshaakara! Shokanivaaranhaa!</a:t>
            </a:r>
          </a:p>
          <a:p>
            <a:r>
              <a:rPr lang="fi-FI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   Aakulamaakave pokkum sarveshaa</a:t>
            </a:r>
          </a:p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  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Paalayadevaa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!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Paadam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vandaname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93540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89430"/>
            <a:ext cx="12192000" cy="1828800"/>
          </a:xfrm>
        </p:spPr>
        <p:txBody>
          <a:bodyPr anchor="t"/>
          <a:lstStyle/>
          <a:p>
            <a:pPr algn="l" defTabSz="463550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ആധാരമറ്റവര്‍ക്കാലംബനമേ!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ആനന്ദദായകനെ! മനുവേലാ!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പാലയ ദേവാ! പാദം വന്ദനമേ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065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13C373-CCF9-400E-AF22-40EF738AA276}"/>
              </a:ext>
            </a:extLst>
          </p:cNvPr>
          <p:cNvSpPr/>
          <p:nvPr/>
        </p:nvSpPr>
        <p:spPr>
          <a:xfrm>
            <a:off x="0" y="3429000"/>
            <a:ext cx="1219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3. Aadhaaramattavarkk-aalambaname!</a:t>
            </a:r>
          </a:p>
          <a:p>
            <a:r>
              <a:rPr lang="fi-FI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   Aananda daayakane! Manuvela!</a:t>
            </a:r>
          </a:p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  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Paalayadevaa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!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Paadam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vandaname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36941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89430"/>
            <a:ext cx="12192000" cy="1828800"/>
          </a:xfrm>
        </p:spPr>
        <p:txBody>
          <a:bodyPr anchor="t"/>
          <a:lstStyle/>
          <a:p>
            <a:pPr algn="l" defTabSz="463550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നീതിയിന്‍  സൂര്യനെ! കരുണാകരനേ!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ആദിയനാദിയെന്‍  താതനും  നീയേ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പാലയ ദേവാ! പാദം വന്ദനമേ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065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13C373-CCF9-400E-AF22-40EF738AA276}"/>
              </a:ext>
            </a:extLst>
          </p:cNvPr>
          <p:cNvSpPr/>
          <p:nvPr/>
        </p:nvSpPr>
        <p:spPr>
          <a:xfrm>
            <a:off x="0" y="3429000"/>
            <a:ext cx="1219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4. Neethiyin sooryane! Karunhaakarane</a:t>
            </a:r>
          </a:p>
          <a:p>
            <a:r>
              <a:rPr lang="fi-FI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   Aadiyanaadiyen thaathanum neeye</a:t>
            </a:r>
          </a:p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  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Paalayadevaa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!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Paadam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vandaname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38799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89430"/>
            <a:ext cx="12192000" cy="1828800"/>
          </a:xfrm>
        </p:spPr>
        <p:txBody>
          <a:bodyPr anchor="t"/>
          <a:lstStyle/>
          <a:p>
            <a:pPr algn="l" defTabSz="463550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താതസുതാത്മനെ! പരികീര്‍ത്തനമേ!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പാദമതില്‍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പണിയുന്നഹം  - ആമേന്‍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പാലയ ദേവാ! പാദം വന്ദനമേ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065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13C373-CCF9-400E-AF22-40EF738AA276}"/>
              </a:ext>
            </a:extLst>
          </p:cNvPr>
          <p:cNvSpPr/>
          <p:nvPr/>
        </p:nvSpPr>
        <p:spPr>
          <a:xfrm>
            <a:off x="0" y="3429000"/>
            <a:ext cx="1219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5. Thaatha suthaathmane! Parikeerthaname</a:t>
            </a:r>
          </a:p>
          <a:p>
            <a:r>
              <a:rPr lang="fi-FI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   Paathamathil panhiyunnaham - aamen</a:t>
            </a:r>
          </a:p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  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Paalayadevaa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!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Paadam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vandaname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94959D-3CB3-430C-88AC-754B72109627}"/>
              </a:ext>
            </a:extLst>
          </p:cNvPr>
          <p:cNvSpPr/>
          <p:nvPr/>
        </p:nvSpPr>
        <p:spPr>
          <a:xfrm>
            <a:off x="9953887" y="2448898"/>
            <a:ext cx="22381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>
                <a:latin typeface="Kartika" panose="02020503030404060203" pitchFamily="18" charset="0"/>
                <a:cs typeface="Kartika" panose="02020503030404060203" pitchFamily="18" charset="0"/>
              </a:rPr>
              <a:t>(റ്റി. ജെ. വർക്കി) 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D0D005-3213-44D5-8EFB-DF5F3D874155}"/>
              </a:ext>
            </a:extLst>
          </p:cNvPr>
          <p:cNvSpPr/>
          <p:nvPr/>
        </p:nvSpPr>
        <p:spPr>
          <a:xfrm>
            <a:off x="10431445" y="5183326"/>
            <a:ext cx="15399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solidFill>
                  <a:srgbClr val="000000"/>
                </a:solidFill>
                <a:latin typeface="Arial" panose="020B0604020202020204" pitchFamily="34" charset="0"/>
              </a:rPr>
              <a:t>(T.J. </a:t>
            </a:r>
            <a:r>
              <a:rPr lang="en-US" i="1" dirty="0" err="1">
                <a:solidFill>
                  <a:srgbClr val="000000"/>
                </a:solidFill>
                <a:latin typeface="Arial" panose="020B0604020202020204" pitchFamily="34" charset="0"/>
              </a:rPr>
              <a:t>Varkey</a:t>
            </a:r>
            <a:r>
              <a:rPr lang="en-US" i="1" dirty="0">
                <a:solidFill>
                  <a:srgbClr val="000000"/>
                </a:solidFill>
                <a:latin typeface="Arial" panose="020B0604020202020204" pitchFamily="34" charset="0"/>
              </a:rPr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969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112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65 പരമ ദയാലോ! പാദം വന്ദനമേ!</vt:lpstr>
      <vt:lpstr>    പരമ ദയാലോ! പാദം വന്ദനമേ!     പാലയ ദേവാ! പാദം വന്ദനമേ!   1 പാദാരവിന്ദമേ-പരനേ! ഗതിയേ  പാലയമാം പരമേശകുമാരാ!-  പാലയ ദേവാ! പാദം വന്ദനമേ!  </vt:lpstr>
      <vt:lpstr>2 ലോകരക്ഷാകരാ! ശോകനിവാരണാ!  ആകുലമാകവേ പോക്കും സര്‍വ്വേശാ  പാലയ ദേവാ! പാദം വന്ദനമേ</vt:lpstr>
      <vt:lpstr>3 ആധാരമറ്റവര്‍ക്കാലംബനമേ!  ആനന്ദദായകനെ! മനുവേലാ!  പാലയ ദേവാ! പാദം വന്ദനമേ</vt:lpstr>
      <vt:lpstr>4 നീതിയിന്‍  സൂര്യനെ! കരുണാകരനേ!  ആദിയനാദിയെന്‍  താതനും  നീയേ  പാലയ ദേവാ! പാദം വന്ദനമേ</vt:lpstr>
      <vt:lpstr>5 താതസുതാത്മനെ! പരികീര്‍ത്തനമേ!  പാദമതില്‍ പണിയുന്നഹം  - ആമേന്‍  പാലയ ദേവാ! പാദം വന്ദനമേ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Paramadayaalo paadam vandaname</dc:title>
  <dc:creator>Digital Input:; GM JOHN; Acsah Mathews</dc:creator>
  <cp:lastModifiedBy>Acsah Mathews</cp:lastModifiedBy>
  <cp:revision>157</cp:revision>
  <dcterms:created xsi:type="dcterms:W3CDTF">2013-04-19T09:19:07Z</dcterms:created>
  <dcterms:modified xsi:type="dcterms:W3CDTF">2018-10-31T15:32:14Z</dcterms:modified>
</cp:coreProperties>
</file>