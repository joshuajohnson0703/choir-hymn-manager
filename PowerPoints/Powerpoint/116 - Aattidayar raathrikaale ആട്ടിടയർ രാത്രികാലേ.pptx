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79C7"/>
    <a:srgbClr val="021FF4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3D0F9-1C5E-4031-94B4-C033179CACBC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106AE-E207-41F7-B603-DA7E89D249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2BE60-60B3-4EC9-9722-E365A95F879E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B6A17C-8DD2-49CD-A9F9-594EC760B4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941B3B-E5A6-4015-AF73-E8B8DD0D9E8A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118B2-0C54-4A0C-A233-93C0F19867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1ADF2-7B09-4AB6-89C7-0A594957873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40E13E-2742-4D4E-8F1E-499EBC74EC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F13C0-C2CC-4C69-8551-811175875904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38964-3133-4A2D-A3CC-8FE7386F74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695432-803B-405F-8837-50457A084AF0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647173-57F4-480E-8711-F9EED01F3E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81215E-B921-423A-8904-156F50AA5D62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C699E-C22A-463C-8135-D0AEDD3CCA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CE58CE-BF9F-4187-B6F4-E574429A1EA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859DA0-0AA4-4650-84A8-3E2462A13C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33330F-7DF0-40CE-A4AA-7804100F6406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1CF911-099E-46BA-AFEF-C70BB7F516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B1C3F-9CF3-475C-87CB-289E5EF5935E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C69D21-4E44-4CE0-BDE5-6A950F9928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79F3A7-0F48-42F3-B23A-32690D643E34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52727-03BD-4683-8CD1-4CCFA9B6D4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AF3715A-5428-43E1-A72F-7F7C06B4E622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5375520-9417-4AF7-8C42-724C2FD2C7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C9652-8FDF-4712-B93F-C29F446C7C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116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ആട്ടിടയർ രാത്രികാലേ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93A2D-7CBA-40A2-9E44-8F4F3EB03B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Aattidayar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raathrikaaley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chemeClr val="tx2">
                    <a:lumMod val="75000"/>
                  </a:schemeClr>
                </a:solidFill>
              </a:rPr>
              <a:t>While the shepherds watched – Nahum Tate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73561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337846"/>
            <a:ext cx="11049000" cy="2286000"/>
          </a:xfrm>
        </p:spPr>
        <p:txBody>
          <a:bodyPr anchor="t"/>
          <a:lstStyle/>
          <a:p>
            <a:pPr algn="l" defTabSz="4572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ആട്ടിടയർ രാത്രികാലേ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കൂട്ടമായ് പാർക്കവേ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 ദൂതർ വന്നിറങ്ങി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 ശോഭയോടെ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3D3ABB-4147-467B-ACDB-F2BEEB71DD46}"/>
              </a:ext>
            </a:extLst>
          </p:cNvPr>
          <p:cNvSpPr/>
          <p:nvPr/>
        </p:nvSpPr>
        <p:spPr>
          <a:xfrm>
            <a:off x="0" y="3429000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rgbClr val="1B79C7"/>
                </a:solidFill>
                <a:latin typeface="+mn-lt"/>
              </a:rPr>
              <a:t>Aattidayar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raathrikaaley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Koottamaai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paarkkaavey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doothar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vannirangi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shobhayodey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2A78AE-D2E0-4718-B9BC-62FAD6992694}"/>
              </a:ext>
            </a:extLst>
          </p:cNvPr>
          <p:cNvSpPr/>
          <p:nvPr/>
        </p:nvSpPr>
        <p:spPr>
          <a:xfrm>
            <a:off x="-17586" y="474345"/>
            <a:ext cx="12209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337846"/>
            <a:ext cx="11049000" cy="2286000"/>
          </a:xfrm>
        </p:spPr>
        <p:txBody>
          <a:bodyPr anchor="t"/>
          <a:lstStyle/>
          <a:p>
            <a:pPr algn="l" defTabSz="457200"/>
            <a:r>
              <a:rPr lang="ml-IN" sz="3400" b="1" dirty="0">
                <a:latin typeface="Kartika" panose="02020503030404060203" pitchFamily="18" charset="0"/>
              </a:rPr>
              <a:t>വേണ്ടാഭയം നിങ്ങൾക്കിപ്പോൾ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ലോകത്തിന്നൊരുപോൽ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സന്തോ-ഷം പ്രീതിചേർന്നീടും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വാർത്ത ചോൽവേനിന്നു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3D3ABB-4147-467B-ACDB-F2BEEB71DD46}"/>
              </a:ext>
            </a:extLst>
          </p:cNvPr>
          <p:cNvSpPr/>
          <p:nvPr/>
        </p:nvSpPr>
        <p:spPr>
          <a:xfrm>
            <a:off x="0" y="3429000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Vendaabhayam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ningalhkippolh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Lokaththinnorupol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Santho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-sham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preethichernneedum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Vaartha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cholvèninnu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2A78AE-D2E0-4718-B9BC-62FAD6992694}"/>
              </a:ext>
            </a:extLst>
          </p:cNvPr>
          <p:cNvSpPr/>
          <p:nvPr/>
        </p:nvSpPr>
        <p:spPr>
          <a:xfrm>
            <a:off x="-17586" y="474345"/>
            <a:ext cx="12209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8470803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337846"/>
            <a:ext cx="11049000" cy="2286000"/>
          </a:xfrm>
        </p:spPr>
        <p:txBody>
          <a:bodyPr anchor="t"/>
          <a:lstStyle/>
          <a:p>
            <a:pPr algn="l" defTabSz="45720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ഇന്നീഭൂമൗ നിങ്ങൾക്കായി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ക്രിസ്തുവാം രക്ഷിതാ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ബേത് ലഹേമിൽ ജാതനായി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ചിഹ്നമതിന്നിതാ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3D3ABB-4147-467B-ACDB-F2BEEB71DD46}"/>
              </a:ext>
            </a:extLst>
          </p:cNvPr>
          <p:cNvSpPr/>
          <p:nvPr/>
        </p:nvSpPr>
        <p:spPr>
          <a:xfrm>
            <a:off x="0" y="3429000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rgbClr val="1B79C7"/>
                </a:solidFill>
                <a:latin typeface="+mn-lt"/>
              </a:rPr>
              <a:t>Inneebhoomau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ningalhkaayi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Kristhuvaam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rakshithaa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Bethlehemil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jaathanaayi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Chihnamathinnithaa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2A78AE-D2E0-4718-B9BC-62FAD6992694}"/>
              </a:ext>
            </a:extLst>
          </p:cNvPr>
          <p:cNvSpPr/>
          <p:nvPr/>
        </p:nvSpPr>
        <p:spPr>
          <a:xfrm>
            <a:off x="-17586" y="474345"/>
            <a:ext cx="12209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818207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337846"/>
            <a:ext cx="11049000" cy="2286000"/>
          </a:xfrm>
        </p:spPr>
        <p:txBody>
          <a:bodyPr anchor="t"/>
          <a:lstStyle/>
          <a:p>
            <a:pPr algn="l" defTabSz="4572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തത്രകാണും സ്വർഗ്ഗശിശു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ഹീനമാം ഗോശാലെ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ജീർണ്ണ വസ്ത്രം മൂടി കാണ്‍മു-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സാധുവാം പൈതലേ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3D3ABB-4147-467B-ACDB-F2BEEB71DD46}"/>
              </a:ext>
            </a:extLst>
          </p:cNvPr>
          <p:cNvSpPr/>
          <p:nvPr/>
        </p:nvSpPr>
        <p:spPr>
          <a:xfrm>
            <a:off x="0" y="3429000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rgbClr val="1B79C7"/>
                </a:solidFill>
                <a:latin typeface="+mn-lt"/>
              </a:rPr>
              <a:t>Thathrakaanhum Swarga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shishu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Heenamaam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goshaalay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Jeernha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vasthram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moodi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kaanhmu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Saadhuvaam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paithaley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2A78AE-D2E0-4718-B9BC-62FAD6992694}"/>
              </a:ext>
            </a:extLst>
          </p:cNvPr>
          <p:cNvSpPr/>
          <p:nvPr/>
        </p:nvSpPr>
        <p:spPr>
          <a:xfrm>
            <a:off x="-17586" y="474345"/>
            <a:ext cx="12209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2701662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337846"/>
            <a:ext cx="11049000" cy="2286000"/>
          </a:xfrm>
        </p:spPr>
        <p:txBody>
          <a:bodyPr anchor="t"/>
          <a:lstStyle/>
          <a:p>
            <a:pPr algn="l" defTabSz="4572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ഏവം ദൂതൻ ചൊല്ലും നേരം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ഹാ! വൻദൂത സംഘം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വന്നു-കൂടി ഭൂരി ശോഭ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എങ്ങുമേ നിറഞ്ഞു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3D3ABB-4147-467B-ACDB-F2BEEB71DD46}"/>
              </a:ext>
            </a:extLst>
          </p:cNvPr>
          <p:cNvSpPr/>
          <p:nvPr/>
        </p:nvSpPr>
        <p:spPr>
          <a:xfrm>
            <a:off x="0" y="3429000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rgbClr val="1B79C7"/>
                </a:solidFill>
                <a:latin typeface="+mn-lt"/>
              </a:rPr>
              <a:t>Evam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doothan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chollum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néram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Vandootha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sangham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Vannu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koodi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bhoori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shobha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Engumey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niranju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2A78AE-D2E0-4718-B9BC-62FAD6992694}"/>
              </a:ext>
            </a:extLst>
          </p:cNvPr>
          <p:cNvSpPr/>
          <p:nvPr/>
        </p:nvSpPr>
        <p:spPr>
          <a:xfrm>
            <a:off x="-17586" y="474345"/>
            <a:ext cx="12209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655224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337846"/>
            <a:ext cx="11049000" cy="2286000"/>
          </a:xfrm>
        </p:spPr>
        <p:txBody>
          <a:bodyPr anchor="t"/>
          <a:lstStyle/>
          <a:p>
            <a:pPr algn="l" defTabSz="4572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ഉരചെയ്താർ ഉന്നതത്തിൽ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ദൈവത്തിനുപാരം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മഹ-ത്വ മത്യധികമായ്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ഭൂമിയിൽ ശാന്തിയും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3D3ABB-4147-467B-ACDB-F2BEEB71DD46}"/>
              </a:ext>
            </a:extLst>
          </p:cNvPr>
          <p:cNvSpPr/>
          <p:nvPr/>
        </p:nvSpPr>
        <p:spPr>
          <a:xfrm>
            <a:off x="0" y="3429000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Uracheithaar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unnathaththil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Daivaththinu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paaram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Maha-thwa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mathyadhikamaai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Bhoomiyil</a:t>
            </a:r>
            <a:r>
              <a:rPr lang="en-US" sz="3600" b="1" dirty="0">
                <a:solidFill>
                  <a:srgbClr val="1B79C7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B79C7"/>
                </a:solidFill>
                <a:latin typeface="+mn-lt"/>
              </a:rPr>
              <a:t>shaanthiyum</a:t>
            </a:r>
            <a:endParaRPr lang="en-US" sz="3600" b="1" dirty="0">
              <a:solidFill>
                <a:srgbClr val="1B79C7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2A78AE-D2E0-4718-B9BC-62FAD6992694}"/>
              </a:ext>
            </a:extLst>
          </p:cNvPr>
          <p:cNvSpPr/>
          <p:nvPr/>
        </p:nvSpPr>
        <p:spPr>
          <a:xfrm>
            <a:off x="-17586" y="474345"/>
            <a:ext cx="12209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527576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93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116 ആട്ടിടയർ രാത്രികാലേ</vt:lpstr>
      <vt:lpstr>ആട്ടിടയർ രാത്രികാലേ  കൂട്ടമായ് പാർക്കവേ  ദൈവ ദൂതർ വന്നിറങ്ങി  ദിവ്യ ശോഭയോടെ </vt:lpstr>
      <vt:lpstr>വേണ്ടാഭയം നിങ്ങൾക്കിപ്പോൾ  ലോകത്തിന്നൊരുപോൽ  സന്തോ-ഷം പ്രീതിചേർന്നീടും  വാർത്ത ചോൽവേനിന്നു </vt:lpstr>
      <vt:lpstr>ഇന്നീഭൂമൗ നിങ്ങൾക്കായി  ക്രിസ്തുവാം രക്ഷിതാ  ബേത് ലഹേമിൽ ജാതനായി  ചിഹ്നമതിന്നിതാ </vt:lpstr>
      <vt:lpstr>തത്രകാണും സ്വർഗ്ഗശിശു  ഹീനമാം ഗോശാലെ  ജീർണ്ണ വസ്ത്രം മൂടി കാണ്‍മു- സാധുവാം പൈതലേ</vt:lpstr>
      <vt:lpstr>ഏവം ദൂതൻ ചൊല്ലും നേരം  ഹാ! വൻദൂത സംഘം  വന്നു-കൂടി ഭൂരി ശോഭ  എങ്ങുമേ നിറഞ്ഞു </vt:lpstr>
      <vt:lpstr>ഉരചെയ്താർ ഉന്നതത്തിൽ  ദൈവത്തിനുപാരം  മഹ-ത്വ മത്യധികമായ്  ഭൂമിയിൽ ശാന്തിയും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Aattidayar raathrikaale</dc:title>
  <dc:creator>Digital Input:; GM JOHN; Acsah Mathews</dc:creator>
  <cp:lastModifiedBy>Acsah Mathews</cp:lastModifiedBy>
  <cp:revision>351</cp:revision>
  <dcterms:created xsi:type="dcterms:W3CDTF">2013-04-19T09:19:07Z</dcterms:created>
  <dcterms:modified xsi:type="dcterms:W3CDTF">2018-11-02T16:25:38Z</dcterms:modified>
</cp:coreProperties>
</file>