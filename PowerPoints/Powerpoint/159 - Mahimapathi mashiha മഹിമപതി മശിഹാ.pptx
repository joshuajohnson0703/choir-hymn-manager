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  <p:sldId id="27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2070E-8286-489C-A5AB-55A65D4AA43B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ADF8D-78BD-4086-BE98-FC859DBCD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6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2ADF8D-78BD-4086-BE98-FC859DBCDC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98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2ADF8D-78BD-4086-BE98-FC859DBCDC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38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2ADF8D-78BD-4086-BE98-FC859DBCDC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75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2ADF8D-78BD-4086-BE98-FC859DBCDC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6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56097-E6F1-4974-ACD0-7F282867298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66C31-2D30-46FE-A3D9-D792B1127D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888CB-5B91-4A35-BECD-8FA5E6ED81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A7527-B605-46E2-BE36-9F8C60AB4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00046-4FC5-4299-BD82-E11EF03E9FD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C2A52-89F8-4929-AC65-257B0C1F3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43281-861A-4DA3-8134-69C3538EB3A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163CD-3F97-42E0-85E9-467C6FCF9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14056-49EA-48D0-839A-DBE3F5D1186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E6205-67CA-48A8-86B3-A8809E3F1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7D41A-B220-4A53-9D98-EFD94C1F990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6687C-454D-41D3-BA1F-3CE19F1776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6A5AE-0A89-4E40-9209-22447190C14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D594F-2CE0-4646-8D46-740BCE937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E8AC9-A933-4B9F-B3A1-305B626DFA0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56AD2-4A43-45F4-BAB9-34541326C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F38E5-16EF-48D6-8A48-DAB8149D2FA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5EF39-5C85-47F7-BB16-4B8B1BB26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0F5D1-171A-4369-8F96-ACD4AC3C993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042A0-81F2-49E8-81E4-18BD17967E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8939E-420B-4E88-8B6B-11744C9BF87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3941B-6244-4D05-B3C1-61E237A75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BB9F6B8-ECCF-4B2D-A722-3ADF8C1934D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5A2B17-F2B8-45F2-9991-CA3A890D72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2583-A198-42A1-B533-4D75BA82A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159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മഹിമപതി മശിഹാ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63540-4150-44DE-B6A7-BB33E9406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Mahimaapathi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mashiha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376AF-FD4A-43C0-A5F1-50DD95C0291A}"/>
              </a:ext>
            </a:extLst>
          </p:cNvPr>
          <p:cNvSpPr/>
          <p:nvPr/>
        </p:nvSpPr>
        <p:spPr>
          <a:xfrm>
            <a:off x="1828800" y="511861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D11ADD-7F85-40E9-9E80-74423E3375F6}"/>
              </a:ext>
            </a:extLst>
          </p:cNvPr>
          <p:cNvSpPr/>
          <p:nvPr/>
        </p:nvSpPr>
        <p:spPr>
          <a:xfrm>
            <a:off x="8686800" y="5118615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757788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30199"/>
            <a:ext cx="12192000" cy="3098801"/>
          </a:xfrm>
        </p:spPr>
        <p:txBody>
          <a:bodyPr anchor="t"/>
          <a:lstStyle/>
          <a:p>
            <a:pPr defTabSz="403225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മഹിമപതി മശിഹാ-മേഘ-വാഹന മതിന്മേല്‍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 പ്രാഭവത്തോടഹോ! സ്വര്‍ഗ്ഗ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ലോകത്തിന്നെഴുന്നാന്‍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ബഹുദൂതസൈന്യങ്ങള്‍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ജയഗീതം പാടുന്നു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– മഹി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210B4-7C38-43C0-B853-375B20D20A37}"/>
              </a:ext>
            </a:extLst>
          </p:cNvPr>
          <p:cNvSpPr/>
          <p:nvPr/>
        </p:nvSpPr>
        <p:spPr>
          <a:xfrm>
            <a:off x="-25400" y="3937100"/>
            <a:ext cx="12192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Mahimaapathi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mashiha-megha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vahana-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mathinmel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Jayaprabhaavathodaho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Swarga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lokaththilezhunnaan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28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8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Bahudootha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sainyangalh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-mahi…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828901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മഹസ്സുരനഭോതലങ്ങള്‍ മേഘ-വാഹനം കടന്നു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ബഹുനിര ദൂതഗണങ്ങള്‍ പുണ്യപാദം കുമ്പിടുന്നു;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മഹത്വത്തിന്‍ രാജനുതുറന്നു സ്വര്‍ ദ്വാരങ്ങള്‍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മഹി..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210B4-7C38-43C0-B853-375B20D20A37}"/>
              </a:ext>
            </a:extLst>
          </p:cNvPr>
          <p:cNvSpPr/>
          <p:nvPr/>
        </p:nvSpPr>
        <p:spPr>
          <a:xfrm>
            <a:off x="-25400" y="39371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Mahassuranabhothalangalh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megha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Bahunira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doothaganhangalh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punhya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kumbidunnu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Mahathwathin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raajanu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thurhannu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swardwaarangal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A2A25-7A28-434A-B7F5-063322542ECD}"/>
              </a:ext>
            </a:extLst>
          </p:cNvPr>
          <p:cNvSpPr/>
          <p:nvPr/>
        </p:nvSpPr>
        <p:spPr>
          <a:xfrm>
            <a:off x="0" y="255183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മഹമപതി മശിഹാ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മേഘവാഹന മതിന്മേല്‍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 പ്രാഭവത്തോടഹോ! സ്വര്‍ഗ്ഗ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ലോകത്തിന്നെഴുന്നാന്‍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398C8-0464-4756-9466-735CA3566D93}"/>
              </a:ext>
            </a:extLst>
          </p:cNvPr>
          <p:cNvSpPr/>
          <p:nvPr/>
        </p:nvSpPr>
        <p:spPr>
          <a:xfrm>
            <a:off x="-25400" y="5599093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Mahimaapathi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mashiha-megha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vahana-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mathinmel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Jayaprabhaavathodaho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Swarga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lokaththilezhunnaan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5249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828901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എതിരേറ്റു ദൂതസംഘം മോടിയേറും വിണ്‍പതിയെ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അതിഘോഷ സേവചെയ്തു കീര്‍ത്തിച്ചാര്‍ത്തു പാടി നിന്നു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പരമണ്ഡലങ്ങളില്‍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പല രാഗം കേള്‍ക്കുന്നു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210B4-7C38-43C0-B853-375B20D20A37}"/>
              </a:ext>
            </a:extLst>
          </p:cNvPr>
          <p:cNvSpPr/>
          <p:nvPr/>
        </p:nvSpPr>
        <p:spPr>
          <a:xfrm>
            <a:off x="-25400" y="39371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Ethirettu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doothasanghom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modiyerum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vinhpathiye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Athighosha-seva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keerthichaarthu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Paramandalangalhil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palaraagam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kelhkkunnu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A2A25-7A28-434A-B7F5-063322542ECD}"/>
              </a:ext>
            </a:extLst>
          </p:cNvPr>
          <p:cNvSpPr/>
          <p:nvPr/>
        </p:nvSpPr>
        <p:spPr>
          <a:xfrm>
            <a:off x="0" y="255183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മഹമപതി മശിഹാ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മേഘവാഹന മതിന്മേല്‍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 പ്രാഭവത്തോടഹോ! സ്വര്‍ഗ്ഗ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ലോകത്തിന്നെഴുന്നാന്‍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398C8-0464-4756-9466-735CA3566D93}"/>
              </a:ext>
            </a:extLst>
          </p:cNvPr>
          <p:cNvSpPr/>
          <p:nvPr/>
        </p:nvSpPr>
        <p:spPr>
          <a:xfrm>
            <a:off x="-25400" y="5599093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Mahimaapathi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mashiha-megha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vahana-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mathinmel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Jayaprabhaavathodaho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Swarga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lokaththilezhunnaan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71222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828901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നരലോക രക്ഷകനായ്‌ - ദേഹം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നാഥന്‍ പൂണ്ടിരുന്നു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കുരിശില്‍ തന്നെ ബലിയായ്-നല്‍കി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ഘോഷ ത്തോടുയിര്‍ത്തു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മരണത്തെ പാപത്തെ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സാത്താനെയും വെന്നു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210B4-7C38-43C0-B853-375B20D20A37}"/>
              </a:ext>
            </a:extLst>
          </p:cNvPr>
          <p:cNvSpPr/>
          <p:nvPr/>
        </p:nvSpPr>
        <p:spPr>
          <a:xfrm>
            <a:off x="-25400" y="39371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Naraloka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rakshakanai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poondirunnu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baliyaayi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ghoshathoduyarthu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Maranhathe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paapathe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saathaneyum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A2A25-7A28-434A-B7F5-063322542ECD}"/>
              </a:ext>
            </a:extLst>
          </p:cNvPr>
          <p:cNvSpPr/>
          <p:nvPr/>
        </p:nvSpPr>
        <p:spPr>
          <a:xfrm>
            <a:off x="0" y="255183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മഹമപതി മശിഹാ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മേഘവാഹന മതിന്മേല്‍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 പ്രാഭവത്തോടഹോ! സ്വര്‍ഗ്ഗ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ലോകത്തിന്നെഴുന്നാന്‍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398C8-0464-4756-9466-735CA3566D93}"/>
              </a:ext>
            </a:extLst>
          </p:cNvPr>
          <p:cNvSpPr/>
          <p:nvPr/>
        </p:nvSpPr>
        <p:spPr>
          <a:xfrm>
            <a:off x="-25400" y="5599093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Mahimaapathi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mashiha-megha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vahana-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mathinmel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Jayaprabhaavathodaho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Swarga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lokaththilezhunnaan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7410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828901"/>
          </a:xfrm>
        </p:spPr>
        <p:txBody>
          <a:bodyPr anchor="t"/>
          <a:lstStyle/>
          <a:p>
            <a:pPr algn="l"/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ഇഹ ലോകത്തിൽ പരത്തിൽ എങ്ങും ഏകധാ നിറഞ്ഞും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മഹിമാസനത്തിലങ്ങു - വിണ്ണിൽ വാഴുന്നേശു രാജൻ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ഗ്രഹിപ്പാനത്യത്ഭുതം ജഡം പൂണ്ട ദൈവത്വം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210B4-7C38-43C0-B853-375B20D20A37}"/>
              </a:ext>
            </a:extLst>
          </p:cNvPr>
          <p:cNvSpPr/>
          <p:nvPr/>
        </p:nvSpPr>
        <p:spPr>
          <a:xfrm>
            <a:off x="-25400" y="39371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Iha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lokathil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engum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ekadhaa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niranjum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Mahimaasanathilangu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vinnhil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vaazhunneshu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raajam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Grahippanathyathbhutham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poonda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daivathvam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A2A25-7A28-434A-B7F5-063322542ECD}"/>
              </a:ext>
            </a:extLst>
          </p:cNvPr>
          <p:cNvSpPr/>
          <p:nvPr/>
        </p:nvSpPr>
        <p:spPr>
          <a:xfrm>
            <a:off x="0" y="255183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മഹമപതി മശിഹാ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മേഘവാഹന മതിന്മേല്‍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 പ്രാഭവത്തോടഹോ! സ്വര്‍ഗ്ഗ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ലോകത്തിന്നെഴുന്നാന്‍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398C8-0464-4756-9466-735CA3566D93}"/>
              </a:ext>
            </a:extLst>
          </p:cNvPr>
          <p:cNvSpPr/>
          <p:nvPr/>
        </p:nvSpPr>
        <p:spPr>
          <a:xfrm>
            <a:off x="-25400" y="5599093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Mahimaapathi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mashiha-megha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vahana-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mathinmel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Jayaprabhaavathodaho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Swarga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lokaththilezhunnaan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8409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828901"/>
          </a:xfrm>
        </p:spPr>
        <p:txBody>
          <a:bodyPr anchor="t"/>
          <a:lstStyle/>
          <a:p>
            <a:pPr algn="l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ജയിക്കുന്നു രക്ഷകര്‍ത്തന്‍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ജാതികളഖിലം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മയക്കങ്ങള്‍ വിട്ടു തന്നെ – വാഴ്ത്തി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വന്ദിച്ചീടുവോളം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വിജയത്തിൻ മേലെങ്ങും-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വിളങ്ങുന്നു നായകന്‍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210B4-7C38-43C0-B853-375B20D20A37}"/>
              </a:ext>
            </a:extLst>
          </p:cNvPr>
          <p:cNvSpPr/>
          <p:nvPr/>
        </p:nvSpPr>
        <p:spPr>
          <a:xfrm>
            <a:off x="-25400" y="39371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Jayikkunnu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rakshakarthan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jaathikalhakhilam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Mayakkangalh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vittu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vannicheeduvolalham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Vijayathin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melengum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vilhangunnu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naayakan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A2A25-7A28-434A-B7F5-063322542ECD}"/>
              </a:ext>
            </a:extLst>
          </p:cNvPr>
          <p:cNvSpPr/>
          <p:nvPr/>
        </p:nvSpPr>
        <p:spPr>
          <a:xfrm>
            <a:off x="0" y="255183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മഹമപതി മശിഹാ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മേഘവാഹന മതിന്മേല്‍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ജയ പ്രാഭവത്തോടഹോ! സ്വര്‍ഗ്ഗ</a:t>
            </a:r>
            <a:r>
              <a:rPr lang="en-US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ലോകത്തിന്നെഴുന്നാന്‍</a:t>
            </a:r>
            <a:endParaRPr lang="en-US" sz="3400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398C8-0464-4756-9466-735CA3566D93}"/>
              </a:ext>
            </a:extLst>
          </p:cNvPr>
          <p:cNvSpPr/>
          <p:nvPr/>
        </p:nvSpPr>
        <p:spPr>
          <a:xfrm>
            <a:off x="-25400" y="5599093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Mahimaapathi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mashiha-megha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vahana-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mathinmel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Jayaprabhaavathodaho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Swarga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lokaththilezhunnaan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3356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762000" y="461964"/>
            <a:ext cx="10896600" cy="6777036"/>
          </a:xfrm>
        </p:spPr>
        <p:txBody>
          <a:bodyPr/>
          <a:lstStyle/>
          <a:p>
            <a:pPr algn="l" defTabSz="403225"/>
            <a:r>
              <a:rPr lang="en-US" sz="2800" b="1" dirty="0"/>
              <a:t>5	</a:t>
            </a:r>
            <a:r>
              <a:rPr lang="ml-IN" sz="2800" b="1" dirty="0"/>
              <a:t>ഇഹലോകത്തില്‍ പരത്തില്‍ എങ്ങും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/>
              <a:t>	</a:t>
            </a:r>
            <a:r>
              <a:rPr lang="ml-IN" sz="2800" b="1" dirty="0"/>
              <a:t>ഏകധാ നിറഞ്ഞും</a:t>
            </a:r>
            <a:br>
              <a:rPr lang="ml-IN" sz="2800" b="1" dirty="0"/>
            </a:br>
            <a:r>
              <a:rPr lang="en-US" sz="2800" b="1" dirty="0"/>
              <a:t>	</a:t>
            </a:r>
            <a:r>
              <a:rPr lang="ml-IN" sz="2800" b="1" dirty="0"/>
              <a:t>മഹിമാസനത്തിലങ്ങു - വിണ്ണില്‍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/>
              <a:t>	</a:t>
            </a:r>
            <a:r>
              <a:rPr lang="ml-IN" sz="2800" b="1" dirty="0"/>
              <a:t>വാഴുന്നേശു രാജന്‍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/>
              <a:t>	</a:t>
            </a:r>
            <a:r>
              <a:rPr lang="ml-IN" sz="2800" b="1" dirty="0"/>
              <a:t>ഗ്രഹിപ്പാനത്യത്ഭുതം</a:t>
            </a:r>
            <a:br>
              <a:rPr lang="ml-IN" sz="2800" b="1" dirty="0"/>
            </a:br>
            <a:r>
              <a:rPr lang="en-US" sz="2800" b="1" dirty="0"/>
              <a:t>	</a:t>
            </a:r>
            <a:r>
              <a:rPr lang="ml-IN" sz="2800" b="1" dirty="0"/>
              <a:t>ജഡം പൂണ്ട ദൈവത്വം- മഹി..</a:t>
            </a:r>
            <a:br>
              <a:rPr lang="ml-IN" sz="2800" b="1" dirty="0"/>
            </a:br>
            <a:br>
              <a:rPr lang="ml-IN" sz="2800" b="1" dirty="0"/>
            </a:br>
            <a:r>
              <a:rPr lang="en-US" sz="2800" b="1" dirty="0"/>
              <a:t>6	</a:t>
            </a:r>
            <a:r>
              <a:rPr lang="ml-IN" sz="2800" b="1" dirty="0"/>
              <a:t>- മഹി..</a:t>
            </a:r>
            <a:br>
              <a:rPr lang="en-US" sz="2800" b="1" dirty="0"/>
            </a:br>
            <a:br>
              <a:rPr lang="en-US" sz="1800" b="1" dirty="0"/>
            </a:br>
            <a:r>
              <a:rPr lang="en-US" sz="1800" b="1" dirty="0"/>
              <a:t>														</a:t>
            </a:r>
            <a:endParaRPr lang="ml-IN" sz="2800" b="1" dirty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9525000" y="1"/>
            <a:ext cx="1143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159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3 of 3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197</Words>
  <Application>Microsoft Office PowerPoint</Application>
  <PresentationFormat>Widescreen</PresentationFormat>
  <Paragraphs>58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159 മഹിമപതി മശിഹാ</vt:lpstr>
      <vt:lpstr>പല്ലവി മഹിമപതി മശിഹാ-മേഘ-വാഹന മതിന്മേല്‍ ജയ പ്രാഭവത്തോടഹോ! സ്വര്‍ഗ്ഗ ലോകത്തിന്നെഴുന്നാന്‍  അനുപല്ലവി ബഹുദൂതസൈന്യങ്ങള്‍ ജയഗീതം പാടുന്നു – മഹി…</vt:lpstr>
      <vt:lpstr>മഹസ്സുരനഭോതലങ്ങള്‍ മേഘ-വാഹനം കടന്നു ബഹുനിര ദൂതഗണങ്ങള്‍ പുണ്യപാദം കുമ്പിടുന്നു; മഹത്വത്തിന്‍ രാജനുതുറന്നു സ്വര്‍ ദ്വാരങ്ങള്‍ - മഹി..</vt:lpstr>
      <vt:lpstr>എതിരേറ്റു ദൂതസംഘം മോടിയേറും വിണ്‍പതിയെ അതിഘോഷ സേവചെയ്തു കീര്‍ത്തിച്ചാര്‍ത്തു പാടി നിന്നു പരമണ്ഡലങ്ങളില്‍, പല രാഗം കേള്‍ക്കുന്നു</vt:lpstr>
      <vt:lpstr>നരലോക രക്ഷകനായ്‌ - ദേഹം നാഥന്‍ പൂണ്ടിരുന്നു കുരിശില്‍ തന്നെ ബലിയായ്-നല്‍കി ഘോഷ ത്തോടുയിര്‍ത്തു  മരണത്തെ പാപത്തെ സാത്താനെയും വെന്നു </vt:lpstr>
      <vt:lpstr>ഇഹ ലോകത്തിൽ പരത്തിൽ എങ്ങും ഏകധാ നിറഞ്ഞും  മഹിമാസനത്തിലങ്ങു - വിണ്ണിൽ വാഴുന്നേശു രാജൻ  ഗ്രഹിപ്പാനത്യത്ഭുതം ജഡം പൂണ്ട ദൈവത്വം  </vt:lpstr>
      <vt:lpstr>ജയിക്കുന്നു രക്ഷകര്‍ത്തന്‍ - പാരിൽ ജാതികളഖിലം മയക്കങ്ങള്‍ വിട്ടു തന്നെ – വാഴ്ത്തി വന്ദിച്ചീടുവോളം വിജയത്തിൻ മേലെങ്ങും- വിളങ്ങുന്നു നായകന്‍</vt:lpstr>
      <vt:lpstr>5 ഇഹലോകത്തില്‍ പരത്തില്‍ എങ്ങും  ഏകധാ നിറഞ്ഞും  മഹിമാസനത്തിലങ്ങു - വിണ്ണില്‍  വാഴുന്നേശു രാജന്‍  ഗ്രഹിപ്പാനത്യത്ഭുതം  ജഡം പൂണ്ട ദൈവത്വം- മഹി..  6 - മഹി..  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Mahimapathi mashiha</dc:title>
  <dc:creator>Digital Input:; GM JOHN; Acsah Mathews</dc:creator>
  <cp:lastModifiedBy>Acsah Mathews</cp:lastModifiedBy>
  <cp:revision>179</cp:revision>
  <dcterms:created xsi:type="dcterms:W3CDTF">2013-04-19T09:19:07Z</dcterms:created>
  <dcterms:modified xsi:type="dcterms:W3CDTF">2018-11-06T16:33:28Z</dcterms:modified>
</cp:coreProperties>
</file>