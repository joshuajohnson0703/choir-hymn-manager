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83" r:id="rId3"/>
    <p:sldId id="286" r:id="rId4"/>
    <p:sldId id="287" r:id="rId5"/>
    <p:sldId id="288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48" y="8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9D435-EADC-4E00-BB72-994307CD76B5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8C7DC3-5007-457D-B50E-60E5862E70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0296AF-EC49-4BDA-A71B-E6547FE8746A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FCEA2D-D8BA-4EBA-98F6-4CB3265D23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3D310D-2DFA-40AB-99DD-8FBCBCD0725A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3A31C8-ACD0-4CFB-A25E-30BD52D7BB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D6ACC9-856E-4AC4-B988-6D1F78D3FD7D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B4915A-8BE0-413E-903A-470437276D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5D0DC7-0B40-4F3F-B08C-7D093FFB0DE0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ED1FDE-C31A-46AB-85D8-97F2CE6968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F196FA-5C61-4F63-BF06-9C08E387B4DB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604C3D-5A90-4D7A-9ACD-82C4E104B2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EA34BB-5F02-4CAB-A4D8-7DE0BF854184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B96E82-FAA8-42C9-A218-4B928842A5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E2C9C4-9B12-417B-B1EC-E44D99488B1D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349A5F-A904-427A-9EAA-FEB81C71FF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A3159F-394F-48C8-A1E5-00BA51480346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686BD3-137B-4D35-A41A-F1E5E584F9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FC5625-B0C5-44DF-A9F4-B01B9FB240CF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ECC6D-2186-4DD1-BB29-94C4826E8A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43B5B8-1B96-4643-A78A-E752394D0937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812B07-82BA-43AD-A505-FBD4D5A45E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2EEE576-D59C-4834-B22C-6E9DE284C8A2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54CA355-9513-44B9-B64B-4D9795812F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8AB13-4E49-4520-AEEB-F665161F93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332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ക്രിസ്തുവിൻ സ്നേഹത്തിൽ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C4589-72E5-4104-A23C-E1AB3735DC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Kristhuvin </a:t>
            </a:r>
            <a:r>
              <a:rPr lang="en-US" sz="4000" b="1" dirty="0" err="1">
                <a:solidFill>
                  <a:srgbClr val="002060"/>
                </a:solidFill>
              </a:rPr>
              <a:t>snehaththil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4000" i="1" dirty="0">
                <a:solidFill>
                  <a:srgbClr val="002060"/>
                </a:solidFill>
              </a:rPr>
              <a:t>Blest be the tie that  binds – </a:t>
            </a:r>
            <a:r>
              <a:rPr lang="en-US" sz="4000" i="1" dirty="0" err="1">
                <a:solidFill>
                  <a:srgbClr val="002060"/>
                </a:solidFill>
              </a:rPr>
              <a:t>J.Fawcett</a:t>
            </a:r>
            <a:endParaRPr lang="en-US" sz="4000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92271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142999"/>
            <a:ext cx="12192000" cy="2670717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ക്രിസ്തുവിൻ സ്നേഹത്തിൽ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ചിത്തങ്ങളിൽ ബന്ധം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വാഴ്ത്തപ്പെട്ടതാകട്ടെങ്ങൾ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ഹൃത്തിന്നൈക്യവുമെ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3BE648-C35A-4E4F-988F-30AF28908908}"/>
              </a:ext>
            </a:extLst>
          </p:cNvPr>
          <p:cNvSpPr/>
          <p:nvPr/>
        </p:nvSpPr>
        <p:spPr>
          <a:xfrm>
            <a:off x="228600" y="3813716"/>
            <a:ext cx="99822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Kristhuvin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snehaththil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chiththangalhin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bandham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Vaazhthapettathaakattengalh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hrithinaikyavume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142999"/>
            <a:ext cx="12192000" cy="2670717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</a:rPr>
              <a:t>2	പ്രിയ പിതൃമുമ്പിൽ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നാം യാചിക്കുന്നിതാ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ഭയം പ്രത്യാശാകാം ക്ഷകൾ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ഒന്നു താൻ ഞങ്ങൾക്കു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3BE648-C35A-4E4F-988F-30AF28908908}"/>
              </a:ext>
            </a:extLst>
          </p:cNvPr>
          <p:cNvSpPr/>
          <p:nvPr/>
        </p:nvSpPr>
        <p:spPr>
          <a:xfrm>
            <a:off x="228600" y="3813716"/>
            <a:ext cx="99822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Priya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pithrumumbil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yaachikkunnithaa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prathyaashaa-kaamkshakalh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onnu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njangalhkku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4194500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142999"/>
            <a:ext cx="12192000" cy="2670717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</a:rPr>
              <a:t>3	താപഭാര ജാലം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വഹിക്കും നാം തമ്മിൽ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വാർക്കുന്നു കണ്ണീരന്യോന്യം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സഹതാപമോടെ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3BE648-C35A-4E4F-988F-30AF28908908}"/>
              </a:ext>
            </a:extLst>
          </p:cNvPr>
          <p:cNvSpPr/>
          <p:nvPr/>
        </p:nvSpPr>
        <p:spPr>
          <a:xfrm>
            <a:off x="228600" y="3813716"/>
            <a:ext cx="99822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Thaapa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bhaara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jaalam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vahikkum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thammil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Vaarkunnu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kannheeranyonyam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sahathaapamode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643577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142999"/>
            <a:ext cx="12192000" cy="2670717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4	വേർപാടിങ്കലുണ്ടാം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വേദനമാനസെ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ചിത്തൈക്യത്താൽ  പാർത്തു വീണ്ടും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ചേർത്തണയ്ക്കപ്പെടും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3BE648-C35A-4E4F-988F-30AF28908908}"/>
              </a:ext>
            </a:extLst>
          </p:cNvPr>
          <p:cNvSpPr/>
          <p:nvPr/>
        </p:nvSpPr>
        <p:spPr>
          <a:xfrm>
            <a:off x="228600" y="3813716"/>
            <a:ext cx="99822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Verpaadinkalundaam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vedana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maanase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Chiththaikyaththaal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paarthu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veendum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cherthanhakkapedum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0015961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1674</TotalTime>
  <Words>52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332 ക്രിസ്തുവിൻ സ്നേഹത്തിൽ</vt:lpstr>
      <vt:lpstr>1 ക്രിസ്തുവിൻ സ്നേഹത്തിൽ   ചിത്തങ്ങളിൽ ബന്ധം   വാഴ്ത്തപ്പെട്ടതാകട്ടെങ്ങൾ   ഹൃത്തിന്നൈക്യവുമെ</vt:lpstr>
      <vt:lpstr>2 പ്രിയ പിതൃമുമ്പിൽ   നാം യാചിക്കുന്നിതാ   ഭയം പ്രത്യാശാകാം ക്ഷകൾ   ഒന്നു താൻ ഞങ്ങൾക്കു </vt:lpstr>
      <vt:lpstr>3 താപഭാര ജാലം   വഹിക്കും നാം തമ്മിൽ   വാർക്കുന്നു കണ്ണീരന്യോന്യം  സഹതാപമോടെ </vt:lpstr>
      <vt:lpstr>4 വേർപാടിങ്കലുണ്ടാം   വേദനമാനസെ   ചിത്തൈക്യത്താൽ  പാർത്തു വീണ്ടും   ചേർത്തണയ്ക്കപ്പെടും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Kristhivin snehathil</dc:title>
  <dc:creator>Digital Input; GM JOHN; Acsah Mathews</dc:creator>
  <cp:lastModifiedBy>Acsah Mathews</cp:lastModifiedBy>
  <cp:revision>464</cp:revision>
  <dcterms:created xsi:type="dcterms:W3CDTF">2013-04-19T09:19:07Z</dcterms:created>
  <dcterms:modified xsi:type="dcterms:W3CDTF">2018-11-19T19:28:05Z</dcterms:modified>
</cp:coreProperties>
</file>