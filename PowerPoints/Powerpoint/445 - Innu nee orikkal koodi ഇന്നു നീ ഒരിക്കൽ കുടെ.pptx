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89EE-4DB5-495C-90EC-C2F188753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0EA4D-5F1E-4AE8-B406-049A23868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7DC7-342D-4EC0-A01C-DEFE419E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CD8A4-769F-43E1-AD4B-5F79F2D0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C7417-1D67-4BED-959A-E50A7033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DD1E-41E6-4B1F-8FC6-5CE4870E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6FD9-76DE-4284-A10E-4496F67AF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9E65-EE70-4875-AD16-3897201B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7623-A0CE-4056-B890-B69EC394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7FA24-D7C6-431D-B4D1-6080C0BCA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1E4E-2E38-4860-A739-F900F154E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EE865-14D2-48D1-905F-9052D152D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77BE5-4700-4B93-8776-5BBA6883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28B4-9131-4DA3-9317-CFECB726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60813-7E90-4F7C-A26C-D81C048B8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4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FFCE5-9EB7-4374-87A5-6F3DA30B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5C6EE-A741-4EB3-BDCB-C3B4A6E2D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08951-2E15-464E-8ACC-8CD426BD1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1DACE-30A8-4A42-9AED-9D62131C7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1F074-B97F-437A-B6D6-CC53B6AE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C4B4F-D11F-4BFB-A892-7E77C0A5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35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E66F-5557-4AAE-B5AC-65A17DEF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3CCE3-761A-4DAC-8BFE-20A1E0D70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C135D-66B2-49DE-A71C-2D160628E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B6CCA-8D22-4737-A2EA-C7D14EE41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658230-8819-4F02-8164-7FF6C35B5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8597D-888F-42A5-B870-3F0DF50A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D9102B-2EC7-4DAF-973A-6A235AF0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CFDDA-2E57-4F08-9594-BD8DBFDC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44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AE56-3467-4A58-8987-2ED9F558E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E45E2-6643-4074-B9CB-D86DCC55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487BB-44D3-46BE-84B8-2EEA04E63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6D292-8EE9-4058-9615-F3CCC251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039F02-C12E-499E-AAC4-7E98B1AFB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99B5E-3D80-4A50-948F-4586E03E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EB64A-1817-4310-AF25-C5F1A0EF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37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7DD80-A782-426D-A3B2-56BCDF8E1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704CF-D8FE-419A-850D-B99F1ABF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EBEA7-74AE-4621-8117-7B8BE4CAE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DBF7B-7F1A-4EA9-A066-C0F007FF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C47A2-11E4-416E-B4AD-B38112C6D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B145D-A385-4075-B62E-FAE06FD5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9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36D4-E4EA-46FB-818B-7B202B80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385AA-49DA-47AF-9C1A-2B20EE4DE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BF7C3-5C9A-4D35-A98D-FF0D21E46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AB661-B95E-4206-8761-2D981A15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ACA22-F942-4F3D-894F-BD3CCF72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4E3B6-289B-4ACF-A68D-891A92FA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98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A462-A1E5-4407-BBEA-EBA0212D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01F09-9A8F-4A22-87F9-316F051B4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A62EB-2D14-4CDA-9A70-056AC792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12EC2-9DBC-4275-BF3C-BD7A21854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A1506-0F1B-4F5C-B1AE-F029F69C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59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3488DD-9A83-400E-A7E9-A08534AD9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12BF4-216A-432F-A48D-3C844F21A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86F28-3590-46DD-87A1-8AB39A7D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854A6-BFBB-4D76-9B2E-231EECC2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5E1EC-8A9A-4DED-A3FA-7B17BE5B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86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A3153-C8A2-44A7-A874-C0A64A5B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64036-FA2E-4D5E-B97B-DE65630E9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E285F-20B4-40A4-9C08-5AFDF3788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C1BFB-6B7C-4D94-B413-4786C16D61F9}" type="datetimeFigureOut">
              <a:rPr lang="en-US" smtClean="0"/>
              <a:t>11/29/2018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2A9B4-B734-4E49-A433-8E410F68E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E1F8-64D4-435A-9A35-466755624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E8203-F18C-4523-A697-2B63344FEC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4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7395-E75D-499F-B99C-CAF71F305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445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ഇന്നു നീ ഒരിക്കൽ കുടെ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39700-B7EB-4BDA-B55D-CF5251AAD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7"/>
            <a:ext cx="12192000" cy="2133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Innu nee </a:t>
            </a:r>
            <a:r>
              <a:rPr lang="en-US" sz="4000" b="1" dirty="0" err="1">
                <a:solidFill>
                  <a:srgbClr val="002060"/>
                </a:solidFill>
              </a:rPr>
              <a:t>orikkal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koode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Once Again the Gospel Message </a:t>
            </a:r>
          </a:p>
          <a:p>
            <a:r>
              <a:rPr lang="en-US" sz="3400" i="1" dirty="0">
                <a:solidFill>
                  <a:srgbClr val="002060"/>
                </a:solidFill>
              </a:rPr>
              <a:t>by E.L. Nathan, James </a:t>
            </a:r>
            <a:r>
              <a:rPr lang="en-US" sz="3400" i="1" dirty="0" err="1">
                <a:solidFill>
                  <a:srgbClr val="002060"/>
                </a:solidFill>
              </a:rPr>
              <a:t>McGranahan</a:t>
            </a:r>
            <a:endParaRPr lang="en-US" sz="3400" i="1" dirty="0"/>
          </a:p>
        </p:txBody>
      </p:sp>
    </p:spTree>
    <p:extLst>
      <p:ext uri="{BB962C8B-B14F-4D97-AF65-F5344CB8AC3E}">
        <p14:creationId xmlns:p14="http://schemas.microsoft.com/office/powerpoint/2010/main" val="2207919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E00C53-3E6C-43B0-B503-C0CF2088B171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647DF-E43C-4B16-A1A7-C7D38053FF9D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422030" y="911789"/>
            <a:ext cx="8088923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ഇന്നു നീ ഒരിക്കൽ കുടെ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ദൈവവിളി കേട്ടല്ലോ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രക്ഷിതാവു   സ്നേഹത്തോടെ  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കാത്തിരിക്കുന്നുണ്ടല്ലോ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1688123" y="3739486"/>
            <a:ext cx="937846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Innu nee </a:t>
            </a:r>
            <a:r>
              <a:rPr lang="en-US" sz="3600" b="1" dirty="0" err="1">
                <a:solidFill>
                  <a:srgbClr val="002060"/>
                </a:solidFill>
              </a:rPr>
              <a:t>orikkal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koode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Daiva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vilhi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kettallo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Rakshithaavu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snehaththode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Kaathirikkunnundallo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0892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0" y="591852"/>
            <a:ext cx="12191998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ഇന്നു തന്നെ യേശു നിന്നെ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രക്ഷിപ്പാനായ് - കാക്കുന്നു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ഭയം വേണ്ട ശങ്കിക്കേണ്ട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വാ അവങ്കൽ നീ ഇന്നു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-1" y="3419549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Innu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thanne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Rakshippanaai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kaakkunnu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venda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shankikkenda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avankal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7F510-205A-44D5-B9E2-974E9B7D8481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445</a:t>
            </a:r>
          </a:p>
        </p:txBody>
      </p:sp>
    </p:spTree>
    <p:extLst>
      <p:ext uri="{BB962C8B-B14F-4D97-AF65-F5344CB8AC3E}">
        <p14:creationId xmlns:p14="http://schemas.microsoft.com/office/powerpoint/2010/main" val="121494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8647DF-E43C-4B16-A1A7-C7D38053FF9D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422030" y="911789"/>
            <a:ext cx="8088923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എത്രനാൾ വൃഥാവായ്‌ ഓടി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മനുഷ്യാ നിൻ ജീവിതം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ലോകത്തിന്‍റെ   ഇമ്പം തേടി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കഴിച്ചു  നീ ഇവ്വിധം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1688123" y="3739486"/>
            <a:ext cx="937846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vridhaavaai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odi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Manushyaa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jeevitham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Lokaththinte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imbam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thedi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Kazhichu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ivvidham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A7F727-D1CE-4D97-8760-CAE71CAF1564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445</a:t>
            </a:r>
          </a:p>
        </p:txBody>
      </p:sp>
    </p:spTree>
    <p:extLst>
      <p:ext uri="{BB962C8B-B14F-4D97-AF65-F5344CB8AC3E}">
        <p14:creationId xmlns:p14="http://schemas.microsoft.com/office/powerpoint/2010/main" val="40749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0" y="591852"/>
            <a:ext cx="12191998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ഇന്നു തന്നെ യേശു നിന്നെ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രക്ഷിപ്പാനായ് - കാക്കുന്നു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ഭയം വേണ്ട ശങ്കിക്കേണ്ട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വാ അവങ്കൽ നീ ഇന്നു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-1" y="3419549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Innu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thanne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Rakshippanaai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kaakkunnu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venda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shankikkenda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avankal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7F510-205A-44D5-B9E2-974E9B7D8481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445</a:t>
            </a:r>
          </a:p>
        </p:txBody>
      </p:sp>
    </p:spTree>
    <p:extLst>
      <p:ext uri="{BB962C8B-B14F-4D97-AF65-F5344CB8AC3E}">
        <p14:creationId xmlns:p14="http://schemas.microsoft.com/office/powerpoint/2010/main" val="179016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8647DF-E43C-4B16-A1A7-C7D38053FF9D}"/>
              </a:ext>
            </a:extLst>
          </p:cNvPr>
          <p:cNvSpPr txBox="1"/>
          <p:nvPr/>
        </p:nvSpPr>
        <p:spPr>
          <a:xfrm>
            <a:off x="0" y="369332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422030" y="911789"/>
            <a:ext cx="8088923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കൈക്കൊള്ളാതെ  തള്ളുമെന്നു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ഒട്ടും വേണ്ട സംശയം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രക്ഷിതാവ് നിന്നെയിന്ന് </a:t>
            </a:r>
          </a:p>
          <a:p>
            <a:pPr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സ്വന്തമാക്കി തീർത്തിടും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1688123" y="3739486"/>
            <a:ext cx="9378461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Kaikkollhaathe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thallhumennu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Ottum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venda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samshayam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Rakshithaavu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ninneyinnu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Swanthmaakki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theerththidum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F9548-CA3E-458B-8192-EDAA096D8F95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445</a:t>
            </a:r>
          </a:p>
        </p:txBody>
      </p:sp>
    </p:spTree>
    <p:extLst>
      <p:ext uri="{BB962C8B-B14F-4D97-AF65-F5344CB8AC3E}">
        <p14:creationId xmlns:p14="http://schemas.microsoft.com/office/powerpoint/2010/main" val="7126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3C7284-C7AB-418C-B8F3-49B787B45197}"/>
              </a:ext>
            </a:extLst>
          </p:cNvPr>
          <p:cNvSpPr/>
          <p:nvPr/>
        </p:nvSpPr>
        <p:spPr>
          <a:xfrm>
            <a:off x="0" y="591852"/>
            <a:ext cx="12191998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ഇന്നു തന്നെ യേശു നിന്നെ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രക്ഷിപ്പാനായ് - കാക്കുന്നു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ഭയം വേണ്ട ശങ്കിക്കേണ്ട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വാ അവങ്കൽ നീ ഇന്നു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348990-399B-453B-A10B-7FAD6235685F}"/>
              </a:ext>
            </a:extLst>
          </p:cNvPr>
          <p:cNvSpPr/>
          <p:nvPr/>
        </p:nvSpPr>
        <p:spPr>
          <a:xfrm>
            <a:off x="-1" y="3419549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Innu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thanne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Rakshippanaai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kaakkunnu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Bhayam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venda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shankikkenda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avankal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innu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7F510-205A-44D5-B9E2-974E9B7D8481}"/>
              </a:ext>
            </a:extLst>
          </p:cNvPr>
          <p:cNvSpPr txBox="1"/>
          <p:nvPr/>
        </p:nvSpPr>
        <p:spPr>
          <a:xfrm>
            <a:off x="11066584" y="0"/>
            <a:ext cx="11254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445</a:t>
            </a:r>
          </a:p>
        </p:txBody>
      </p:sp>
    </p:spTree>
    <p:extLst>
      <p:ext uri="{BB962C8B-B14F-4D97-AF65-F5344CB8AC3E}">
        <p14:creationId xmlns:p14="http://schemas.microsoft.com/office/powerpoint/2010/main" val="1242487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445 ഇന്നു നീ ഒരിക്കൽ കുടെ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Innu nee orikkal koodi</dc:title>
  <dc:creator>Acsah Mathews</dc:creator>
  <cp:lastModifiedBy>Acsah Mathews</cp:lastModifiedBy>
  <cp:revision>1</cp:revision>
  <dcterms:created xsi:type="dcterms:W3CDTF">2018-11-29T17:12:07Z</dcterms:created>
  <dcterms:modified xsi:type="dcterms:W3CDTF">2018-11-29T17:12:28Z</dcterms:modified>
</cp:coreProperties>
</file>