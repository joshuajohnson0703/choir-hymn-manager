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0" r:id="rId3"/>
    <p:sldId id="276" r:id="rId4"/>
    <p:sldId id="285" r:id="rId5"/>
    <p:sldId id="277" r:id="rId6"/>
    <p:sldId id="286" r:id="rId7"/>
    <p:sldId id="278" r:id="rId8"/>
    <p:sldId id="287" r:id="rId9"/>
    <p:sldId id="279" r:id="rId10"/>
    <p:sldId id="288" r:id="rId11"/>
    <p:sldId id="280" r:id="rId12"/>
    <p:sldId id="289" r:id="rId13"/>
    <p:sldId id="281" r:id="rId14"/>
    <p:sldId id="290" r:id="rId15"/>
    <p:sldId id="282" r:id="rId16"/>
    <p:sldId id="291" r:id="rId17"/>
    <p:sldId id="283" r:id="rId18"/>
    <p:sldId id="292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778B8-3E0A-4AB0-A290-2D22E16306C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ED270-C387-45E1-86DC-7C89DF989C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2351B-EE32-4C5E-8F3D-C92D757774A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E675-9470-4CA0-8D8F-1409BED6B0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87430-6C22-4EF4-A76E-9D77B742287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04291-FE6C-412E-BDBD-1CCC0F9133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6218D-E4F0-4638-8353-BBC27CA6BE8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4BE29-3F4C-4691-B253-A2158BE1D9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C6C7C-A39D-4066-B04C-FFB36A2B891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C0B0A-DF3E-4A3D-856F-CB84DE1801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479C2-9CF5-4DA0-BFCA-A724833957F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4B1BB-6C7F-42F4-9422-5BBD709E9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6275-466B-4033-BA96-3E0A44C617D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3B90A-FA30-4529-BE4F-C86544490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D65AD-E346-4740-ACDA-5B9A4420741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DB39E-D636-4F94-A277-BE4FDEF3BF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6BD42-422D-4F12-87DD-E18FAA6C4A6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C6FE8-BDB8-4352-AECC-92E6EA56EA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F31A9-E461-480D-9562-AC46735F727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E6FEC-5C29-4C67-83E1-EB0B9E7206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7A7EA-A401-4B0A-9E3A-3167B927396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C1DA7-2468-4679-B392-3753078E3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4A4A9A0-96E4-4D3C-85B2-5F8BEFFC577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EB83AD-8EBA-49F6-9FCB-50026C60E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69B0-6AF0-4F52-B705-3B99A2264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600"/>
            <a:ext cx="10363200" cy="2609851"/>
          </a:xfrm>
        </p:spPr>
        <p:txBody>
          <a:bodyPr/>
          <a:lstStyle/>
          <a:p>
            <a:r>
              <a:rPr lang="en-US" dirty="0"/>
              <a:t>340</a:t>
            </a:r>
            <a:br>
              <a:rPr lang="en-US" dirty="0"/>
            </a:br>
            <a:r>
              <a:rPr lang="ml-IN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പാടുവിൻ സകല ഭൂമിയേ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</a:br>
            <a:r>
              <a:rPr lang="ml-IN" sz="4000" i="1" dirty="0"/>
              <a:t>സങ്കീർത്തനം</a:t>
            </a:r>
            <a:r>
              <a:rPr lang="en-US" sz="4000" i="1" dirty="0"/>
              <a:t> 96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38333-1973-4CEB-B842-8EEE9AC43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1366" y="3600451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Paaduvin </a:t>
            </a:r>
            <a:r>
              <a:rPr lang="en-US" sz="4000" b="1" dirty="0" err="1">
                <a:solidFill>
                  <a:srgbClr val="002060"/>
                </a:solidFill>
              </a:rPr>
              <a:t>sakala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bhoomiye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Psalms 96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13AA5-7F78-433A-88D9-A9FC2EE19685}"/>
              </a:ext>
            </a:extLst>
          </p:cNvPr>
          <p:cNvSpPr/>
          <p:nvPr/>
        </p:nvSpPr>
        <p:spPr>
          <a:xfrm>
            <a:off x="1451837" y="5156170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8C6A1F-4F31-4543-B4BF-65F78B9B7978}"/>
              </a:ext>
            </a:extLst>
          </p:cNvPr>
          <p:cNvSpPr/>
          <p:nvPr/>
        </p:nvSpPr>
        <p:spPr>
          <a:xfrm>
            <a:off x="7877583" y="5156170"/>
            <a:ext cx="2485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Yusthus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</a:rPr>
              <a:t>Youseph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22178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ജാതികൾ അറിവതിന്നുതൻ മഹിമയെ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സകലജനങ്ങളോടും തൻ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അതിശയങ്ങളും വിവരിപ്പിൻ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എന്തെന്നാൽ അവൻ വലിയവൻ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സ്തുതിക്കേറ്റവൻ വാന-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ഭൂതലങ്ങളെ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നാഥന്നു നിങ്ങൾ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Jaathikalh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arhivathinu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mahimaye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Sakala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janangalhodum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than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Athishayangalhum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vivarippin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enthennaal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valiyavan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Aettavum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sthuthikkettavan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Bhoothalangalhe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naadhanu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938833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6101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ജാതികൾ തൊഴുന്നദേവകളൊക്കെയും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അസത്തകൾ തന്നേ-ദൈവമോ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ചമച്ച വനാകാശങ്ങളെ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ഭയങ്കരൻ ദേവന്മാരേക്കാൾ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തിരുമുന്നിൽ വാനവും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മിന്നും പ്രഭയുമെന്നുമുണ്ടെന്നു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Jaathikalh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thozhunna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devakalhokkeyum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Asaththakalh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daivamo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Chamachavanaakaashangalhe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Bhayangaran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devanmaarekkaalh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Unnathan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thirumunnil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vaanavum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Minnum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prabhayumennumundennu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469472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2777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ശക്തിയും അഴകും വിശുദ്ധസ്ഥലത്തുണ്ട്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ജനങ്ങളിൻ കുടുംബങ്ങളേ!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കൊടുപ്പിൻ ദേവന്നു മഹിമയെ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കൊടുപ്പിൻ ദേവന്നു ശക്തിയെ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നാഥനു തിരുനാമ മഹിമ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നാൾതോറും നിങ്ങൾ നൽകി നൽകി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Shakthiyum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azhakum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vishudhdha-sthalathundu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Janangalhin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kudumbangalhe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Koduppin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mahimaye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Koduppin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shakthiye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Naadhanu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thunaama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mahima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Naalhthorhum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nalki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28180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74076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കാഴ്ചയെ എടുത്തവൻ മതിലകങ്ങളിൽ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ചെന്നവൻ മുമ്പിൽ വച്ചുടൻ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വിശുദ്ധിയിന്നലങ്കാരത്തിൽ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ദേവനെ തൊഴുതീടുവിൻ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സകല ഭൂമിയേ! തിരുമുന്നിൽ നിങ്ങൾ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നടുങ്ങുവിനവൻ ഭയങ്കരനെന്നു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Kaazhchaye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eduththavan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mathilakangalhil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Chennavan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mumbil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vachudan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VIshudhiyin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alankaaraththil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thozhutheeduvin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Sakala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bhoomiye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Thirumunnil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ningalh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Nadunguvinavan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bhayangaranennu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148021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68008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വാനവൻ- വാഴുന്നതി നാലൂഴിയും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ഇളകാതെ സ്ഥിരപ്പെടുന്ന ഹോ!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നേരായ് നായകൻ ജനങ്ങൾക്കു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ന്യായം വിസ്തരിച്ചീടുമെന്നു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ജാതികളോടു മോദമായ് പറ-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ഞ്ഞീടുവിനാദി നാഥന്നു നിങ്ങൾ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Vaanavan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vaazhunnathinaaloozhiyum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Ilhakaathe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sthirappedunnaho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Neraai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naayakan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janangalkku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nyaayam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vistharicheedumennu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Jaathikalhodu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njeeduvinaadi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naadhanu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ningalh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450834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23183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വാനങ്ങൾ സന്തോഷിക്കയുമൂഴിയും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ആനന്ദിക്കയു-മാഴിയും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അതിൻ നിറവോടു കൂടവെ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മുഴങ്ങീടുകയും ചെയ്യട്ടെ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എല്ലാവയലിലുള്ളതൊക്കെയും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ഉല്ലസിക്കട്ടെ നല്ലതായിട്ടു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Vaanangalh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Santhoshikkayumoozhiyum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Aanandikkayumozhiyum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nirhavodu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koodave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Muzhangeedukayum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cheyatte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Ellaa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vayalilulhathokkeyum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Ullasikkatte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nallathaayittu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192232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907142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അന്നഹൊ! കാട്ടിലെ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മരമൊക്കെയും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ആർത്തിടും ദേവതിരുമുമ്പിൽ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ദേവൻ വരുന്നു ഭൂമിയെ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ന്യായം വിധിപ്പാൻ വരുന്നിതാ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നീതിയിലൂഴിയെങ്ങും ജനങ്ങ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ളെയും വിധിക്കു മുണ്‍മയിൽ തന്നെ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Annaho!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Kaattile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maramokkeyum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Aarthidum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devathirumumbil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Devan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bhoomiye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Nyaayam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vidhippaan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varunnithaa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Neethiyiloozhiyengum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jananga-lheyum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Vidhikkumunhmayil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904501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293243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11734800" cy="2932470"/>
          </a:xfrm>
        </p:spPr>
        <p:txBody>
          <a:bodyPr anchor="t"/>
          <a:lstStyle/>
          <a:p>
            <a:pPr algn="l" defTabSz="46355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ജയം-പരമോന്നതന്നു ജയംജയം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 സുതന്നു ജയം ജയം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പരമാത്മാവിനു- ജയം ജയം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ത്രിയേക ദേവനു ജയം ജയം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ജയം- യേശു നാമത്തിന്നു ജയം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ജയമാമേൻ ജയമാമേനാമേനെന്നു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600305" y="3423793"/>
            <a:ext cx="10753495" cy="342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thaathanu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suthanu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Paramaathmaavinu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Thriyeka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devanu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naamathinu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Jayamaamen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jayam-aamenaamenennu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B79FD-E896-4CD1-92B2-F9DE2264CB6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081163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44130"/>
            <a:ext cx="12192000" cy="3505200"/>
          </a:xfrm>
        </p:spPr>
        <p:txBody>
          <a:bodyPr anchor="t"/>
          <a:lstStyle/>
          <a:p>
            <a:pPr defTabSz="463550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സകല ഭൂമിയേ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ദേവന്നു പുതിയ പാട്ടായി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പാടുവിൻ നാഥനു പാടി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നാമം വാഴ്ത്തുവിൻ!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നാൾതോറും തന്‍റെ രക്ഷയെ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നിങ്ങൾ- ആർത്തറിയിപ്പിൻ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5576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E6570A-0630-4FE6-AC67-9966013F3C55}"/>
              </a:ext>
            </a:extLst>
          </p:cNvPr>
          <p:cNvSpPr/>
          <p:nvPr/>
        </p:nvSpPr>
        <p:spPr>
          <a:xfrm>
            <a:off x="-9295" y="3657600"/>
            <a:ext cx="12191999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Devanu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paataayi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Paaduvin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naadhanu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vaazhthuvin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Naalhthorum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Rakshaye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aartharhiyippin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0468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392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Kartika</vt:lpstr>
      <vt:lpstr>Office Theme</vt:lpstr>
      <vt:lpstr>340 പാടുവിൻ സകല ഭൂമിയേ സങ്കീർത്തനം 96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ജാതികൾ അറിവതിന്നുതൻ മഹിമയെ സകലജനങ്ങളോടും തൻ അതിശയങ്ങളും വിവരിപ്പിൻ എന്തെന്നാൽ അവൻ വലിയവൻ ഏറ്റവും സ്തുതിക്കേറ്റവൻ വാന- ഭൂതലങ്ങളെ - നാഥന്നു നിങ്ങൾ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ജാതികൾ തൊഴുന്നദേവകളൊക്കെയും അസത്തകൾ തന്നേ-ദൈവമോ ചമച്ച വനാകാശങ്ങളെ ഭയങ്കരൻ ദേവന്മാരേക്കാൾ ഉന്നതൻ തിരുമുന്നിൽ വാനവും മിന്നും പ്രഭയുമെന്നുമുണ്ടെന്നു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ശക്തിയും അഴകും വിശുദ്ധസ്ഥലത്തുണ്ട് ജനങ്ങളിൻ കുടുംബങ്ങളേ! കൊടുപ്പിൻ ദേവന്നു മഹിമയെ കൊടുപ്പിൻ ദേവന്നു ശക്തിയെ നാഥനു തിരുനാമ മഹിമ നാൾതോറും നിങ്ങൾ നൽകി നൽകി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കാഴ്ചയെ എടുത്തവൻ മതിലകങ്ങളിൽ ചെന്നവൻ മുമ്പിൽ വച്ചുടൻ വിശുദ്ധിയിന്നലങ്കാരത്തിൽ ദേവനെ തൊഴുതീടുവിൻ സകല ഭൂമിയേ! തിരുമുന്നിൽ നിങ്ങൾ നടുങ്ങുവിനവൻ ഭയങ്കരനെന്നു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വാനവൻ- വാഴുന്നതി നാലൂഴിയും ഇളകാതെ സ്ഥിരപ്പെടുന്ന ഹോ! നേരായ് നായകൻ ജനങ്ങൾക്കു ന്യായം വിസ്തരിച്ചീടുമെന്നു ജാതികളോടു മോദമായ് പറ- ഞ്ഞീടുവിനാദി നാഥന്നു നിങ്ങൾ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വാനങ്ങൾ സന്തോഷിക്കയുമൂഴിയും ആനന്ദിക്കയു-മാഴിയും അതിൻ നിറവോടു കൂടവെ മുഴങ്ങീടുകയും ചെയ്യട്ടെ എല്ലാവയലിലുള്ളതൊക്കെയും ഉല്ലസിക്കട്ടെ നല്ലതായിട്ടു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അന്നഹൊ! കാട്ടിലെ മരമൊക്കെയും ആർത്തിടും ദേവതിരുമുമ്പിൽ ദേവൻ വരുന്നു ഭൂമിയെ ന്യായം വിധിപ്പാൻ വരുന്നിതാ നീതിയിലൂഴിയെങ്ങും ജനങ്ങ- ളെയും വിധിക്കു മുണ്‍മയിൽ തന്നെ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  <vt:lpstr>ജയം ജയം-പരമോന്നതന്നു ജയംജയം പരമ സുതന്നു ജയം ജയം പരമാത്മാവിനു- ജയം ജയം ത്രിയേക ദേവനു ജയം ജയം ജയം ജയം- യേശു നാമത്തിന്നു ജയം ജയമാമേൻ ജയമാമേനാമേനെന്നു</vt:lpstr>
      <vt:lpstr>പാടുവിൻ സകല ഭൂമിയേ ദേവന്നു പുതിയ പാട്ടായി പാടുവിൻ നാഥനു പാടി  നാമം വാഴ്ത്തുവിൻ! നാൾതോറും തന്‍റെ രക്ഷയെ  നിങ്ങൾ- ആർത്തറിയിപ്പിൻ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Paaduvin sakala bhoomiye</dc:title>
  <dc:creator>Digital Input:; GM JOHN; Acsah Mathews</dc:creator>
  <cp:lastModifiedBy>Acsah Mathews</cp:lastModifiedBy>
  <cp:revision>165</cp:revision>
  <dcterms:created xsi:type="dcterms:W3CDTF">2013-04-19T09:19:07Z</dcterms:created>
  <dcterms:modified xsi:type="dcterms:W3CDTF">2018-11-20T16:52:57Z</dcterms:modified>
</cp:coreProperties>
</file>