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3" r:id="rId4"/>
    <p:sldId id="274" r:id="rId5"/>
    <p:sldId id="277" r:id="rId6"/>
    <p:sldId id="275" r:id="rId7"/>
    <p:sldId id="278" r:id="rId8"/>
    <p:sldId id="276" r:id="rId9"/>
    <p:sldId id="279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6A858B-1485-4B8E-911D-9ABCD1C4216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C154C2-BF19-4562-9381-2110276573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34467-B81A-4829-81AE-AB3E88E79D1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3BE57-72A6-44ED-8BF5-B6474872D9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E44977-00AB-4F5D-8E13-91F2E4AC4C5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4ADAB-3C36-4EE9-A54D-ACE6B84DA2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BBEC63-3E32-4631-B89A-7F3CE1BA318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D483DD-75C4-459D-9D1E-3C863D29C5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39AE6-B9E8-406C-9DA7-108A5773CA0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77BB2-9631-46FD-ADF5-053A2D2569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53C79-DC51-44F4-B98E-C16A8C118ED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F38F8-9CC1-45E2-9FF5-303FA63604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7759A-9BBF-4EF5-90E9-CC4CE484FAF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E86E04-6CDD-443E-A0B9-A2B5C7A0C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5B548C-5E8B-44B3-9731-24CBD31CF15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0B20A7-30AB-445A-BA9D-5DACC23AD8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64407-97BF-4C91-B85D-E2983219FF9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EB7288-2E89-4BD8-960B-345BEF940F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FD814A-1CE8-4231-A76E-CEB6FEBE1D7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6F9710-DE17-42E4-8859-241CC12249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EF772-7306-4543-BAD9-2B064B1CB04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B97B16-B453-448B-BA56-A7C51D9973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02CC047-E7C4-4B6D-B028-D60655AB950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6FE4E0A-E0EF-43A8-9BC9-D8ADB726AE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00BFF-B26E-4355-8CB6-E7ED0B6DFC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400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നാമെല്ലാവരും കൂടുവോം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1A20A-1402-4304-9B22-1A85828025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Naamellaarum </a:t>
            </a:r>
            <a:r>
              <a:rPr lang="en-US" sz="4000" b="1" dirty="0" err="1">
                <a:solidFill>
                  <a:srgbClr val="002060"/>
                </a:solidFill>
              </a:rPr>
              <a:t>kooduvom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412481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85446"/>
            <a:ext cx="12192000" cy="2700754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നാമെല്ലാവരും കൂടുവോം ദയ ലഭിച്ചോർ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നാഥനെ കൊണ്ടാടുവോം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 മേഘത്തേരിൽ ദൂതരിൻ സംഘമായ്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വേഗം വന്നിടും പ്രിയൻ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E8DA2E-732F-45C0-AE8F-D83046A930E7}"/>
              </a:ext>
            </a:extLst>
          </p:cNvPr>
          <p:cNvSpPr/>
          <p:nvPr/>
        </p:nvSpPr>
        <p:spPr>
          <a:xfrm>
            <a:off x="914400" y="3886200"/>
            <a:ext cx="11277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Naamellaarum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kooduvom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labhichor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Naadhane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kondaaduvom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Vaanameghaththeril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dootharin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sanghamaai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9171"/>
            <a:ext cx="12192000" cy="2700754"/>
          </a:xfrm>
        </p:spPr>
        <p:txBody>
          <a:bodyPr anchor="t"/>
          <a:lstStyle/>
          <a:p>
            <a:pPr defTabSz="461963">
              <a:lnSpc>
                <a:spcPct val="125000"/>
              </a:lnSpc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സാനന്ദം കൊണ്ടാടുവിൻ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ഹല്ലെലുയ്യാ പാടുവിൻ 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ചേരും നാമെല്ലാരും ആ സമ്മേളന ദിനം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കാണും രാജൻ പോന്മുഖം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E8DA2E-732F-45C0-AE8F-D83046A930E7}"/>
              </a:ext>
            </a:extLst>
          </p:cNvPr>
          <p:cNvSpPr/>
          <p:nvPr/>
        </p:nvSpPr>
        <p:spPr>
          <a:xfrm>
            <a:off x="0" y="3579843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Saanandam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kondaaduvin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Halleluyyaa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paaduvin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naamellaarum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aa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sammelhana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dinam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Kaanhum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raajan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ponmukham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781416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85446"/>
            <a:ext cx="12192000" cy="2700754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കാഹളം ധ്വനിച്ചിടും അരഞൊടിയിൽ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കർത്താവിൽ മൃതരെല്ലാം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ജീവനോടെ ഭൂവിൽ വാണിടും വിശുദ്ധരും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വാനിൽ പോകും കാലമായ്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E8DA2E-732F-45C0-AE8F-D83046A930E7}"/>
              </a:ext>
            </a:extLst>
          </p:cNvPr>
          <p:cNvSpPr/>
          <p:nvPr/>
        </p:nvSpPr>
        <p:spPr>
          <a:xfrm>
            <a:off x="914400" y="3886200"/>
            <a:ext cx="11277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Kaahalham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dwanichidum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arajodiyil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Karththavil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mritharellaam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Jeevanode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vaanhidum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vishudhdharum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965534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9171"/>
            <a:ext cx="12192000" cy="2700754"/>
          </a:xfrm>
        </p:spPr>
        <p:txBody>
          <a:bodyPr anchor="t"/>
          <a:lstStyle/>
          <a:p>
            <a:pPr defTabSz="461963">
              <a:lnSpc>
                <a:spcPct val="125000"/>
              </a:lnSpc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സാനന്ദം കൊണ്ടാടുവിൻ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ഹല്ലെലുയ്യാ പാടുവിൻ 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ചേരും നാമെല്ലാരും ആ സമ്മേളന ദിനം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കാണും രാജൻ പോന്മുഖം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E8DA2E-732F-45C0-AE8F-D83046A930E7}"/>
              </a:ext>
            </a:extLst>
          </p:cNvPr>
          <p:cNvSpPr/>
          <p:nvPr/>
        </p:nvSpPr>
        <p:spPr>
          <a:xfrm>
            <a:off x="0" y="3579843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Saanandam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kondaaduvin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Halleluyyaa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paaduvin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naamellaarum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aa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sammelhana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dinam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Kaanhum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raajan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ponmukham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855877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85446"/>
            <a:ext cx="12192000" cy="2700754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നാമീലോകേ എന്തിനായ് അനുദിനവും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മേവിടുന്നു ഖേദത്താൽ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ഹാ ഹാ കണ്ണീർ കണം തുടയ്ക്കുവാൻ കാലമായ്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ശീഘ്രം താൻ വരുന്നിതാ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E8DA2E-732F-45C0-AE8F-D83046A930E7}"/>
              </a:ext>
            </a:extLst>
          </p:cNvPr>
          <p:cNvSpPr/>
          <p:nvPr/>
        </p:nvSpPr>
        <p:spPr>
          <a:xfrm>
            <a:off x="914400" y="3886200"/>
            <a:ext cx="11277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Naamee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enthinaai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anudinavum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Mevidunnu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khedaththaal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kannheer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thudakkuvaan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Sheekhram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varunnithaa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644683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9171"/>
            <a:ext cx="12192000" cy="2700754"/>
          </a:xfrm>
        </p:spPr>
        <p:txBody>
          <a:bodyPr anchor="t"/>
          <a:lstStyle/>
          <a:p>
            <a:pPr defTabSz="461963">
              <a:lnSpc>
                <a:spcPct val="125000"/>
              </a:lnSpc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സാനന്ദം കൊണ്ടാടുവിൻ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ഹല്ലെലുയ്യാ പാടുവിൻ 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ചേരും നാമെല്ലാരും ആ സമ്മേളന ദിനം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കാണും രാജൻ പോന്മുഖം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E8DA2E-732F-45C0-AE8F-D83046A930E7}"/>
              </a:ext>
            </a:extLst>
          </p:cNvPr>
          <p:cNvSpPr/>
          <p:nvPr/>
        </p:nvSpPr>
        <p:spPr>
          <a:xfrm>
            <a:off x="0" y="3579843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Saanandam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kondaaduvin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Halleluyyaa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paaduvin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naamellaarum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aa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sammelhana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dinam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Kaanhum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raajan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ponmukham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408034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85446"/>
            <a:ext cx="12192000" cy="2700754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ഇങ്ങു നാം വിഹീനരായ് ഈ ഭൂവനെ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പാരം നിന്ദയേൽക്കുകിൽ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അങ്ങു പ്രഭുക്കളായ് മഹത്വരാജ്യേ വാണിടും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കോടി കോടി കാലമായ്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E8DA2E-732F-45C0-AE8F-D83046A930E7}"/>
              </a:ext>
            </a:extLst>
          </p:cNvPr>
          <p:cNvSpPr/>
          <p:nvPr/>
        </p:nvSpPr>
        <p:spPr>
          <a:xfrm>
            <a:off x="914400" y="3886200"/>
            <a:ext cx="11277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Ingu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viheenaraai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bhoovane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ninnayelkkukil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Angu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prabhukkalaai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vaanhidum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953333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9171"/>
            <a:ext cx="12192000" cy="2700754"/>
          </a:xfrm>
        </p:spPr>
        <p:txBody>
          <a:bodyPr anchor="t"/>
          <a:lstStyle/>
          <a:p>
            <a:pPr defTabSz="461963">
              <a:lnSpc>
                <a:spcPct val="125000"/>
              </a:lnSpc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സാനന്ദം കൊണ്ടാടുവിൻ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ഹല്ലെലുയ്യാ പാടുവിൻ 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ചേരും നാമെല്ലാരും ആ സമ്മേളന ദിനം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കാണും രാജൻ പോന്മുഖം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E8DA2E-732F-45C0-AE8F-D83046A930E7}"/>
              </a:ext>
            </a:extLst>
          </p:cNvPr>
          <p:cNvSpPr/>
          <p:nvPr/>
        </p:nvSpPr>
        <p:spPr>
          <a:xfrm>
            <a:off x="0" y="3579843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Saanandam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kondaaduvin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Halleluyyaa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paaduvin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naamellaarum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aa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sammelhana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dinam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Kaanhum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raajan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ponmukham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837530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125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400 നാമെല്ലാവരും കൂടുവോം</vt:lpstr>
      <vt:lpstr>1 നാമെല്ലാവരും കൂടുവോം ദയ ലഭിച്ചോർ   നാഥനെ കൊണ്ടാടുവോം   വാന മേഘത്തേരിൽ ദൂതരിൻ സംഘമായ്  വേഗം വന്നിടും പ്രിയൻ</vt:lpstr>
      <vt:lpstr>സാനന്ദം കൊണ്ടാടുവിൻ  ഹല്ലെലുയ്യാ പാടുവിൻ   ചേരും നാമെല്ലാരും ആ സമ്മേളന ദിനം  കാണും രാജൻ പോന്മുഖം </vt:lpstr>
      <vt:lpstr>2 കാഹളം ധ്വനിച്ചിടും അരഞൊടിയിൽ   കർത്താവിൽ മൃതരെല്ലാം   ജീവനോടെ ഭൂവിൽ വാണിടും വിശുദ്ധരും   വാനിൽ പോകും കാലമായ് </vt:lpstr>
      <vt:lpstr>സാനന്ദം കൊണ്ടാടുവിൻ  ഹല്ലെലുയ്യാ പാടുവിൻ   ചേരും നാമെല്ലാരും ആ സമ്മേളന ദിനം  കാണും രാജൻ പോന്മുഖം </vt:lpstr>
      <vt:lpstr>3 നാമീലോകേ എന്തിനായ് അനുദിനവും   മേവിടുന്നു ഖേദത്താൽ   ഹാ ഹാ കണ്ണീർ കണം തുടയ്ക്കുവാൻ കാലമായ്   ശീഘ്രം താൻ വരുന്നിതാ </vt:lpstr>
      <vt:lpstr>സാനന്ദം കൊണ്ടാടുവിൻ  ഹല്ലെലുയ്യാ പാടുവിൻ   ചേരും നാമെല്ലാരും ആ സമ്മേളന ദിനം  കാണും രാജൻ പോന്മുഖം </vt:lpstr>
      <vt:lpstr>4 ഇങ്ങു നാം വിഹീനരായ് ഈ ഭൂവനെ   പാരം നിന്ദയേൽക്കുകിൽ   അങ്ങു പ്രഭുക്കളായ് മഹത്വരാജ്യേ വാണിടും   കോടി കോടി കാലമായ് </vt:lpstr>
      <vt:lpstr>സാനന്ദം കൊണ്ടാടുവിൻ  ഹല്ലെലുയ്യാ പാടുവിൻ   ചേരും നാമെല്ലാരും ആ സമ്മേളന ദിനം  കാണും രാജൻ പോന്മുഖം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Naamellavarum kooduvom</dc:title>
  <dc:creator>Digital Input:; GM JOHN; Acsah Mathews</dc:creator>
  <cp:lastModifiedBy>Acsah Mathews</cp:lastModifiedBy>
  <cp:revision>233</cp:revision>
  <dcterms:created xsi:type="dcterms:W3CDTF">2013-04-19T09:19:07Z</dcterms:created>
  <dcterms:modified xsi:type="dcterms:W3CDTF">2018-11-26T17:15:53Z</dcterms:modified>
</cp:coreProperties>
</file>