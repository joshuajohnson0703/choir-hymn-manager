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70" r:id="rId3"/>
    <p:sldId id="275" r:id="rId4"/>
    <p:sldId id="276" r:id="rId5"/>
    <p:sldId id="277" r:id="rId6"/>
    <p:sldId id="278" r:id="rId7"/>
    <p:sldId id="279" r:id="rId8"/>
    <p:sldId id="280" r:id="rId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78" y="8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CB252A-4696-45CD-AD42-60915C2A26B8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3EA2A2-4537-46AA-B550-5C6DA21B2E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A4ECB8-43C8-4912-B094-847DDD549012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A6866D-6EAB-40FF-B16A-357E88915C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5A5892-81DA-4ADD-8F66-CB5725F9ADBE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60FC3D-ED13-43BE-8C2C-7BA7481823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B6839B-C285-4813-BFF5-161F953FA4A5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C335EB-051A-437E-A118-7486D76F60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3D885E-0FCC-4FF0-956C-F33A139994CE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F2E60-322C-4758-9BBE-082D48ED70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565137-423B-4CF8-9DAC-35E622DC8D1E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549031-20F8-4F09-978A-7F263EF457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D3398A-AF1C-4163-9F54-CCC38D0D9F8B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07A09B-6550-4754-A39C-6A8F0616A6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9348A1-7B32-428D-A170-E9928A2FDE50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EBF81-ED89-41FB-BBF4-C124BFAAEC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402D11-CADE-4A4C-99F0-DD64D1D284C1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EDCBA6-F695-4DA4-AE67-9A61F312D2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140E17-BA0A-4189-8967-9787ADEA4894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72A6F8-D921-46DA-9A4B-3584E14E11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DC636E-2B4F-4896-8420-988829C9CEC8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023D57-25A3-41F2-9C9D-D625251FC4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6E1BA3E-3014-46A2-86BF-A80F74E57261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39741FA-10D6-43D3-A5BB-28AEBB6DF0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E129E-BDFC-48F3-B51E-D04E71EA50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012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ഇന്നു പകല്‍ മുഴുവന്‍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3076C9-29D1-4519-9A15-A5A0345ABB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Innu </a:t>
            </a:r>
            <a:r>
              <a:rPr lang="en-US" sz="4000" b="1" dirty="0" err="1">
                <a:solidFill>
                  <a:srgbClr val="002060"/>
                </a:solidFill>
              </a:rPr>
              <a:t>pakal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muzhuvan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161401-B7FF-490E-970F-F84553EBD976}"/>
              </a:ext>
            </a:extLst>
          </p:cNvPr>
          <p:cNvSpPr/>
          <p:nvPr/>
        </p:nvSpPr>
        <p:spPr>
          <a:xfrm>
            <a:off x="1232301" y="4876800"/>
            <a:ext cx="25138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rgbClr val="C00000"/>
                </a:solidFill>
              </a:rPr>
              <a:t>(പി. വി. തൊമ്മി)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A9CAC3-FC9E-4B35-9D7F-862BFD2A2D44}"/>
              </a:ext>
            </a:extLst>
          </p:cNvPr>
          <p:cNvSpPr/>
          <p:nvPr/>
        </p:nvSpPr>
        <p:spPr>
          <a:xfrm>
            <a:off x="8991600" y="4876800"/>
            <a:ext cx="19202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</a:rPr>
              <a:t>(P.V. </a:t>
            </a:r>
            <a:r>
              <a:rPr lang="en-US" sz="2000" b="1" dirty="0" err="1">
                <a:solidFill>
                  <a:srgbClr val="C00000"/>
                </a:solidFill>
                <a:latin typeface="Arial" panose="020B0604020202020204" pitchFamily="34" charset="0"/>
              </a:rPr>
              <a:t>Thommi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</a:rPr>
              <a:t>) </a:t>
            </a:r>
            <a:endParaRPr lang="en-US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2605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8100" y="1227536"/>
            <a:ext cx="12070080" cy="2308324"/>
          </a:xfrm>
        </p:spPr>
        <p:txBody>
          <a:bodyPr anchor="t"/>
          <a:lstStyle/>
          <a:p>
            <a:pPr algn="l">
              <a:tabLst>
                <a:tab pos="469900" algn="l"/>
              </a:tabLst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ഇന്നു പകല്‍ മുഴുവന്‍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കരുണയോ-ടെന്നെ സൂക്ഷിച്ചവനേ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നന്ദിയോടെ തിരുനാമത്തിന്നു സദാ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വന്ദനം ചെയ്തിടുന്നേന്‍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57412" y="0"/>
            <a:ext cx="61266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012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13AC80-D41F-485C-AB10-88B3EE9C5689}"/>
              </a:ext>
            </a:extLst>
          </p:cNvPr>
          <p:cNvSpPr/>
          <p:nvPr/>
        </p:nvSpPr>
        <p:spPr>
          <a:xfrm>
            <a:off x="762000" y="3535860"/>
            <a:ext cx="11430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2060"/>
                </a:solidFill>
                <a:latin typeface="+mn-lt"/>
              </a:rPr>
              <a:t>Innu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pakal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muzhuvan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Karunhayodenney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sookshichchavaney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Nanniyode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thirunaamaththinu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sadaa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Vandanam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cheythidunnen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8100" y="1227536"/>
            <a:ext cx="12070080" cy="2308324"/>
          </a:xfrm>
        </p:spPr>
        <p:txBody>
          <a:bodyPr anchor="t"/>
          <a:lstStyle/>
          <a:p>
            <a:pPr algn="l">
              <a:tabLst>
                <a:tab pos="469900" algn="l"/>
              </a:tabLst>
            </a:pPr>
            <a:r>
              <a:rPr lang="ml-IN" sz="3600" b="1" dirty="0">
                <a:latin typeface="Kartika" panose="02020503030404060203" pitchFamily="18" charset="0"/>
              </a:rPr>
              <a:t>2	അന്നവസ്ത്രാദികളും 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സുഖം ബലമെന്നിവകള്‍ സമസ്തം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തന്നടിയാനെ നിത്യം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പോറ്റീടുന്ന ഉന്നതന്‍ നീ പരനേ!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57412" y="0"/>
            <a:ext cx="61266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012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13AC80-D41F-485C-AB10-88B3EE9C5689}"/>
              </a:ext>
            </a:extLst>
          </p:cNvPr>
          <p:cNvSpPr/>
          <p:nvPr/>
        </p:nvSpPr>
        <p:spPr>
          <a:xfrm>
            <a:off x="762000" y="3535860"/>
            <a:ext cx="11430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2060"/>
                </a:solidFill>
                <a:latin typeface="+mn-lt"/>
              </a:rPr>
              <a:t>Anna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vastraadikalhum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Sukham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belamenneevakal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samastham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Thannadiyaaney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nithyam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Pottidunna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unnathan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paraney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48730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8100" y="1227536"/>
            <a:ext cx="12070080" cy="2308324"/>
          </a:xfrm>
        </p:spPr>
        <p:txBody>
          <a:bodyPr anchor="t"/>
          <a:lstStyle/>
          <a:p>
            <a:pPr algn="l">
              <a:tabLst>
                <a:tab pos="469900" algn="l"/>
              </a:tabLst>
            </a:pPr>
            <a:r>
              <a:rPr lang="ml-IN" sz="3600" b="1" dirty="0">
                <a:latin typeface="Kartika" panose="02020503030404060203" pitchFamily="18" charset="0"/>
              </a:rPr>
              <a:t>3	മന്നിടം തന്നിലിന്നും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പലജനം ഖിന്നരായ് മേവിടുമ്പോൾ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നിന്നടിയാനു സുഖം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തന്ന കൃപ വന്ദനീയം പരനേ!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57412" y="0"/>
            <a:ext cx="61266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012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13AC80-D41F-485C-AB10-88B3EE9C5689}"/>
              </a:ext>
            </a:extLst>
          </p:cNvPr>
          <p:cNvSpPr/>
          <p:nvPr/>
        </p:nvSpPr>
        <p:spPr>
          <a:xfrm>
            <a:off x="762000" y="3558720"/>
            <a:ext cx="11430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Mannidam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thannilinnum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Palajanam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khinnaraai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mevidumbol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Ninnadiyaanu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sukham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Thanna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kripa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vandaneeyam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paraney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30523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8100" y="1227536"/>
            <a:ext cx="12070080" cy="2308324"/>
          </a:xfrm>
        </p:spPr>
        <p:txBody>
          <a:bodyPr anchor="t"/>
          <a:lstStyle/>
          <a:p>
            <a:pPr algn="l">
              <a:tabLst>
                <a:tab pos="469900" algn="l"/>
              </a:tabLs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4	തെറ്റുകുറ്റങ്ങളെന്നിൽ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വന്നതളവറ്റ നിന്‍റെ കൃപയാൽ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മുറ്റും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ക്ഷമിക്കേണമേ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അടിയനെ  ഉറ്റു സ്നേഹിപ്പവനേ!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57412" y="0"/>
            <a:ext cx="61266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012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13AC80-D41F-485C-AB10-88B3EE9C5689}"/>
              </a:ext>
            </a:extLst>
          </p:cNvPr>
          <p:cNvSpPr/>
          <p:nvPr/>
        </p:nvSpPr>
        <p:spPr>
          <a:xfrm>
            <a:off x="762000" y="3535860"/>
            <a:ext cx="11430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Thettukuttangalhennil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Vannathalhavatta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nintey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kripayaal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Muttum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kshemikkenhamey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Adiyaaney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uttu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snehippavaney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73059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8100" y="1227536"/>
            <a:ext cx="12070080" cy="2308324"/>
          </a:xfrm>
        </p:spPr>
        <p:txBody>
          <a:bodyPr anchor="t"/>
          <a:lstStyle/>
          <a:p>
            <a:pPr algn="l">
              <a:tabLst>
                <a:tab pos="469900" algn="l"/>
              </a:tabLst>
            </a:pPr>
            <a:r>
              <a:rPr lang="ml-IN" sz="3600" b="1" dirty="0">
                <a:latin typeface="Kartika" panose="02020503030404060203" pitchFamily="18" charset="0"/>
              </a:rPr>
              <a:t>5	എന്‍ കരുണേശനുടെ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ബലമെഴും തങ്കനാമമെനിക്കു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സങ്കേത പട്ടണമാം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അതിലഹം ശങ്കയെന്യേ വസിക്കും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57412" y="0"/>
            <a:ext cx="61266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012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13AC80-D41F-485C-AB10-88B3EE9C5689}"/>
              </a:ext>
            </a:extLst>
          </p:cNvPr>
          <p:cNvSpPr/>
          <p:nvPr/>
        </p:nvSpPr>
        <p:spPr>
          <a:xfrm>
            <a:off x="762000" y="3535860"/>
            <a:ext cx="11430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karunheshanudey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Belamezhum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thankanaamam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enikku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Sanketha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pattanhamaam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Athilaaham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shankayennyey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vasikkum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8066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8100" y="1227536"/>
            <a:ext cx="12070080" cy="2308324"/>
          </a:xfrm>
        </p:spPr>
        <p:txBody>
          <a:bodyPr anchor="t"/>
          <a:lstStyle/>
          <a:p>
            <a:pPr algn="l">
              <a:tabLst>
                <a:tab pos="469900" algn="l"/>
              </a:tabLs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6	വല്ലഭന്‍ നീ ഉറങ്ങാതെ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നിന്നെന്നെ നല്ലപോല്‍കാത്തിടുമ്പോൾ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ഇല്ലരിപുഗണങ്ങള്‍ -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ക്കധികാരമല്ലല്‍ പെടുത്തീടുവാന്‍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57412" y="0"/>
            <a:ext cx="61266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012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13AC80-D41F-485C-AB10-88B3EE9C5689}"/>
              </a:ext>
            </a:extLst>
          </p:cNvPr>
          <p:cNvSpPr/>
          <p:nvPr/>
        </p:nvSpPr>
        <p:spPr>
          <a:xfrm>
            <a:off x="762000" y="3535860"/>
            <a:ext cx="11430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Vallabhan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neeyurangaathey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Ninnenney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nallapol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kaathidumbol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>
                <a:solidFill>
                  <a:srgbClr val="002060"/>
                </a:solidFill>
                <a:latin typeface="+mn-lt"/>
              </a:rPr>
              <a:t>Illa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ripuganhangal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kkadikaaramallal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peduththeeduvaan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67265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8100" y="1227536"/>
            <a:ext cx="12070080" cy="2308324"/>
          </a:xfrm>
        </p:spPr>
        <p:txBody>
          <a:bodyPr anchor="t"/>
          <a:lstStyle/>
          <a:p>
            <a:pPr algn="l">
              <a:tabLst>
                <a:tab pos="469900" algn="l"/>
              </a:tabLst>
            </a:pPr>
            <a:r>
              <a:rPr lang="ml-IN" sz="3600" b="1" dirty="0">
                <a:latin typeface="Kartika" panose="02020503030404060203" pitchFamily="18" charset="0"/>
              </a:rPr>
              <a:t>7	ശാന്തതയോടു കര്‍ത്താ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തിരുമുമ്പില്‍ ചന്തമായിന്നുറങ്ങി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സന്തോഷമോടുണരേണം ഞാന്‍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തിരുകാന്തി കണ്ടുല്ലസിപ്പാന്‍ -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57412" y="0"/>
            <a:ext cx="61266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012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13AC80-D41F-485C-AB10-88B3EE9C5689}"/>
              </a:ext>
            </a:extLst>
          </p:cNvPr>
          <p:cNvSpPr/>
          <p:nvPr/>
        </p:nvSpPr>
        <p:spPr>
          <a:xfrm>
            <a:off x="762000" y="3535860"/>
            <a:ext cx="11430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Shaanthathayodu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karthaa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Thirumunbil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chanthamaayinnurangi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Santhoshamod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unharenham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njaan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thiru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kaanthi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kandullassippaan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76141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102</Words>
  <Application>Microsoft Office PowerPoint</Application>
  <PresentationFormat>Widescreen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Kartika</vt:lpstr>
      <vt:lpstr>Office Theme</vt:lpstr>
      <vt:lpstr>012 ഇന്നു പകല്‍ മുഴുവന്‍</vt:lpstr>
      <vt:lpstr>1 ഇന്നു പകല്‍ മുഴുവന്‍  കരുണയോ-ടെന്നെ സൂക്ഷിച്ചവനേ  നന്ദിയോടെ തിരുനാമത്തിന്നു സദാ  വന്ദനം ചെയ്തിടുന്നേന്‍</vt:lpstr>
      <vt:lpstr>2 അന്നവസ്ത്രാദികളും    സുഖം ബലമെന്നിവകള്‍ സമസ്തം  തന്നടിയാനെ നിത്യം  പോറ്റീടുന്ന ഉന്നതന്‍ നീ പരനേ!</vt:lpstr>
      <vt:lpstr>3 മന്നിടം തന്നിലിന്നും   പലജനം ഖിന്നരായ് മേവിടുമ്പോൾ   നിന്നടിയാനു സുഖം  തന്ന കൃപ വന്ദനീയം പരനേ!</vt:lpstr>
      <vt:lpstr>4 തെറ്റുകുറ്റങ്ങളെന്നിൽ  വന്നതളവറ്റ നിന്‍റെ കൃപയാൽ   മുറ്റും ക്ഷമിക്കേണമേ   അടിയനെ  ഉറ്റു സ്നേഹിപ്പവനേ!</vt:lpstr>
      <vt:lpstr>5 എന്‍ കരുണേശനുടെ   ബലമെഴും തങ്കനാമമെനിക്കു  സങ്കേത പട്ടണമാം   അതിലഹം ശങ്കയെന്യേ വസിക്കും</vt:lpstr>
      <vt:lpstr>6 വല്ലഭന്‍ നീ ഉറങ്ങാതെ   നിന്നെന്നെ നല്ലപോല്‍കാത്തിടുമ്പോൾ  ഇല്ലരിപുഗണങ്ങള്‍ -   ക്കധികാരമല്ലല്‍ പെടുത്തീടുവാന്‍</vt:lpstr>
      <vt:lpstr>7 ശാന്തതയോടു കര്‍ത്താ   തിരുമുമ്പില്‍ ചന്തമായിന്നുറങ്ങി  സന്തോഷമോടുണരേണം ഞാന്‍   തിരുകാന്തി കണ്ടുല്ലസിപ്പാന്‍ -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Innu pakal muzhuvan</dc:title>
  <dc:creator>Digital Input:; GM JOHN; Acsah Mathews</dc:creator>
  <cp:lastModifiedBy>Acsah Mathews</cp:lastModifiedBy>
  <cp:revision>102</cp:revision>
  <dcterms:created xsi:type="dcterms:W3CDTF">2013-04-19T09:19:07Z</dcterms:created>
  <dcterms:modified xsi:type="dcterms:W3CDTF">2018-12-03T19:29:21Z</dcterms:modified>
</cp:coreProperties>
</file>