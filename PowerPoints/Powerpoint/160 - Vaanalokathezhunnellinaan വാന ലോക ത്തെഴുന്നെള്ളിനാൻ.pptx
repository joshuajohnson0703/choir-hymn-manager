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70" r:id="rId3"/>
    <p:sldId id="274" r:id="rId4"/>
    <p:sldId id="278" r:id="rId5"/>
    <p:sldId id="275" r:id="rId6"/>
    <p:sldId id="279" r:id="rId7"/>
    <p:sldId id="276" r:id="rId8"/>
    <p:sldId id="280" r:id="rId9"/>
    <p:sldId id="277" r:id="rId10"/>
    <p:sldId id="281" r:id="rId1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48C0B9-864C-4F7E-9CD3-FDE9B53F8F32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CFFE5A-E981-4B32-A9EB-39D31ED44B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B6674A-78D7-440A-B48F-DAE41E505E58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561A3E-0903-40F5-A5E7-975506CADD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EC513B-9128-4814-9044-140B902C0CEA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BA5D1E-E40C-4483-ABA2-43230A22B2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5CA085-86A8-43E8-843B-51286EE7A915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44BF0B-E2A9-4F3D-BF98-00CA9FB03B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C2F56F-05F7-402D-9988-4459959D71BF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3B650D-67F2-433B-B34B-081850D126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EAC64D-3BC2-4053-91B9-AE559832CF82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387E4B-C66D-45A1-B707-922A8752C3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B89777-73D8-4226-B2CB-FD481D1227C8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43453C-166F-40F4-B9BB-2F993B9513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392392-C852-4580-9F60-7E6E897CE3BD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569ADE-6E2C-40F7-8346-9C5C7BD383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93AD5E-996B-4CB5-B63C-BCE689E4D08D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EB406F-0FAB-4206-980A-298AB1C87D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C04284-F002-4AFC-B091-074BECF48315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2CD1A2-6A7B-40B8-B61E-0CE23F055D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9FA789-488E-4DF7-9470-234D58FB7AB4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1432F6-6C52-4D3B-9264-BE8C348AC9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3E6C1FA-D806-43F5-8CEB-F627DCA68B0B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4618E23-0C99-4691-B6C2-922D1CE049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DDC53-F450-49A8-A537-7AD1136AD9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160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വാന ലോക ത്തെഴുന്നെള്ളിനാൻ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CA4A8E-C708-48B7-A16D-AB745C802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Vaanalokathezhunnellhinaan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08E81E-EE80-4985-A8AC-D01C3FD35A13}"/>
              </a:ext>
            </a:extLst>
          </p:cNvPr>
          <p:cNvSpPr/>
          <p:nvPr/>
        </p:nvSpPr>
        <p:spPr>
          <a:xfrm>
            <a:off x="1828800" y="5111749"/>
            <a:ext cx="33153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(യുസ്തുസ് യൌസേഫ്)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85D84A-5932-4365-ACEB-3E3A64CFEE08}"/>
              </a:ext>
            </a:extLst>
          </p:cNvPr>
          <p:cNvSpPr/>
          <p:nvPr/>
        </p:nvSpPr>
        <p:spPr>
          <a:xfrm>
            <a:off x="8610600" y="5105400"/>
            <a:ext cx="23929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</a:t>
            </a:r>
            <a:r>
              <a:rPr lang="en-US" sz="2000" dirty="0" err="1">
                <a:solidFill>
                  <a:schemeClr val="accent2"/>
                </a:solidFill>
              </a:rPr>
              <a:t>Yusthus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 err="1">
                <a:solidFill>
                  <a:schemeClr val="accent2"/>
                </a:solidFill>
              </a:rPr>
              <a:t>Youseph</a:t>
            </a:r>
            <a:r>
              <a:rPr lang="en-US" sz="2000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89843366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219908"/>
            <a:ext cx="12192000" cy="3657600"/>
          </a:xfrm>
        </p:spPr>
        <p:txBody>
          <a:bodyPr anchor="t"/>
          <a:lstStyle/>
          <a:p>
            <a:pPr defTabSz="398463">
              <a:defRPr/>
            </a:pPr>
            <a:r>
              <a:rPr lang="ml-IN" sz="2600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വാന ലോക ത്തെഴുന്നെള്ളിനാൻ ശ്രീയേശു നാഥൻ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വാന ലോകത്തെഴുന്നെള്ളിനാൻ</a:t>
            </a:r>
            <a:br>
              <a:rPr lang="ml-IN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600" i="1" dirty="0">
                <a:latin typeface="Kartika" panose="02020503030404060203" pitchFamily="18" charset="0"/>
                <a:cs typeface="Kartika" panose="02020503030404060203" pitchFamily="18" charset="0"/>
              </a:rPr>
              <a:t>അനുപല്ലവി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വാന ലോകത്തെഴുന്നെള്ളിനാ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നൊലിവു മലയിൽ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ന്നാനന മുയർത്തി ശിഷ്യർ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വാനിൽ നോക്കി നിന്നിടവേ</a:t>
            </a:r>
            <a:b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				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- വാന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4207BF-D9AE-42B6-BB4D-18A9529C0324}"/>
              </a:ext>
            </a:extLst>
          </p:cNvPr>
          <p:cNvSpPr/>
          <p:nvPr/>
        </p:nvSpPr>
        <p:spPr>
          <a:xfrm>
            <a:off x="0" y="3714215"/>
            <a:ext cx="12192000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i="1" dirty="0">
                <a:solidFill>
                  <a:schemeClr val="tx2"/>
                </a:solidFill>
                <a:latin typeface="+mn-lt"/>
              </a:rPr>
              <a:t>Pallavi </a:t>
            </a:r>
          </a:p>
          <a:p>
            <a:pPr algn="ctr"/>
            <a:r>
              <a:rPr lang="en-US" sz="3400" b="1" dirty="0">
                <a:solidFill>
                  <a:schemeClr val="tx2"/>
                </a:solidFill>
                <a:latin typeface="+mn-lt"/>
              </a:rPr>
              <a:t>Vaanalokathezhunnellhinaan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shreeyeshu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naadhan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Vaanalokathiezhunnellhinaan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2400" i="1" dirty="0" err="1">
                <a:solidFill>
                  <a:schemeClr val="tx2"/>
                </a:solidFill>
                <a:latin typeface="+mn-lt"/>
              </a:rPr>
              <a:t>Anupallavi</a:t>
            </a:r>
            <a:endParaRPr lang="en-US" sz="2400" i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Vaanalokathezhunnellhinaanolivu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malayil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Nnanana-muyarthi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fi-FI" sz="3400" b="1" dirty="0">
                <a:solidFill>
                  <a:schemeClr val="tx2"/>
                </a:solidFill>
                <a:latin typeface="+mn-lt"/>
              </a:rPr>
              <a:t>Shishyar vaanil nokki ninnidave 	-vaana… 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3209092"/>
          </a:xfrm>
        </p:spPr>
        <p:txBody>
          <a:bodyPr anchor="t"/>
          <a:lstStyle/>
          <a:p>
            <a:pPr algn="l" defTabSz="398463"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വിണ്ണുലകത്തിൽ നിന്നിറങ്ങി- മനുജനായി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വന്നു മൽഗുരുവായ് വിളങ്ങി...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പൊന്നു ശിഷ്യരോടുപദേശം- നന്മ ചെയ്തു ന-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ടന്നറിയിച്ചു സുവിശേഷം....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മന്നിട ത്തുള്ളോർക്കും ചോര-ചിന്നി മരിച്ചു മരണം-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വെന്നുയിർത്തു നാല്പതാം നാളിന്നിലം വിട്ടുജയമായ്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4207BF-D9AE-42B6-BB4D-18A9529C0324}"/>
              </a:ext>
            </a:extLst>
          </p:cNvPr>
          <p:cNvSpPr/>
          <p:nvPr/>
        </p:nvSpPr>
        <p:spPr>
          <a:xfrm>
            <a:off x="0" y="3811012"/>
            <a:ext cx="11430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>
                <a:solidFill>
                  <a:schemeClr val="tx2"/>
                </a:solidFill>
                <a:latin typeface="+mn-lt"/>
              </a:rPr>
              <a:t>Vinnhulakaththil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ninnirhangi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manujanaayi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Vannu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malguruvay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vilhanghi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… </a:t>
            </a: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Chonnu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shishyarodupadesham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nanma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cheythu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nadannariyichu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suvishesham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… </a:t>
            </a: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Mannidathullhorkku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chora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chinni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marichu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maranham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- </a:t>
            </a: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vennuyirhthu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naalpathaam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naalhinnilam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vittu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jayamai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4031025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53893"/>
            <a:ext cx="12192000" cy="1989892"/>
          </a:xfrm>
        </p:spPr>
        <p:txBody>
          <a:bodyPr anchor="t"/>
          <a:lstStyle/>
          <a:p>
            <a:pPr defTabSz="398463">
              <a:defRPr/>
            </a:pP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വാന ലോക ത്തെഴുന്നെള്ളിനാൻ ശ്രീയേശു നാഥൻ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വാന ലോകത്തെഴുന്നെള്ളിനാൻ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4207BF-D9AE-42B6-BB4D-18A9529C0324}"/>
              </a:ext>
            </a:extLst>
          </p:cNvPr>
          <p:cNvSpPr/>
          <p:nvPr/>
        </p:nvSpPr>
        <p:spPr>
          <a:xfrm>
            <a:off x="0" y="3714215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tx2"/>
                </a:solidFill>
                <a:latin typeface="+mn-lt"/>
              </a:rPr>
              <a:t>Vaanalokathezhunnellhinaan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shreeyeshu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naadhan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Vaanalokathiezhunnellhinaan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3475958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3209092"/>
          </a:xfrm>
        </p:spPr>
        <p:txBody>
          <a:bodyPr anchor="t"/>
          <a:lstStyle/>
          <a:p>
            <a:pPr algn="l" defTabSz="398463"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മെല്കിസദേക്കിന്‍റെ ക്രമത്തിൽ- പുരോഹിതവേ-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ലയ്ക്കു തന്‍റെ സ്വന്ത രക്തത്തെ...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തൃക്കരത്തങ്ക ത്തളികയിൽ- ഏന്തിയതിങ്കൽ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മുക്കിയ വിരലുള്ളവനായ്...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ഇക്കുല പാപ മൊക്കയ്ക്കും തക്ക പരിഹാരം- ചെയ് വാൻ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സ്വർഗ്ഗമാം വിശുദ്ധസ്ഥലം നോക്കി മഹാപുരോഹിതൻ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4207BF-D9AE-42B6-BB4D-18A9529C0324}"/>
              </a:ext>
            </a:extLst>
          </p:cNvPr>
          <p:cNvSpPr/>
          <p:nvPr/>
        </p:nvSpPr>
        <p:spPr>
          <a:xfrm>
            <a:off x="0" y="3811012"/>
            <a:ext cx="11430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>
                <a:solidFill>
                  <a:schemeClr val="tx2"/>
                </a:solidFill>
                <a:latin typeface="+mn-lt"/>
              </a:rPr>
              <a:t>Melkisedekkinte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kramathil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–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purohithave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lakku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thante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swantha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rakthathe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Thrikarathankaththalhikayil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enthiyathinkal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mukkiya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viralullhavanaai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Ikkula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paapamokkaykkum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thakka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parihaaram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cheyvaan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Swargamaam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vishudhasthalam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nokki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mahaa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purohithan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747776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53893"/>
            <a:ext cx="12192000" cy="1989892"/>
          </a:xfrm>
        </p:spPr>
        <p:txBody>
          <a:bodyPr anchor="t"/>
          <a:lstStyle/>
          <a:p>
            <a:pPr defTabSz="398463">
              <a:defRPr/>
            </a:pP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വാന ലോക ത്തെഴുന്നെള്ളിനാൻ ശ്രീയേശു നാഥൻ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വാന ലോകത്തെഴുന്നെള്ളിനാൻ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4207BF-D9AE-42B6-BB4D-18A9529C0324}"/>
              </a:ext>
            </a:extLst>
          </p:cNvPr>
          <p:cNvSpPr/>
          <p:nvPr/>
        </p:nvSpPr>
        <p:spPr>
          <a:xfrm>
            <a:off x="0" y="3714215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tx2"/>
                </a:solidFill>
                <a:latin typeface="+mn-lt"/>
              </a:rPr>
              <a:t>Vaanalokathezhunnellhinaan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shreeyeshu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naadhan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Vaanalokathiezhunnellhinaan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4627170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3209092"/>
          </a:xfrm>
        </p:spPr>
        <p:txBody>
          <a:bodyPr anchor="t"/>
          <a:lstStyle/>
          <a:p>
            <a:pPr algn="l" defTabSz="398463"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തന്നിൽ വിശ്വസിക്കുന്നോർക്കായി-ട്ടഴിവില്ലാത്ത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മന്ദിര മതൊരുക്കുവാനായി...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 മവരോടിരിപ്പാനായ്- സത്യാത്മാവെ പ-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കർന്നവർക്കു കൊടുപ്പാനായി...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ഉന്നതൻ വല ഭാഗത്തിരുന്നു- പക്ഷവാദം ചെയ്തു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തന്നുടയോർക്കു മോചനം തന്നു-രക്ഷിപ്പതിനായി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4207BF-D9AE-42B6-BB4D-18A9529C0324}"/>
              </a:ext>
            </a:extLst>
          </p:cNvPr>
          <p:cNvSpPr/>
          <p:nvPr/>
        </p:nvSpPr>
        <p:spPr>
          <a:xfrm>
            <a:off x="0" y="3811012"/>
            <a:ext cx="11430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>
                <a:solidFill>
                  <a:schemeClr val="tx2"/>
                </a:solidFill>
                <a:latin typeface="+mn-lt"/>
              </a:rPr>
              <a:t>Thannil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vishwasikkunnorkkayi-ttazhivillatha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mandiramorukkuvaanayi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Ennumavarodiripponai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sathyaathmave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pa-</a:t>
            </a: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karnnaverkku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koduppanaayi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Unnathan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valabhaagathirunnu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pakshavaadam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cheythu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Thannudayorkku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mochanam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thannu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rakshippathinayi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0875057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53893"/>
            <a:ext cx="12192000" cy="1989892"/>
          </a:xfrm>
        </p:spPr>
        <p:txBody>
          <a:bodyPr anchor="t"/>
          <a:lstStyle/>
          <a:p>
            <a:pPr defTabSz="398463">
              <a:defRPr/>
            </a:pP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വാന ലോക ത്തെഴുന്നെള്ളിനാൻ ശ്രീയേശു നാഥൻ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വാന ലോകത്തെഴുന്നെള്ളിനാൻ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4207BF-D9AE-42B6-BB4D-18A9529C0324}"/>
              </a:ext>
            </a:extLst>
          </p:cNvPr>
          <p:cNvSpPr/>
          <p:nvPr/>
        </p:nvSpPr>
        <p:spPr>
          <a:xfrm>
            <a:off x="0" y="3714215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tx2"/>
                </a:solidFill>
                <a:latin typeface="+mn-lt"/>
              </a:rPr>
              <a:t>Vaanalokathezhunnellhinaan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shreeyeshu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naadhan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Vaanalokathiezhunnellhinaan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9943501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3209092"/>
          </a:xfrm>
        </p:spPr>
        <p:txBody>
          <a:bodyPr anchor="t"/>
          <a:lstStyle/>
          <a:p>
            <a:pPr algn="l" defTabSz="398463"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സേനയിൻ കർത്തൻ പരിശുദ്ധൻ - എന്നു സ്വർഗ്ഗീയ-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സേനകൾ സ്തുതിച്ചു പാടവേ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വാന മാർന്ന ശിഷ്യർ മുഖത്തേൽ തിരു കടാക്ഷം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വീണു വിടർന്നു വിളങ്ങവേ...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വാനവർ സാക്ഷി നൽകവേ-മാനവർ പാപം നീങ്ങവെ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കാണികൾ കാഴ്ചയിൽ നിന്നു-വാന മേഘത്തിൽ മറഞ്ഞു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4207BF-D9AE-42B6-BB4D-18A9529C0324}"/>
              </a:ext>
            </a:extLst>
          </p:cNvPr>
          <p:cNvSpPr/>
          <p:nvPr/>
        </p:nvSpPr>
        <p:spPr>
          <a:xfrm>
            <a:off x="0" y="3811012"/>
            <a:ext cx="11430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Senayin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karthan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parishudhan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ennu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swargeeya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senakalh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sthuthichu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paadave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Vaanamaarnna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shishyar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mukhathil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thirukadaksham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veenhu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vilhangave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Vaanavar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saakshi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nilkave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maanavar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paapam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neengave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Kaanhikalh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kaazhchayil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ninnu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vaanameghathil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marhanju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024680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53893"/>
            <a:ext cx="12192000" cy="1989892"/>
          </a:xfrm>
        </p:spPr>
        <p:txBody>
          <a:bodyPr anchor="t"/>
          <a:lstStyle/>
          <a:p>
            <a:pPr defTabSz="398463">
              <a:defRPr/>
            </a:pP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വാന ലോക ത്തെഴുന്നെള്ളിനാൻ ശ്രീയേശു നാഥൻ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വാന ലോകത്തെഴുന്നെള്ളിനാൻ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4207BF-D9AE-42B6-BB4D-18A9529C0324}"/>
              </a:ext>
            </a:extLst>
          </p:cNvPr>
          <p:cNvSpPr/>
          <p:nvPr/>
        </p:nvSpPr>
        <p:spPr>
          <a:xfrm>
            <a:off x="0" y="3714215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tx2"/>
                </a:solidFill>
                <a:latin typeface="+mn-lt"/>
              </a:rPr>
              <a:t>Vaanalokathezhunnellhinaan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shreeyeshu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naadhan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Vaanalokathiezhunnellhinaan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6991290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689</TotalTime>
  <Words>158</Words>
  <Application>Microsoft Office PowerPoint</Application>
  <PresentationFormat>Widescreen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Kartika</vt:lpstr>
      <vt:lpstr>Office Theme</vt:lpstr>
      <vt:lpstr>160 വാന ലോക ത്തെഴുന്നെള്ളിനാൻ</vt:lpstr>
      <vt:lpstr>പല്ലവി വാന ലോക ത്തെഴുന്നെള്ളിനാൻ ശ്രീയേശു നാഥൻ വാന ലോകത്തെഴുന്നെള്ളിനാൻ  അനുപല്ലവി വാന ലോകത്തെഴുന്നെള്ളിനാ-നൊലിവു മലയിൽ നി- ന്നാനന മുയർത്തി ശിഷ്യർ - വാനിൽ നോക്കി നിന്നിടവേ                           - വാന </vt:lpstr>
      <vt:lpstr>വിണ്ണുലകത്തിൽ നിന്നിറങ്ങി- മനുജനായി വന്നു മൽഗുരുവായ് വിളങ്ങി... പൊന്നു ശിഷ്യരോടുപദേശം- നന്മ ചെയ്തു ന- ടന്നറിയിച്ചു സുവിശേഷം.... മന്നിട ത്തുള്ളോർക്കും ചോര-ചിന്നി മരിച്ചു മരണം- വെന്നുയിർത്തു നാല്പതാം നാളിന്നിലം വിട്ടുജയമായ്</vt:lpstr>
      <vt:lpstr> വാന ലോക ത്തെഴുന്നെള്ളിനാൻ ശ്രീയേശു നാഥൻ വാന ലോകത്തെഴുന്നെള്ളിനാൻ</vt:lpstr>
      <vt:lpstr>മെല്കിസദേക്കിന്‍റെ ക്രമത്തിൽ- പുരോഹിതവേ- ലയ്ക്കു തന്‍റെ സ്വന്ത രക്തത്തെ... തൃക്കരത്തങ്ക ത്തളികയിൽ- ഏന്തിയതിങ്കൽ മുക്കിയ വിരലുള്ളവനായ്... ഇക്കുല പാപ മൊക്കയ്ക്കും തക്ക പരിഹാരം- ചെയ് വാൻ സ്വർഗ്ഗമാം വിശുദ്ധസ്ഥലം നോക്കി മഹാപുരോഹിതൻ</vt:lpstr>
      <vt:lpstr> വാന ലോക ത്തെഴുന്നെള്ളിനാൻ ശ്രീയേശു നാഥൻ വാന ലോകത്തെഴുന്നെള്ളിനാൻ</vt:lpstr>
      <vt:lpstr>തന്നിൽ വിശ്വസിക്കുന്നോർക്കായി-ട്ടഴിവില്ലാത്ത മന്ദിര മതൊരുക്കുവാനായി... എന്നു മവരോടിരിപ്പാനായ്- സത്യാത്മാവെ പ- കർന്നവർക്കു കൊടുപ്പാനായി... ഉന്നതൻ വല ഭാഗത്തിരുന്നു- പക്ഷവാദം ചെയ്തു തന്നുടയോർക്കു മോചനം തന്നു-രക്ഷിപ്പതിനായി </vt:lpstr>
      <vt:lpstr> വാന ലോക ത്തെഴുന്നെള്ളിനാൻ ശ്രീയേശു നാഥൻ വാന ലോകത്തെഴുന്നെള്ളിനാൻ</vt:lpstr>
      <vt:lpstr>സേനയിൻ കർത്തൻ പരിശുദ്ധൻ - എന്നു സ്വർഗ്ഗീയ- സേനകൾ സ്തുതിച്ചു പാടവേ വാന മാർന്ന ശിഷ്യർ മുഖത്തേൽ തിരു കടാക്ഷം വീണു വിടർന്നു വിളങ്ങവേ... വാനവർ സാക്ഷി നൽകവേ-മാനവർ പാപം നീങ്ങവെ  കാണികൾ കാഴ്ചയിൽ നിന്നു-വാന മേഘത്തിൽ മറഞ്ഞു</vt:lpstr>
      <vt:lpstr> വാന ലോക ത്തെഴുന്നെള്ളിനാൻ ശ്രീയേശു നാഥൻ വാന ലോകത്തെഴുന്നെള്ളിനാൻ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Vaanalokathezhunnelinaan</dc:title>
  <dc:creator>Digital Input:;GM JOHN</dc:creator>
  <cp:lastModifiedBy>Acsah Mathews</cp:lastModifiedBy>
  <cp:revision>257</cp:revision>
  <dcterms:created xsi:type="dcterms:W3CDTF">2013-04-19T09:19:07Z</dcterms:created>
  <dcterms:modified xsi:type="dcterms:W3CDTF">2018-11-06T16:47:51Z</dcterms:modified>
</cp:coreProperties>
</file>