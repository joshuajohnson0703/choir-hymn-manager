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4" r:id="rId4"/>
    <p:sldId id="275" r:id="rId5"/>
    <p:sldId id="277" r:id="rId6"/>
    <p:sldId id="276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84144-3971-4B4B-89D6-0D401EE7410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92F13-B8FF-4F8B-9ADF-EF82D5C8A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91876-6D84-4689-864B-85934294876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AD868-AA12-4332-B6C6-90D81B8ECE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23ABD-C45F-40C5-B9A9-9BF4DB4424F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43F1E-B117-4390-BCF7-E0FF5F740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00470-D2AD-4BD5-9957-E110609C78D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CC5FF-8462-4868-A6C1-20FFFF235E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E06FC-66C5-4B80-A3B7-42C7E4DC3FC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D79A7-3B4E-40D5-8831-8D2A99D186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47DFB-3430-486E-9E1D-CD58B75D9B1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36CB8-6552-450D-B5C9-43D4D2137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EFEC6-F073-415A-831F-AAC7398EEC3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15A83-CA92-450C-AB08-55471AB567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2B0E8-4A8C-4159-8543-49F4A510AB6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5D548-AF9B-4CE3-B462-6E0D63064A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575E1-F30A-42AA-B30F-0EED28CF914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CEBE3-5567-4C01-B216-59D85AFC9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C0401-7871-4D63-9F13-C77490A0F57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2D4DC-5B62-45E6-AC96-CA9A049A93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22901-4A9F-4C6E-8734-8E7A89CCB8B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6F98C-2CB4-4094-A1AF-5945FA51C8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8DD330-EDFA-4966-BC51-AA3B2503CB0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06ED18-0E78-4660-AF35-CC3BBE9E38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F7C79-9DA3-4B1C-8176-684BB8B5B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289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കര്‍ത്തൃകാഹളം യുഗാന്ത്യകാലത്തില്‍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CE989-5E79-482A-8262-CD2338EEF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Karthrukaahalham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yugaanthya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kaalathil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400" i="1" dirty="0"/>
              <a:t>When the trumpet of the Lord shall sound - J.B. Black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0462109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819400"/>
          </a:xfrm>
        </p:spPr>
        <p:txBody>
          <a:bodyPr anchor="t"/>
          <a:lstStyle/>
          <a:p>
            <a:pPr algn="l" defTabSz="347663">
              <a:lnSpc>
                <a:spcPct val="125000"/>
              </a:lnSpc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കര്‍ത്തൃകാഹളം യുഗാന്ത്യകാലത്തില്‍ ധ്വനിക്കുമ്പോള്‍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നിത്യമാം പ്രഭാത ശോഭിതത്തിന്‍ നാള്‍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പാര്‍ത്തലേ രക്ഷപ്പെട്ടോ രക്കരെ കൂടി ആകാശെ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പേര്‍വിളിക്കും നേരം കാണും  എന്‍ പേരും!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43E21-CD81-40CE-91B7-FEBDD06EB1AF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53F3-F12F-4E02-B1BB-FE91F446C1D4}"/>
              </a:ext>
            </a:extLst>
          </p:cNvPr>
          <p:cNvSpPr/>
          <p:nvPr/>
        </p:nvSpPr>
        <p:spPr>
          <a:xfrm>
            <a:off x="0" y="3700046"/>
            <a:ext cx="11353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Karthrukaahalham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yugaanthya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kaalathil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dhwanikkumbol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Nithyamaam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prabhaatha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shobhithatthin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Paarthale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rakshapetto-rakkare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aakashe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da-DK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Perh vilhikkum neram kaanhum en perum!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860" y="338554"/>
            <a:ext cx="12192000" cy="2819400"/>
          </a:xfrm>
        </p:spPr>
        <p:txBody>
          <a:bodyPr anchor="t"/>
          <a:lstStyle/>
          <a:p>
            <a:pPr defTabSz="347663">
              <a:lnSpc>
                <a:spcPct val="125000"/>
              </a:lnSpc>
            </a:pP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പേരും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53F3-F12F-4E02-B1BB-FE91F446C1D4}"/>
              </a:ext>
            </a:extLst>
          </p:cNvPr>
          <p:cNvSpPr/>
          <p:nvPr/>
        </p:nvSpPr>
        <p:spPr>
          <a:xfrm>
            <a:off x="0" y="353064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perum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9049304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50520" y="943477"/>
            <a:ext cx="11811000" cy="2756569"/>
          </a:xfrm>
        </p:spPr>
        <p:txBody>
          <a:bodyPr anchor="t"/>
          <a:lstStyle/>
          <a:p>
            <a:pPr algn="l" defTabSz="347663">
              <a:lnSpc>
                <a:spcPct val="125000"/>
              </a:lnSpc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ക്രിസ്തനില്‍ നിദ്ര കൊണ്ടോരീ ശോഭിത പ്രഭാതത്തില്‍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ക്രിസ്തുശോഭ ധരിപ്പാനുയിര്‍ത്തു തന്‍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ഭക്തര്‍ ഭവനേ ആകാശ മപ്പുറം കൂടിടുമ്പോള്‍</a:t>
            </a:r>
            <a:b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പേര്‍വിളിക്കും നേരം കാണും  എന്‍ പേരും!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43E21-CD81-40CE-91B7-FEBDD06EB1AF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53F3-F12F-4E02-B1BB-FE91F446C1D4}"/>
              </a:ext>
            </a:extLst>
          </p:cNvPr>
          <p:cNvSpPr/>
          <p:nvPr/>
        </p:nvSpPr>
        <p:spPr>
          <a:xfrm>
            <a:off x="0" y="3700046"/>
            <a:ext cx="11353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Kristhanil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nidrakondoree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shobhitha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prabhaathatthil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Kristhashobha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dharippanuyirtthu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than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Bhakthar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bhavane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aakashamappurham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koodidumbolh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da-DK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Perh vilhikkum neram kaanhum en perum!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44248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860" y="338554"/>
            <a:ext cx="12192000" cy="2819400"/>
          </a:xfrm>
        </p:spPr>
        <p:txBody>
          <a:bodyPr anchor="t"/>
          <a:lstStyle/>
          <a:p>
            <a:pPr defTabSz="347663">
              <a:lnSpc>
                <a:spcPct val="125000"/>
              </a:lnSpc>
            </a:pP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പേരും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53F3-F12F-4E02-B1BB-FE91F446C1D4}"/>
              </a:ext>
            </a:extLst>
          </p:cNvPr>
          <p:cNvSpPr/>
          <p:nvPr/>
        </p:nvSpPr>
        <p:spPr>
          <a:xfrm>
            <a:off x="0" y="353064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perum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84021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2192000" cy="2593539"/>
          </a:xfrm>
        </p:spPr>
        <p:txBody>
          <a:bodyPr anchor="t"/>
          <a:lstStyle/>
          <a:p>
            <a:pPr algn="l" defTabSz="347663">
              <a:lnSpc>
                <a:spcPct val="125000"/>
              </a:lnSpc>
            </a:pP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കര്‍ത്തന്‍ പേര്‍ക്കു രാപ്പകല്‍ അദ്ധ്വാനം ഞാന്‍ ചെയ്തിങ്ങനെ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വാര്‍ത്ത ഞാന്‍ ചൊല്ലീടട്ടെ തന്‍ സ്നേഹത്തിൻ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പാര്‍ത്തലത്തില്‍ എന്‍റെ വേല തീര്‍ത്തി ജ്ജീവി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താന്ത്യത്തില്‍</a:t>
            </a:r>
            <a:b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പേര്‍വിളിക്കും നേരം കാണും  എന്‍ പേരും!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43E21-CD81-40CE-91B7-FEBDD06EB1AF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53F3-F12F-4E02-B1BB-FE91F446C1D4}"/>
              </a:ext>
            </a:extLst>
          </p:cNvPr>
          <p:cNvSpPr/>
          <p:nvPr/>
        </p:nvSpPr>
        <p:spPr>
          <a:xfrm>
            <a:off x="0" y="3700046"/>
            <a:ext cx="11353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Karthan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perhkku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raapakal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cheythingane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Vaartha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chollidatte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snehatthin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Paarthalathil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vela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theerthi-jeevithaanthyathil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da-DK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Perh vilhikkum neram kaanhum en perum! </a:t>
            </a:r>
          </a:p>
        </p:txBody>
      </p:sp>
    </p:spTree>
    <p:extLst>
      <p:ext uri="{BB962C8B-B14F-4D97-AF65-F5344CB8AC3E}">
        <p14:creationId xmlns:p14="http://schemas.microsoft.com/office/powerpoint/2010/main" val="69831114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860" y="338554"/>
            <a:ext cx="12192000" cy="2819400"/>
          </a:xfrm>
        </p:spPr>
        <p:txBody>
          <a:bodyPr anchor="t"/>
          <a:lstStyle/>
          <a:p>
            <a:pPr defTabSz="347663">
              <a:lnSpc>
                <a:spcPct val="125000"/>
              </a:lnSpc>
            </a:pP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കാണും!</a:t>
            </a:r>
            <a:b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പേര്‍ വിളിക്കും നേരം കാണും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പേരും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53F3-F12F-4E02-B1BB-FE91F446C1D4}"/>
              </a:ext>
            </a:extLst>
          </p:cNvPr>
          <p:cNvSpPr/>
          <p:nvPr/>
        </p:nvSpPr>
        <p:spPr>
          <a:xfrm>
            <a:off x="0" y="353064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Perh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vilhikkum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perum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392510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181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289 കര്‍ത്തൃകാഹളം യുഗാന്ത്യകാലത്തില്‍</vt:lpstr>
      <vt:lpstr>കര്‍ത്തൃകാഹളം യുഗാന്ത്യകാലത്തില്‍ ധ്വനിക്കുമ്പോള്‍  നിത്യമാം പ്രഭാത ശോഭിതത്തിന്‍ നാള്‍  പാര്‍ത്തലേ രക്ഷപ്പെട്ടോ രക്കരെ കൂടി ആകാശെ  പേര്‍വിളിക്കും നേരം കാണും  എന്‍ പേരും!</vt:lpstr>
      <vt:lpstr>പേര്‍ വിളിക്കും നേരം കാണും!  പേര്‍ വിളിക്കും നേരം കാണും! പേര്‍ വിളിക്കും നേരം കാണും! പേര്‍ വിളിക്കും നേരം കാണും എന്‍ പേരും</vt:lpstr>
      <vt:lpstr>ക്രിസ്തനില്‍ നിദ്ര കൊണ്ടോരീ ശോഭിത പ്രഭാതത്തില്‍  ക്രിസ്തുശോഭ ധരിപ്പാനുയിര്‍ത്തു തന്‍  ഭക്തര്‍ ഭവനേ ആകാശ മപ്പുറം കൂടിടുമ്പോള്‍ പേര്‍വിളിക്കും നേരം കാണും  എന്‍ പേരും!</vt:lpstr>
      <vt:lpstr>പേര്‍ വിളിക്കും നേരം കാണും!  പേര്‍ വിളിക്കും നേരം കാണും! പേര്‍ വിളിക്കും നേരം കാണും! പേര്‍ വിളിക്കും നേരം കാണും എന്‍ പേരും</vt:lpstr>
      <vt:lpstr>കര്‍ത്തന്‍ പേര്‍ക്കു രാപ്പകല്‍ അദ്ധ്വാനം ഞാന്‍ ചെയ്തിങ്ങനെ വാര്‍ത്ത ഞാന്‍ ചൊല്ലീടട്ടെ തന്‍ സ്നേഹത്തിൻ  പാര്‍ത്തലത്തില്‍ എന്‍റെ വേല തീര്‍ത്തി ജ്ജീവി താന്ത്യത്തില്‍ പേര്‍വിളിക്കും നേരം കാണും  എന്‍ പേരും!</vt:lpstr>
      <vt:lpstr>പേര്‍ വിളിക്കും നേരം കാണും!  പേര്‍ വിളിക്കും നേരം കാണും! പേര്‍ വിളിക്കും നേരം കാണും! പേര്‍ വിളിക്കും നേരം കാണും എന്‍ പേരും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Karthrukaahalam yugaanthya</dc:title>
  <dc:creator>Digital Input:; GM JOHN; Acsah Mathews</dc:creator>
  <cp:lastModifiedBy>Acsah Mathews</cp:lastModifiedBy>
  <cp:revision>129</cp:revision>
  <dcterms:created xsi:type="dcterms:W3CDTF">2013-04-19T09:19:07Z</dcterms:created>
  <dcterms:modified xsi:type="dcterms:W3CDTF">2018-11-15T18:53:20Z</dcterms:modified>
</cp:coreProperties>
</file>