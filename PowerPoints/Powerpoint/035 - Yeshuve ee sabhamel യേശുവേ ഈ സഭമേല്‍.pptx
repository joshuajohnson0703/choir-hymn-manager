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73" r:id="rId3"/>
    <p:sldId id="275" r:id="rId4"/>
    <p:sldId id="276" r:id="rId5"/>
    <p:sldId id="277" r:id="rId6"/>
    <p:sldId id="278" r:id="rId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39" d="100"/>
          <a:sy n="39" d="100"/>
        </p:scale>
        <p:origin x="66" y="92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A56755-4CF2-462E-AEA6-E83C9EF75A3E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F2F6B6-5070-4240-93FE-D5EC0A0640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A13424-FF8F-43E9-AA43-0E7D383B4E60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C7CCB3-ED11-48FF-92F5-391240DAD0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77A06C-D2EB-4005-BC3F-BFC04EF28581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BDF099-4C77-404F-A57C-DA1C7DBFF8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DC03BC-B7E5-4E41-A9B9-F59FAC5C82D5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CBB2B3-C102-4584-9AD5-5E200C6123C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3A3BA6-4182-44DE-85DD-F1B042B055B3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05B0C6-79D5-431C-B041-3757B2ADB46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BDDBEC-7A4A-4E9A-B890-19698407D9FB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525F68-6EBE-4104-A047-3398649553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B83E46-0896-4FF4-89EA-F6BD4D8E193E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435B45-5E0C-4C4E-B253-74CAB8C087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37ECD2-BE63-477C-B9AC-9D2C6A08618D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0C0F86-002E-45C8-BDE2-120A5D205D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7D22FC-F726-4941-9353-9A800671C4D4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F5FC2D-C400-47E5-964B-F38D065D1D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9C5331-C630-4BAE-8780-78193FF302D5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27C319-C8F7-4040-879A-9B9C7E1B60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0C4B10-F3FE-456B-B813-99DE64EF2800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D14F47-880D-4148-A697-70B10E9824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FE099206-B4F9-4E95-BBB4-DFC5BD33CC9E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E643FA1-E056-4ED8-8C56-6BC9B0DD2D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0DF67-AF9B-4144-AD61-0DB774638B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35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യേശുവേ ഈ സഭമേല്‍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5FD83A-26CC-4F1A-A56E-34B69A489D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400" b="1" dirty="0" err="1">
                <a:solidFill>
                  <a:schemeClr val="tx2">
                    <a:lumMod val="75000"/>
                  </a:schemeClr>
                </a:solidFill>
              </a:rPr>
              <a:t>Yeshuvey</a:t>
            </a:r>
            <a:r>
              <a:rPr lang="en-US" sz="44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4400" b="1" dirty="0" err="1">
                <a:solidFill>
                  <a:schemeClr val="tx2">
                    <a:lumMod val="75000"/>
                  </a:schemeClr>
                </a:solidFill>
              </a:rPr>
              <a:t>ee</a:t>
            </a:r>
            <a:r>
              <a:rPr lang="en-US" sz="44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4400" b="1" dirty="0" err="1">
                <a:solidFill>
                  <a:schemeClr val="tx2">
                    <a:lumMod val="75000"/>
                  </a:schemeClr>
                </a:solidFill>
              </a:rPr>
              <a:t>sabhamel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261366681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2000" cy="3124200"/>
          </a:xfrm>
        </p:spPr>
        <p:txBody>
          <a:bodyPr anchor="t"/>
          <a:lstStyle/>
          <a:p>
            <a:pPr algn="l" defTabSz="401638"/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യേശുവേ ഈ സഭമേല്‍ ആശുവന്നാശിഷം താ </a:t>
            </a: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– </a:t>
            </a: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ബഹു</a:t>
            </a:r>
            <a:b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ആശയോടീ ദാസര്‍ ചെയ്യും യാചന കേള്‍ക്കണമേ! </a:t>
            </a:r>
            <a:b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																							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- യേശു...</a:t>
            </a:r>
            <a:br>
              <a:rPr lang="ml-IN" sz="1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നിന്തിരു വാക്യമെങ്ങും നല്‍വെളിവു കാട്ടിടുന്നു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സന്തതം കേള്‍പ്പവര്‍ക്കും സം‌രക്ഷണവുമതായ് 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–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പിന്നെ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എന്തു കൊണ്ടു പാപശീലം ഞങ്ങളില്‍ നീക്കമില്ല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?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												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- യേശു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.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..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9677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035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0C734EC-8376-4ADD-B228-C5607FBE3568}"/>
              </a:ext>
            </a:extLst>
          </p:cNvPr>
          <p:cNvSpPr/>
          <p:nvPr/>
        </p:nvSpPr>
        <p:spPr>
          <a:xfrm>
            <a:off x="0" y="3886200"/>
            <a:ext cx="12192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Yeshuvey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ee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sabhamel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aashuvannaashisham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thaa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- Bahu 	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	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aashayôdi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daasar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cheyyum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yaachana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kelhkenhamey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	-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yeshuve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…</a:t>
            </a:r>
          </a:p>
          <a:p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1.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Ninthiru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vaakyamengum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nalvelhivu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kaattidunnu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Santhatham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kelhppavarkkum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samrakshanhavumathaai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pinney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Enthu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kondu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paapa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sheelam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njangalhil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neekkamilla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? 		-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yeshuve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... </a:t>
            </a:r>
          </a:p>
        </p:txBody>
      </p:sp>
    </p:spTree>
    <p:extLst>
      <p:ext uri="{BB962C8B-B14F-4D97-AF65-F5344CB8AC3E}">
        <p14:creationId xmlns:p14="http://schemas.microsoft.com/office/powerpoint/2010/main" val="1403867718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2000" cy="2819400"/>
          </a:xfrm>
        </p:spPr>
        <p:txBody>
          <a:bodyPr anchor="t"/>
          <a:lstStyle/>
          <a:p>
            <a:pPr algn="l" defTabSz="401638"/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r>
              <a:rPr lang="ml-IN" sz="3000" b="1" dirty="0">
                <a:latin typeface="Kartika" panose="02020503030404060203" pitchFamily="18" charset="0"/>
              </a:rPr>
              <a:t>നിന്നുടെ പാടുകളെ - നീ നിനച്ചെങ്ങളുടെ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</a:rPr>
              <a:t>മന്നവ കേടുകളെ മായിച്ചരുളണമേ - തൃക്കണ്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‍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</a:rPr>
              <a:t>ഒന്നുകൂടെ നോക്കീടുകില്‍ ഉയിര്‍ഗുണരാം ഞങ്ങള്‍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യേശുവേ ഈ സഭമേല്‍ ആശുവന്നാശിഷം താ </a:t>
            </a: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– </a:t>
            </a: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ബഹു</a:t>
            </a:r>
            <a:b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ആശയോടീ ദാസര്‍ ചെയ്യും യാചന കേള്‍ക്കണമേ! </a:t>
            </a: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- യേശു...</a:t>
            </a:r>
            <a:endParaRPr lang="en-US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9677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035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0C734EC-8376-4ADD-B228-C5607FBE3568}"/>
              </a:ext>
            </a:extLst>
          </p:cNvPr>
          <p:cNvSpPr/>
          <p:nvPr/>
        </p:nvSpPr>
        <p:spPr>
          <a:xfrm>
            <a:off x="-30892" y="3995678"/>
            <a:ext cx="12192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2.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Ninnudey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paadukalhey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nee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ninachchenghalhudey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Mannava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kèdukalhey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maayichcharulenhamey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thrikkanh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Onnukoodey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nôkkidukil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uyirgunharaam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njangalh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Yeshuvey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ee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sabhamel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aashuvannaashisham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thaa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- Bahu 	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	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aashayôdi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daasar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cheyyum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yaachana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kelhkenhamey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 	-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yeshuve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569247638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2000" cy="2819400"/>
          </a:xfrm>
        </p:spPr>
        <p:txBody>
          <a:bodyPr anchor="t"/>
          <a:lstStyle/>
          <a:p>
            <a:pPr algn="l" defTabSz="401638"/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3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പാപമോ അല്ല നിന്‍റെ ബലിയതുതാന്‍ വലിപ്പം!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 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കോപമോ അല്ല നിന്‍റെ ഗുണം കൃപതാന്‍ വലിപ്പം! മന-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 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സ്താപമുള്ള രക്ഷാകരാ തള്ളരുതെങ്ങളെ നീ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യേശുവേ ഈ സഭമേല്‍ ആശുവന്നാശിഷം താ </a:t>
            </a: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– </a:t>
            </a: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ബഹു</a:t>
            </a:r>
            <a:b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ആശയോടീ ദാസര്‍ ചെയ്യും യാചന കേള്‍ക്കണമേ! - യേശു...</a:t>
            </a:r>
            <a:endParaRPr lang="en-US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9677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035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0C734EC-8376-4ADD-B228-C5607FBE3568}"/>
              </a:ext>
            </a:extLst>
          </p:cNvPr>
          <p:cNvSpPr/>
          <p:nvPr/>
        </p:nvSpPr>
        <p:spPr>
          <a:xfrm>
            <a:off x="0" y="3810000"/>
            <a:ext cx="12192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3.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Paapamo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alla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nintey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beliyathuthaan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valippam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Kôpamo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alla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nintey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gunham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kripathaan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valippam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mana-</a:t>
            </a:r>
          </a:p>
          <a:p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sthaapamullha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rakshaakaraa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thallharuthenghalhey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nee</a:t>
            </a:r>
          </a:p>
          <a:p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Yeshuvey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ee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sabhamel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aashuvannaashisham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thaa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- Bahu 	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	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aashayôdi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daasar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cheyyum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yaachana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kelhkenhamey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	-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yeshuve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704352172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2000" cy="2819400"/>
          </a:xfrm>
        </p:spPr>
        <p:txBody>
          <a:bodyPr anchor="t"/>
          <a:lstStyle/>
          <a:p>
            <a:pPr algn="l" defTabSz="401638"/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4 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താതനും ഞങ്ങളുടെ താതയും നീയല്ലയോ?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   </a:t>
            </a:r>
            <a:r>
              <a:rPr lang="ml-IN" sz="30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വേദവും ഞങ്ങളുടെ ബോധവും അങ്ങനെ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താൻ</a:t>
            </a:r>
            <a:r>
              <a:rPr lang="en-US" sz="30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ഇപ്പോൾ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  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മോദമായ് നീ താതന്‍ മുമ്പില്‍ വാദിച്ചരുള്‍ തരിക 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യേശുവേ ഈ സഭമേല്‍ ആശുവന്നാശിഷം താ </a:t>
            </a: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– </a:t>
            </a: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ബഹു</a:t>
            </a:r>
            <a:b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ആശയോടീ ദാസര്‍ ചെയ്യും യാചന കേള്‍ക്കണമേ! - യേശു...</a:t>
            </a:r>
            <a:endParaRPr lang="en-US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9677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035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0C734EC-8376-4ADD-B228-C5607FBE3568}"/>
              </a:ext>
            </a:extLst>
          </p:cNvPr>
          <p:cNvSpPr/>
          <p:nvPr/>
        </p:nvSpPr>
        <p:spPr>
          <a:xfrm>
            <a:off x="0" y="3650292"/>
            <a:ext cx="12192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4.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Thaathanum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njanghalhudey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thaathayum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neeyallayo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Vèdavum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njangalhudey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bodhavum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anganey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thaan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ippolh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</a:t>
            </a:r>
          </a:p>
          <a:p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Môdamaai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nee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thaathan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munbil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vaadichcharulh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tharika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Yeshuvey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ee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sabhamel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aashuvannaashisham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thaa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- Bahu 	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	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aashayôdi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daasar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cheyyum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yaachana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kelhkenhamey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	-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yeshuve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234308741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2000" cy="2819400"/>
          </a:xfrm>
        </p:spPr>
        <p:txBody>
          <a:bodyPr anchor="t"/>
          <a:lstStyle/>
          <a:p>
            <a:pPr algn="l" defTabSz="401638"/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5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മക്കളാം ഞങ്ങളിന്നു മധുരമോടെ പാടി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തക്കമേനിന്നു നിന്‍റെ ശരണം തേടുകയാല്‍ - ഇനി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ഇക്കരെ നിന്നക്കരെയിലെത്തുവോളം തുണയ്ക്ക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യേശുവേ ഈ സഭമേല്‍ ആശുവന്നാശിഷം താ </a:t>
            </a: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– </a:t>
            </a: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ബഹു</a:t>
            </a:r>
            <a:b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ആശയോടീ ദാസര്‍ ചെയ്യും യാചന കേള്‍ക്കണമേ! - യേശു...</a:t>
            </a:r>
            <a:endParaRPr lang="en-US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9677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035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0C734EC-8376-4ADD-B228-C5607FBE3568}"/>
              </a:ext>
            </a:extLst>
          </p:cNvPr>
          <p:cNvSpPr/>
          <p:nvPr/>
        </p:nvSpPr>
        <p:spPr>
          <a:xfrm>
            <a:off x="0" y="3810000"/>
            <a:ext cx="12192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5.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Makkalhaam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njangalhinnu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maduramodey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paadi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Thakkamèninnu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nintey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sharanham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thèdukayaal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ini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</a:t>
            </a:r>
          </a:p>
          <a:p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Ikkarey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ninnakkarayil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eththuvôlham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thunhaikka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Yeshuvey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ee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sabhamel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aashuvannaashisham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thaa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- Bahu 	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	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aashayôdi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daasar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cheyyum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yaachana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kelhkenhamey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 	-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yeshuve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99162677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534</TotalTime>
  <Words>97</Words>
  <Application>Microsoft Office PowerPoint</Application>
  <PresentationFormat>Widescreen</PresentationFormat>
  <Paragraphs>42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Kartika</vt:lpstr>
      <vt:lpstr>Office Theme</vt:lpstr>
      <vt:lpstr>35 യേശുവേ ഈ സഭമേല്‍</vt:lpstr>
      <vt:lpstr>യേശുവേ ഈ സഭമേല്‍ ആശുവന്നാശിഷം താ – ബഹു ആശയോടീ ദാസര്‍ ചെയ്യും യാചന കേള്‍ക്കണമേ!                          - യേശു... 1 നിന്തിരു വാക്യമെങ്ങും നല്‍വെളിവു കാട്ടിടുന്നു സന്തതം കേള്‍പ്പവര്‍ക്കും സം‌രക്ഷണവുമതായ് –പിന്നെ എന്തു കൊണ്ടു പാപശീലം ഞങ്ങളില്‍ നീക്കമില്ല?                          - യേശു... </vt:lpstr>
      <vt:lpstr>2 നിന്നുടെ പാടുകളെ - നീ നിനച്ചെങ്ങളുടെ  മന്നവ കേടുകളെ മായിച്ചരുളണമേ - തൃക്കണ്‍  ഒന്നുകൂടെ നോക്കീടുകില്‍ ഉയിര്‍ഗുണരാം ഞങ്ങള്‍  യേശുവേ ഈ സഭമേല്‍ ആശുവന്നാശിഷം താ – ബഹു ആശയോടീ ദാസര്‍ ചെയ്യും യാചന കേള്‍ക്കണമേ!  - യേശു...</vt:lpstr>
      <vt:lpstr>3 പാപമോ അല്ല നിന്‍റെ ബലിയതുതാന്‍ വലിപ്പം!    കോപമോ അല്ല നിന്‍റെ ഗുണം കൃപതാന്‍ വലിപ്പം! മന-    സ്താപമുള്ള രക്ഷാകരാ തള്ളരുതെങ്ങളെ നീ    യേശുവേ ഈ സഭമേല്‍ ആശുവന്നാശിഷം താ – ബഹു  ആശയോടീ ദാസര്‍ ചെയ്യും യാചന കേള്‍ക്കണമേ! - യേശു...</vt:lpstr>
      <vt:lpstr>4  താതനും ഞങ്ങളുടെ താതയും നീയല്ലയോ?     വേദവും ഞങ്ങളുടെ ബോധവും അങ്ങനെ താൻ-ഇപ്പോൾ     മോദമായ് നീ താതന്‍ മുമ്പില്‍ വാദിച്ചരുള്‍ തരിക     യേശുവേ ഈ സഭമേല്‍ ആശുവന്നാശിഷം താ – ബഹു  ആശയോടീ ദാസര്‍ ചെയ്യും യാചന കേള്‍ക്കണമേ! - യേശു...</vt:lpstr>
      <vt:lpstr>5 മക്കളാം ഞങ്ങളിന്നു മധുരമോടെ പാടി  തക്കമേനിന്നു നിന്‍റെ ശരണം തേടുകയാല്‍ - ഇനി  ഇക്കരെ നിന്നക്കരെയിലെത്തുവോളം തുണയ്ക്ക    യേശുവേ ഈ സഭമേല്‍ ആശുവന്നാശിഷം താ – ബഹു  ആശയോടീ ദാസര്‍ ചെയ്യും യാചന കേള്‍ക്കണമേ! - യേശു...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Yeshuve ee sabhamel</dc:title>
  <dc:creator>Digital Input:;GM JOHN</dc:creator>
  <cp:lastModifiedBy>Acsah Mathews</cp:lastModifiedBy>
  <cp:revision>200</cp:revision>
  <dcterms:created xsi:type="dcterms:W3CDTF">2013-04-19T09:19:07Z</dcterms:created>
  <dcterms:modified xsi:type="dcterms:W3CDTF">2018-10-26T14:56:30Z</dcterms:modified>
</cp:coreProperties>
</file>