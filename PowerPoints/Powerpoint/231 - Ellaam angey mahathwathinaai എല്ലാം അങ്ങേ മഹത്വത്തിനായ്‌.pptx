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844BC-14C1-4019-A5EF-9EB9D979D4C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0528F-045B-4C90-B640-97E66FC836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17534-716A-4B0B-B358-A724E87C706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742A3-0223-4B93-89AD-2EFAF1630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44072-CC70-4AEE-8D37-B02DBF19C39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F14F6-B212-4071-A1BA-5B57CF78BC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64B6A-FB8F-4CF4-9DF8-E22A490751F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85393-2E32-42FA-A96E-887947CB3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F3674-8A13-4899-AFFA-44EFA33DA8C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78FFE9-AB81-44A2-A2BA-F8D778F001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83F81-378E-4B64-B3A6-13FF8AE3958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32F0F-397B-47FE-825E-3A81885403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B4151-E9D8-4EF3-8482-B5EC96D395E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38232-8E2C-477A-A2AE-91661DE7AD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49C3BC-01C6-4CC2-ACA6-7C172544EC6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E059F-D640-4754-9218-8C0095060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FBD2C3-A1B9-4452-8A1A-8798BCBA1DBF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E4425-F467-4902-B414-329A3A3799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0208C-8405-4774-B698-63B55EB3318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5A1E2-0F88-4A9E-A411-D60A90A80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A659C-75F9-401B-A581-4770D21EE8B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74AAA-6C84-4F51-A2EA-5991B34CD6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41835B7-6384-4A84-8794-46C7B0916BE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4506D24-51D0-42E7-A007-B27F0C56C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2E39-0CAB-41E3-9D5C-BF00DAE90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എല്ലാം അങ്ങേ മഹത്വത്തിനായ്‌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98DFF-2A91-4A2B-A8A7-EDD09EE06B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Ellaam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angey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mahathwaththinaai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037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400110"/>
            <a:ext cx="12192000" cy="3233352"/>
          </a:xfrm>
        </p:spPr>
        <p:txBody>
          <a:bodyPr anchor="t"/>
          <a:lstStyle/>
          <a:p>
            <a:pPr defTabSz="519113">
              <a:lnSpc>
                <a:spcPct val="11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അങ്ങേ മഹത്വത്തിനായ്‌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അങ്ങേ പുകഴ്ച്ചയ്ക്കുമായ്‌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തീര്‍ന്നിടണമേ പ്രിയനെ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തിരുനാമമുയര്‍ന്നിടട്ടെ (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അങ്ങേ മഹത്വത്തിനായ്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33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EC9D0-E800-42FD-A90D-3DD3B7C7A9C9}"/>
              </a:ext>
            </a:extLst>
          </p:cNvPr>
          <p:cNvSpPr/>
          <p:nvPr/>
        </p:nvSpPr>
        <p:spPr>
          <a:xfrm>
            <a:off x="0" y="3633462"/>
            <a:ext cx="12192000" cy="3108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angey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mahathwaththinaai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angey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pukazhchaikkumaai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Theernneedenhamey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Thirunaamamuyarnnidattey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angey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mahathwaththinaai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25266"/>
            <a:ext cx="11887201" cy="2824428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സ്നേഹത്തിലൂടെയെല്ലാം കാണുവാന്‍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സ്നേഹത്തില്‍ തന്നെയെല്ലാം ചെയ്യുവാന്‍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എന്നില്‍ നിന്‍ സ്വഭാവം പകരണമേ - ദിവ്യ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തേജസ്സാലെന്നെ നിറയ്ക്കണമേ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33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EC9D0-E800-42FD-A90D-3DD3B7C7A9C9}"/>
              </a:ext>
            </a:extLst>
          </p:cNvPr>
          <p:cNvSpPr/>
          <p:nvPr/>
        </p:nvSpPr>
        <p:spPr>
          <a:xfrm>
            <a:off x="304798" y="3849694"/>
            <a:ext cx="1188720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Snehaththiludey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swabhaavam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pakarènhamey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Thèjassaalenney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niraikkenhame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CE383-FE34-426B-A977-2095A90EEB83}"/>
              </a:ext>
            </a:extLst>
          </p:cNvPr>
          <p:cNvSpPr txBox="1"/>
          <p:nvPr/>
        </p:nvSpPr>
        <p:spPr>
          <a:xfrm>
            <a:off x="0" y="20005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7695176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25266"/>
            <a:ext cx="11887201" cy="2824428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ആത്മാവിന്‍ ശക്തിയോടെ ജീവിപ്പാന്‍ - ആത്മ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നല്‍വരങ്ങള്‍ നിത്യവും പ്രകാശിപ്പാന്‍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 ദായകാ നിരന്തരമായെന്നി-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ലാത്മ ദാനങ്ങള്‍ പകരണമേ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33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EC9D0-E800-42FD-A90D-3DD3B7C7A9C9}"/>
              </a:ext>
            </a:extLst>
          </p:cNvPr>
          <p:cNvSpPr/>
          <p:nvPr/>
        </p:nvSpPr>
        <p:spPr>
          <a:xfrm>
            <a:off x="304798" y="3849694"/>
            <a:ext cx="1188720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shakthiyodey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Nalvarangalh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nirantharamaayenni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laathma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pakaranhamey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CE383-FE34-426B-A977-2095A90EEB83}"/>
              </a:ext>
            </a:extLst>
          </p:cNvPr>
          <p:cNvSpPr txBox="1"/>
          <p:nvPr/>
        </p:nvSpPr>
        <p:spPr>
          <a:xfrm>
            <a:off x="0" y="20005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713775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25266"/>
            <a:ext cx="11887201" cy="2824428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പേരില്‍ ഞങ്ങള്‍ ചെയ്യും വേലകള്‍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തിരുനാമവും ധരിച്ചു ചെയ്യും ക്രിയകള്‍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ഭൂവില്‍ ഞങ്ങള്‍ക്കല്ല വാനവനേ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അങ്ങേ വാഴ്വിനായ്‌ മാത്രം തീരണമേ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33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EC9D0-E800-42FD-A90D-3DD3B7C7A9C9}"/>
              </a:ext>
            </a:extLst>
          </p:cNvPr>
          <p:cNvSpPr/>
          <p:nvPr/>
        </p:nvSpPr>
        <p:spPr>
          <a:xfrm>
            <a:off x="304798" y="3849694"/>
            <a:ext cx="1188720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pèril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vèlakalh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kriyakalh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Bhoovil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njangalhkalla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vaanavaney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Angey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vaazhvinaai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theeranhamey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CE383-FE34-426B-A977-2095A90EEB83}"/>
              </a:ext>
            </a:extLst>
          </p:cNvPr>
          <p:cNvSpPr txBox="1"/>
          <p:nvPr/>
        </p:nvSpPr>
        <p:spPr>
          <a:xfrm>
            <a:off x="0" y="20005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658682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25266"/>
            <a:ext cx="11887201" cy="2824428"/>
          </a:xfrm>
        </p:spPr>
        <p:txBody>
          <a:bodyPr anchor="t"/>
          <a:lstStyle/>
          <a:p>
            <a:pPr algn="l" defTabSz="519113">
              <a:lnSpc>
                <a:spcPct val="11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വക്രത നിറഞ്ഞ പാപ ലോകത്തില്‍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വിളിച്ചു വേര്‍തിരിച്ച നിന്‍ ജനം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പൊന്നുനാമ മഹത്വത്തിനായ്‌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 ശോഭിപ്പാന്‍ കൃപ നല്‍കണമേ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33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EC9D0-E800-42FD-A90D-3DD3B7C7A9C9}"/>
              </a:ext>
            </a:extLst>
          </p:cNvPr>
          <p:cNvSpPr/>
          <p:nvPr/>
        </p:nvSpPr>
        <p:spPr>
          <a:xfrm>
            <a:off x="304798" y="3849694"/>
            <a:ext cx="1188720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Vakratha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niranja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lokaththil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vèrthirichcha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mahathwaththinaai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CE383-FE34-426B-A977-2095A90EEB83}"/>
              </a:ext>
            </a:extLst>
          </p:cNvPr>
          <p:cNvSpPr txBox="1"/>
          <p:nvPr/>
        </p:nvSpPr>
        <p:spPr>
          <a:xfrm>
            <a:off x="0" y="20005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099069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109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231 എല്ലാം അങ്ങേ മഹത്വത്തിനായ്‌</vt:lpstr>
      <vt:lpstr>എല്ലാം അങ്ങേ മഹത്വത്തിനായ്‌  എല്ലാം അങ്ങേ പുകഴ്ച്ചയ്ക്കുമായ്‌  തീര്‍ന്നിടണമേ പ്രിയനെ  തിരുനാമമുയര്‍ന്നിടട്ടെ (2) എല്ലാം അങ്ങേ മഹത്വത്തിനായ്‌</vt:lpstr>
      <vt:lpstr>സ്നേഹത്തിലൂടെയെല്ലാം കാണുവാന്‍  സ്നേഹത്തില്‍ തന്നെയെല്ലാം ചെയ്യുവാന്‍  എന്നില്‍ നിന്‍ സ്വഭാവം പകരണമേ - ദിവ്യ തേജസ്സാലെന്നെ നിറയ്ക്കണമേ</vt:lpstr>
      <vt:lpstr>ആത്മാവിന്‍ ശക്തിയോടെ ജീവിപ്പാന്‍ - ആത്മ  നല്‍വരങ്ങള്‍ നിത്യവും പ്രകാശിപ്പാന്‍  ആത്മ ദായകാ നിരന്തരമായെന്നി- ലാത്മ ദാനങ്ങള്‍ പകരണമേ</vt:lpstr>
      <vt:lpstr>നിന്‍റെ പേരില്‍ ഞങ്ങള്‍ ചെയ്യും വേലകള്‍  തിരുനാമവും ധരിച്ചു ചെയ്യും ക്രിയകള്‍  ഭൂവില്‍ ഞങ്ങള്‍ക്കല്ല വാനവനേ  അങ്ങേ വാഴ്വിനായ്‌ മാത്രം തീരണമേ </vt:lpstr>
      <vt:lpstr>വക്രത നിറഞ്ഞ പാപ ലോകത്തില്‍  നീ വിളിച്ചു വേര്‍തിരിച്ച നിന്‍ ജനം  നിന്‍റെ പൊന്നുനാമ മഹത്വത്തിനായ്‌  ദിനം ശോഭിപ്പാന്‍ കൃപ നല്‍കണമേ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Elaam angey mahathwathinaai</dc:title>
  <dc:creator>Digital Input:; GM JOHN; Acsah Mathews</dc:creator>
  <cp:lastModifiedBy>Acsah Mathews</cp:lastModifiedBy>
  <cp:revision>125</cp:revision>
  <dcterms:created xsi:type="dcterms:W3CDTF">2013-04-19T09:19:07Z</dcterms:created>
  <dcterms:modified xsi:type="dcterms:W3CDTF">2018-11-09T17:28:51Z</dcterms:modified>
</cp:coreProperties>
</file>