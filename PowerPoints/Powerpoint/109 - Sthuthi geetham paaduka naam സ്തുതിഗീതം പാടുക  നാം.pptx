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0" r:id="rId3"/>
    <p:sldId id="275" r:id="rId4"/>
    <p:sldId id="276" r:id="rId5"/>
    <p:sldId id="277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168" autoAdjust="0"/>
    <p:restoredTop sz="94660"/>
  </p:normalViewPr>
  <p:slideViewPr>
    <p:cSldViewPr>
      <p:cViewPr varScale="1">
        <p:scale>
          <a:sx n="37" d="100"/>
          <a:sy n="37" d="100"/>
        </p:scale>
        <p:origin x="60" y="94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C612FC-6C9A-4E0A-9DCA-F8308335C60F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8D5D36-9ECC-4D2A-82FA-60C3EC9725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8957A0-FFA6-4331-AFF5-E414A59D35EF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5FA643-0DF4-4F1C-B21D-5144DB7161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588E0A-379F-43B4-B6E5-A5309560D4C5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F5E484-45C5-4F59-95A4-3044CD3E52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1F0ACC-4630-4A60-94FA-812C71EE98AB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55FD77-5142-4778-B194-E59D009034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2665DD-0EAB-4FBC-9717-63483ACB90AB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C98356-989C-410D-B6B1-915A10F964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0497EE-243E-46C2-8314-E4ADC130ECD5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0C7D16-A17C-4D12-9FD6-668A619335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301DE3-B3C7-41E2-877E-13E5974B0F81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7FC764-0C27-4CC3-8B6C-6C8C1F48F2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2C40AB-2045-4596-8341-F25FB7AE53D9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2EFE6A-588D-4E03-A427-DAA2008218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C4E98C-A8FB-4228-AB24-3322922628C1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B202C6-8176-4DA3-B011-99EE3CB503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6E93DB-A7C2-4844-A8CC-8C129A9B6EF6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D7947B-C1A6-4037-AC19-4A09ECE574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2EC61F-0E8D-42EA-ADE8-88423B894201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970001-1989-4960-9B61-DCEE5BC8B6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2E86A79-A67F-4DF2-BCE9-E010942064F4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BB82A0E-3B38-47A1-A310-A438B70EEB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B4A86-6962-4360-8468-42F8AF2907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109</a:t>
            </a:r>
            <a:br>
              <a:rPr lang="en-US" dirty="0"/>
            </a:br>
            <a:r>
              <a:rPr lang="ml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സ്തുതിഗീതം പാടുക  നാം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D4BE63-CF92-421A-BD68-C81BF159A7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Sthuthigeetham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paaduka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naam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8068123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1381415"/>
            <a:ext cx="12192000" cy="2343268"/>
          </a:xfrm>
        </p:spPr>
        <p:txBody>
          <a:bodyPr anchor="t"/>
          <a:lstStyle/>
          <a:p>
            <a:pPr algn="l" eaLnBrk="1" hangingPunct="1">
              <a:lnSpc>
                <a:spcPct val="114000"/>
              </a:lnSpc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1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സ്തുതിക്കു യോഗ്യനവൻ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,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സർവ്വശക്തൻ യഹോവ അവൻ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നമ്മെ സ്നേഹിച്ചു നമ്മെ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വീണ്ടെടുത്തു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സ്വന്ത ജനമായ് തീർത്തതിനാൽ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-സ്തുതി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…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 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109</a:t>
            </a:r>
            <a:endParaRPr lang="en-US" sz="2000" b="1" dirty="0">
              <a:latin typeface="+mn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792365-9EF2-4DBA-BFCF-4A67EE41E5D0}"/>
              </a:ext>
            </a:extLst>
          </p:cNvPr>
          <p:cNvSpPr/>
          <p:nvPr/>
        </p:nvSpPr>
        <p:spPr>
          <a:xfrm>
            <a:off x="0" y="309027"/>
            <a:ext cx="1220724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സ്തുതിഗീതം പാടുക  നാം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ഉയർത്തുക  ജയനാമം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A0D90F-A9C5-428A-B54E-B55B15E83C9B}"/>
              </a:ext>
            </a:extLst>
          </p:cNvPr>
          <p:cNvSpPr/>
          <p:nvPr/>
        </p:nvSpPr>
        <p:spPr>
          <a:xfrm>
            <a:off x="0" y="4724400"/>
            <a:ext cx="12192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1.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Sthuthikku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yogyanavan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Sarvva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shakthan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Yehovayavan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Nammey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snehichchu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nammeyveendeduthu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Swanthajanamaai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theerththathinaal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			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Sthuthi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...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6BCAD0-3BE5-4618-9119-470F2CFEDA7E}"/>
              </a:ext>
            </a:extLst>
          </p:cNvPr>
          <p:cNvSpPr/>
          <p:nvPr/>
        </p:nvSpPr>
        <p:spPr>
          <a:xfrm>
            <a:off x="0" y="3738027"/>
            <a:ext cx="1223772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Sthuthigeetham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paaduka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Uyarththuka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jayanaamam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23949" y="628532"/>
            <a:ext cx="12192000" cy="2343268"/>
          </a:xfrm>
        </p:spPr>
        <p:txBody>
          <a:bodyPr anchor="t"/>
          <a:lstStyle/>
          <a:p>
            <a:pPr algn="l" eaLnBrk="1" hangingPunct="1">
              <a:lnSpc>
                <a:spcPct val="114000"/>
              </a:lnSpc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രോഗിക്കു വൈദ്യനവൻ,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സർവ്വശക്തൻ യഹോവ അവൻ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സൌഖ്യം നൽകി താൻ ശക്തിയേകിടും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എന്നും ആശ്വാസം പകരുമവൻ 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109</a:t>
            </a:r>
            <a:endParaRPr lang="en-US" sz="2000" b="1" dirty="0">
              <a:latin typeface="+mn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792365-9EF2-4DBA-BFCF-4A67EE41E5D0}"/>
              </a:ext>
            </a:extLst>
          </p:cNvPr>
          <p:cNvSpPr/>
          <p:nvPr/>
        </p:nvSpPr>
        <p:spPr>
          <a:xfrm>
            <a:off x="0" y="3048000"/>
            <a:ext cx="1220724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സ്തുതിഗീതം പാടുക  നാം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,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ഉയർത്തുക  ജയനാമം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A0D90F-A9C5-428A-B54E-B55B15E83C9B}"/>
              </a:ext>
            </a:extLst>
          </p:cNvPr>
          <p:cNvSpPr/>
          <p:nvPr/>
        </p:nvSpPr>
        <p:spPr>
          <a:xfrm>
            <a:off x="-21771" y="3805297"/>
            <a:ext cx="12192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2. Rôgikku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vaidyan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Avan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Sarvva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shakthan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Yehovayavan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Soukhyam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nalki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thaan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–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shakthiyèkidum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Ennum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aashwaasam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pakarumavan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6BCAD0-3BE5-4618-9119-470F2CFEDA7E}"/>
              </a:ext>
            </a:extLst>
          </p:cNvPr>
          <p:cNvSpPr/>
          <p:nvPr/>
        </p:nvSpPr>
        <p:spPr>
          <a:xfrm>
            <a:off x="0" y="5861447"/>
            <a:ext cx="1223772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Sthuthigeetham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paaduka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Uyarththuka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jayanaamam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8395982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23949" y="628532"/>
            <a:ext cx="12192000" cy="2343268"/>
          </a:xfrm>
        </p:spPr>
        <p:txBody>
          <a:bodyPr anchor="t"/>
          <a:lstStyle/>
          <a:p>
            <a:pPr algn="l" eaLnBrk="1" hangingPunct="1">
              <a:lnSpc>
                <a:spcPct val="114000"/>
              </a:lnSpc>
            </a:pPr>
            <a:r>
              <a:rPr lang="en-US" sz="3200" b="1" dirty="0">
                <a:latin typeface="Kartika" panose="02020503030404060203" pitchFamily="18" charset="0"/>
              </a:rPr>
              <a:t>3	</a:t>
            </a:r>
            <a:r>
              <a:rPr lang="ml-IN" sz="3200" b="1" dirty="0">
                <a:latin typeface="Kartika" panose="02020503030404060203" pitchFamily="18" charset="0"/>
              </a:rPr>
              <a:t>സേനകളിൻ നായകൻ,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</a:rPr>
              <a:t>സർവ്വശക്തൻ യഹോവ അവൻ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</a:rPr>
              <a:t>അവൻ മുമ്പിലും അവൻ പിമ്പിലും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</a:rPr>
              <a:t>നമ്മെ ജയത്തോടു നടത്തീടുമെ 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109</a:t>
            </a:r>
            <a:endParaRPr lang="en-US" sz="2000" b="1" dirty="0">
              <a:latin typeface="+mn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792365-9EF2-4DBA-BFCF-4A67EE41E5D0}"/>
              </a:ext>
            </a:extLst>
          </p:cNvPr>
          <p:cNvSpPr/>
          <p:nvPr/>
        </p:nvSpPr>
        <p:spPr>
          <a:xfrm>
            <a:off x="0" y="3048000"/>
            <a:ext cx="1220724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സ്തുതിഗീതം പാടുക  നാം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,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ഉയർത്തുക  ജയനാമം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A0D90F-A9C5-428A-B54E-B55B15E83C9B}"/>
              </a:ext>
            </a:extLst>
          </p:cNvPr>
          <p:cNvSpPr/>
          <p:nvPr/>
        </p:nvSpPr>
        <p:spPr>
          <a:xfrm>
            <a:off x="-21771" y="3805297"/>
            <a:ext cx="12192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3.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Sènakalhin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Naayakan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Sarvva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shakthan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Yehovayavan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Avan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mumbilum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Avan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pimbilum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Nammey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jayaththodey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nadaththeedumey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6BCAD0-3BE5-4618-9119-470F2CFEDA7E}"/>
              </a:ext>
            </a:extLst>
          </p:cNvPr>
          <p:cNvSpPr/>
          <p:nvPr/>
        </p:nvSpPr>
        <p:spPr>
          <a:xfrm>
            <a:off x="0" y="6009144"/>
            <a:ext cx="1223772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Sthuthigeetham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paaduka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Uyarththuka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jayanaamam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2586202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23949" y="628532"/>
            <a:ext cx="12192000" cy="2343268"/>
          </a:xfrm>
        </p:spPr>
        <p:txBody>
          <a:bodyPr anchor="t"/>
          <a:lstStyle/>
          <a:p>
            <a:pPr algn="l" eaLnBrk="1" hangingPunct="1">
              <a:lnSpc>
                <a:spcPct val="114000"/>
              </a:lnSpc>
            </a:pPr>
            <a:r>
              <a:rPr lang="en-US" sz="3200" b="1" dirty="0">
                <a:latin typeface="Kartika" panose="02020503030404060203" pitchFamily="18" charset="0"/>
              </a:rPr>
              <a:t>4	</a:t>
            </a:r>
            <a:r>
              <a:rPr lang="ml-IN" sz="3200" b="1" dirty="0">
                <a:latin typeface="Kartika" panose="02020503030404060203" pitchFamily="18" charset="0"/>
              </a:rPr>
              <a:t>രാജാധി രാജനവൻ ,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</a:rPr>
              <a:t>സർവ്വശക്തൻ യഹോവയവൻ 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</a:rPr>
              <a:t>സ്തുതി സ്തോത്രവും എല്ലാ പുകഴ്ച്ചയും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</a:rPr>
              <a:t>അവനെന്നെന്നും ആ-മേൻ-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109</a:t>
            </a:r>
            <a:endParaRPr lang="en-US" sz="2000" b="1" dirty="0">
              <a:latin typeface="+mn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792365-9EF2-4DBA-BFCF-4A67EE41E5D0}"/>
              </a:ext>
            </a:extLst>
          </p:cNvPr>
          <p:cNvSpPr/>
          <p:nvPr/>
        </p:nvSpPr>
        <p:spPr>
          <a:xfrm>
            <a:off x="0" y="3048000"/>
            <a:ext cx="1220724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സ്തുതിഗീതം പാടുക  നാം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,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ഉയർത്തുക  ജയനാമം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A0D90F-A9C5-428A-B54E-B55B15E83C9B}"/>
              </a:ext>
            </a:extLst>
          </p:cNvPr>
          <p:cNvSpPr/>
          <p:nvPr/>
        </p:nvSpPr>
        <p:spPr>
          <a:xfrm>
            <a:off x="-21771" y="3805297"/>
            <a:ext cx="12192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4.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Raajaadi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Raajanavan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Sarvva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shakthan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Yehovayavan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Sthuthi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sthothravum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ellaa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pukazhchayum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Avanennennum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aa-men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6BCAD0-3BE5-4618-9119-470F2CFEDA7E}"/>
              </a:ext>
            </a:extLst>
          </p:cNvPr>
          <p:cNvSpPr/>
          <p:nvPr/>
        </p:nvSpPr>
        <p:spPr>
          <a:xfrm>
            <a:off x="0" y="6009144"/>
            <a:ext cx="1223772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Sthuthigeetham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paaduka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Uyarththuka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jayanaamam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7952282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113</Words>
  <Application>Microsoft Office PowerPoint</Application>
  <PresentationFormat>Widescreen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109 സ്തുതിഗീതം പാടുക  നാം</vt:lpstr>
      <vt:lpstr>1  സ്തുതിക്കു യോഗ്യനവൻ,     സർവ്വശക്തൻ യഹോവ അവൻ     നമ്മെ സ്നേഹിച്ചു നമ്മെ വീണ്ടെടുത്തു     സ്വന്ത ജനമായ് തീർത്തതിനാൽ    -സ്തുതി… </vt:lpstr>
      <vt:lpstr>2 രോഗിക്കു വൈദ്യനവൻ,   സർവ്വശക്തൻ യഹോവ അവൻ   സൌഖ്യം നൽകി താൻ ശക്തിയേകിടും  എന്നും ആശ്വാസം പകരുമവൻ </vt:lpstr>
      <vt:lpstr>3 സേനകളിൻ നായകൻ,  സർവ്വശക്തൻ യഹോവ അവൻ  അവൻ മുമ്പിലും അവൻ പിമ്പിലും  നമ്മെ ജയത്തോടു നടത്തീടുമെ </vt:lpstr>
      <vt:lpstr>4 രാജാധി രാജനവൻ ,  സർവ്വശക്തൻ യഹോവയവൻ   സ്തുതി സ്തോത്രവും എല്ലാ പുകഴ്ച്ചയും  അവനെന്നെന്നും ആ-മേൻ-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Sthuthigeetham paaduka naam</dc:title>
  <dc:creator>Digital Input:; GM JOHN; Acsah Mathews</dc:creator>
  <cp:lastModifiedBy>Acsah Mathews</cp:lastModifiedBy>
  <cp:revision>89</cp:revision>
  <dcterms:created xsi:type="dcterms:W3CDTF">2013-04-25T00:28:25Z</dcterms:created>
  <dcterms:modified xsi:type="dcterms:W3CDTF">2018-11-02T15:07:10Z</dcterms:modified>
</cp:coreProperties>
</file>