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1A31-BF0A-43D8-86D1-9252EC23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A4F97-3241-4B0D-8209-A0D8EDA5A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1E5B-4DB8-44BD-B068-80CFCECA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4FE30-3578-4491-8D30-B34F5EE8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53FEB-1C11-457C-B3DE-C764D761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15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D9EE-B0A0-4DB0-B12D-ED692CAA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1189C-5F3E-49C4-A675-8CD9170D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60561-4020-4509-89A7-2491792E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E6A43-859A-465C-8DBB-DC866A08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48824-D902-46D6-A236-04FBB3C1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A269-B96F-4201-B4A0-2664D037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09A5E-6567-4200-BE2A-66BE91C96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DA54-2BE6-45C2-B0A5-58686C6C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E2AE-6A42-4997-852E-31484BD4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23EE8-6C76-4EC4-BF4B-DD3E89E4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B559-4CD0-40DA-BE16-E625C622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B30B-21B4-459C-AD5B-D1FC36D25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C9FD3-C02D-4C08-8B27-1BD311349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B9A82-8726-4AAC-A25E-BB6D2186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2004C-F3C7-49FE-B1BE-D888DA7C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3CF9F-453D-416B-9BFA-67EE356A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9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6D58-5C8E-4326-82F2-2BB3F942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260EF-777F-47E5-BFD2-9284B3279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FAC7F-EFF9-4871-ADE0-64C26BAB2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BF80A-10C4-47B1-B6C1-9CC9EEA13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509D0-536E-4834-A263-07AA8C015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F620C-9CA6-4E88-87AF-A795E1B9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C9114-7385-4903-ABB3-EA66A949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3EBD5-E141-4B66-A3CE-FA8F1EDB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9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A1FD-400B-4BBB-A164-55F500E3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37BD5-4A0B-48C1-B6A2-5563A38C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5B7BA-C90A-4A3B-AC0E-51AB6E67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C1AAE-C313-4A78-A360-098A6DD9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46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3CDB3-44F0-4CC1-BB75-040BE364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50F1F-8B25-4C22-98E8-585078A2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F3F5-DF76-42EA-AA5A-B0B515AA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847F-7B99-4E37-8AD0-4DD68CD8D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01FCD-C089-4593-939B-CEEC6224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599F7-58B6-4FC2-8F83-47DE9ED34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68E0-7982-44A2-88BD-7C847F4B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5D8AA-7F0D-44D5-A8AE-8F34EAEE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45C56-A7D3-43B6-A54A-3C86A859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2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B9EA-D63F-4017-A0D7-6F668179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BB385-B642-4A3A-AD51-5DDB682BE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60594-8C6A-41EE-BE8A-62A7FD820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40554-B4F6-49ED-A66B-852D741D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A7969-D809-4AAC-B921-694F22C1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4AC98-CC57-41CA-924D-FB620F46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FB1-9651-4572-B937-C13FBD9D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11386-9308-47FE-8D53-9D52234BB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8DD49-5240-4E6B-8E07-45ED1DF6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7CE24-02E3-4111-9DE5-9DCCFB77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3DFD-D721-45E7-B72E-F43E117E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703D1-B9FA-47EF-A32A-C94806A4C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F6414-041B-4479-A2E2-913B7A5BB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611F6-B301-4611-A131-FCD6A83A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3348-B199-483A-91F3-C6DCC7D2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8C49A-3907-4A7E-9B2A-45FF9671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23AED-DDEE-4860-AD2B-30A78B88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F6C6B-20D1-4517-B519-122FC6D61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48EF-A8C2-43EC-99A0-BAD44BC0B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572A3-07B4-462D-BD84-7CC9242F7E4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16601-86CB-4B81-907C-69D432CA7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3FF20-DCE6-4A13-8931-21002272E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ED1AC-BBD5-4A92-9661-90A516AA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8F24-492B-4B8E-A71F-2CA54FDF9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015" y="562708"/>
            <a:ext cx="11699631" cy="29472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477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വേണം നിന്നെ സദാ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E033-A5F5-47BD-B421-7168EED05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2387599"/>
          </a:xfrm>
        </p:spPr>
        <p:txBody>
          <a:bodyPr>
            <a:normAutofit/>
          </a:bodyPr>
          <a:lstStyle/>
          <a:p>
            <a:r>
              <a:rPr lang="fi-FI" sz="4000" b="1" dirty="0">
                <a:solidFill>
                  <a:srgbClr val="002060"/>
                </a:solidFill>
              </a:rPr>
              <a:t>Venham ninne sadaa</a:t>
            </a:r>
          </a:p>
          <a:p>
            <a:r>
              <a:rPr lang="fi-FI" sz="3800" i="1" dirty="0">
                <a:solidFill>
                  <a:schemeClr val="accent1">
                    <a:lumMod val="75000"/>
                  </a:schemeClr>
                </a:solidFill>
              </a:rPr>
              <a:t>I need Thee every hour </a:t>
            </a:r>
            <a:r>
              <a:rPr lang="fi-FI" sz="4000" i="1" dirty="0">
                <a:solidFill>
                  <a:schemeClr val="accent1">
                    <a:lumMod val="75000"/>
                  </a:schemeClr>
                </a:solidFill>
              </a:rPr>
              <a:t>– </a:t>
            </a:r>
          </a:p>
          <a:p>
            <a:r>
              <a:rPr lang="fi-FI" sz="3600" i="1" dirty="0">
                <a:solidFill>
                  <a:schemeClr val="accent1">
                    <a:lumMod val="75000"/>
                  </a:schemeClr>
                </a:solidFill>
              </a:rPr>
              <a:t>Mrs. A.S. Hawks, R. Lowry</a:t>
            </a:r>
            <a:endParaRPr lang="en-US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65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വേണം നിന്നെ സദാ കൃപ നാഥാ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അന്യരിൻ വാക്കൊന്നും ശാന്തി നല്‍ക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EEC7A-79E5-430B-A147-FF8AA3DD67E3}"/>
              </a:ext>
            </a:extLst>
          </p:cNvPr>
          <p:cNvSpPr/>
          <p:nvPr/>
        </p:nvSpPr>
        <p:spPr>
          <a:xfrm>
            <a:off x="1" y="2355556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വേണമേ നിന്നെ വേണം എന്നേരവും വേണം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വന്നേൻ നിൻ മുമ്പിൽ നാഥാ ആശിഷം താ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0" y="3847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1. Venham ninne sadaa kripaa naadhaa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</a:rPr>
              <a:t>Anyarin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vaakkonnum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shaanthi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B359-8DA8-40C4-AD17-8893689D49F6}"/>
              </a:ext>
            </a:extLst>
          </p:cNvPr>
          <p:cNvSpPr/>
          <p:nvPr/>
        </p:nvSpPr>
        <p:spPr>
          <a:xfrm>
            <a:off x="398585" y="4985933"/>
            <a:ext cx="117934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Venhame ninne venham enneravum venham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Vannen nin mumbil naadhaa aashisham thaa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4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വേണം നിന്നെ സദാ കൂടെ പാർക്ക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പരീക്ഷ നിസ്സാരം നീ ഇങ്ങെങ്കില്‍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EEC7A-79E5-430B-A147-FF8AA3DD67E3}"/>
              </a:ext>
            </a:extLst>
          </p:cNvPr>
          <p:cNvSpPr/>
          <p:nvPr/>
        </p:nvSpPr>
        <p:spPr>
          <a:xfrm>
            <a:off x="1" y="2355556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വേണമേ നിന്നെ വേണം എന്നേരവും വേണം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വന്നേൻ നിൻ മുമ്പിൽ നാഥാ ആശിഷം താ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0" y="3847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2. Venham ninne sadaa koode paarkka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    Pareeksha nissaaram nee ingenkil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B359-8DA8-40C4-AD17-8893689D49F6}"/>
              </a:ext>
            </a:extLst>
          </p:cNvPr>
          <p:cNvSpPr/>
          <p:nvPr/>
        </p:nvSpPr>
        <p:spPr>
          <a:xfrm>
            <a:off x="398585" y="4985933"/>
            <a:ext cx="117934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Venhame ninne venham enneravum venham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Vannen nin mumbil naadhaa aashisham thaa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76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3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വേണം നിന്നെ സദാ സുഖേ ദുഃഖേ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വന്നു നീ പാർക്കായ്കില്‍ ജീവന്‍ വൃഥാ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EEC7A-79E5-430B-A147-FF8AA3DD67E3}"/>
              </a:ext>
            </a:extLst>
          </p:cNvPr>
          <p:cNvSpPr/>
          <p:nvPr/>
        </p:nvSpPr>
        <p:spPr>
          <a:xfrm>
            <a:off x="1" y="2355556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വേണമേ നിന്നെ വേണം എന്നേരവും വേണം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വന്നേൻ നിൻ മുമ്പിൽ നാഥാ ആശിഷം താ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0" y="3847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3. Venham ninne sadaa sukhe, dukhe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     Vannu nee paarkaaykil jeevan vridhaa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B359-8DA8-40C4-AD17-8893689D49F6}"/>
              </a:ext>
            </a:extLst>
          </p:cNvPr>
          <p:cNvSpPr/>
          <p:nvPr/>
        </p:nvSpPr>
        <p:spPr>
          <a:xfrm>
            <a:off x="398585" y="4985933"/>
            <a:ext cx="117934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Venhame ninne venham enneravum venham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Vannen nin mumbil naadhaa aashisham thaa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90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4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വേണം നിന്നെ സദാ  നിന്‍ ജ്ഞാനം താ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വാഗ്ദാനമെന്നില്‍ നിവര്‍ത്തിക്ക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EEC7A-79E5-430B-A147-FF8AA3DD67E3}"/>
              </a:ext>
            </a:extLst>
          </p:cNvPr>
          <p:cNvSpPr/>
          <p:nvPr/>
        </p:nvSpPr>
        <p:spPr>
          <a:xfrm>
            <a:off x="1" y="2355556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വേണമേ നിന്നെ വേണം എന്നേരവും വേണം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വന്നേൻ നിൻ മുമ്പിൽ നാഥാ ആശിഷം താ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0" y="3847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4. Venham ninne sadaa nin jnjaanam thaa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    Nin vaagdaanamennil nivarththikka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B359-8DA8-40C4-AD17-8893689D49F6}"/>
              </a:ext>
            </a:extLst>
          </p:cNvPr>
          <p:cNvSpPr/>
          <p:nvPr/>
        </p:nvSpPr>
        <p:spPr>
          <a:xfrm>
            <a:off x="398585" y="4985933"/>
            <a:ext cx="117934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Venhame ninne venham enneravum venham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Vannen nin mumbil naadhaa aashisham thaa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E7884-3D1B-4188-9E91-3CFBF923F2F9}"/>
              </a:ext>
            </a:extLst>
          </p:cNvPr>
          <p:cNvSpPr/>
          <p:nvPr/>
        </p:nvSpPr>
        <p:spPr>
          <a:xfrm>
            <a:off x="-1" y="935431"/>
            <a:ext cx="12192000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വേണം നിന്നെ സദാ പരിശുദ്ധാ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നിൻ സ്വന്തമാക്കെന്നെ ദൈവപുത്രാ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EEC7A-79E5-430B-A147-FF8AA3DD67E3}"/>
              </a:ext>
            </a:extLst>
          </p:cNvPr>
          <p:cNvSpPr/>
          <p:nvPr/>
        </p:nvSpPr>
        <p:spPr>
          <a:xfrm>
            <a:off x="1" y="2355556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വേണമേ നിന്നെ വേണം എന്നേരവും വേണം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വന്നേൻ നിൻ മുമ്പിൽ നാഥാ ആശിഷം താ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D90A-8F3E-4743-9734-2BD44B04EC54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C4474-A455-4BBE-BA98-98A89A302D4E}"/>
              </a:ext>
            </a:extLst>
          </p:cNvPr>
          <p:cNvSpPr/>
          <p:nvPr/>
        </p:nvSpPr>
        <p:spPr>
          <a:xfrm>
            <a:off x="0" y="3847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</a:rPr>
              <a:t>5. Venham ninne sadaa parishudhaa</a:t>
            </a:r>
          </a:p>
          <a:p>
            <a:r>
              <a:rPr lang="fi-FI" sz="3400" b="1" dirty="0">
                <a:solidFill>
                  <a:srgbClr val="002060"/>
                </a:solidFill>
              </a:rPr>
              <a:t>    Nin swanthamaakkenne daivaputhra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B359-8DA8-40C4-AD17-8893689D49F6}"/>
              </a:ext>
            </a:extLst>
          </p:cNvPr>
          <p:cNvSpPr/>
          <p:nvPr/>
        </p:nvSpPr>
        <p:spPr>
          <a:xfrm>
            <a:off x="398585" y="4985933"/>
            <a:ext cx="1179341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Venhame ninne venham enneravum venham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Vannen nin mumbil naadhaa aashisham thaa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21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477 വേണം നിന്നെ സദാ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Venam ninne sadaa</dc:title>
  <dc:creator>Acsah Mathews</dc:creator>
  <cp:lastModifiedBy>Acsah Mathews</cp:lastModifiedBy>
  <cp:revision>2</cp:revision>
  <dcterms:created xsi:type="dcterms:W3CDTF">2018-11-30T19:30:43Z</dcterms:created>
  <dcterms:modified xsi:type="dcterms:W3CDTF">2018-11-30T19:31:23Z</dcterms:modified>
</cp:coreProperties>
</file>