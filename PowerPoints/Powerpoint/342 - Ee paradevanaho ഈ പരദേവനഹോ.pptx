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70" r:id="rId3"/>
    <p:sldId id="275" r:id="rId4"/>
    <p:sldId id="281" r:id="rId5"/>
    <p:sldId id="276" r:id="rId6"/>
    <p:sldId id="282" r:id="rId7"/>
    <p:sldId id="277" r:id="rId8"/>
    <p:sldId id="283" r:id="rId9"/>
    <p:sldId id="279" r:id="rId10"/>
    <p:sldId id="284" r:id="rId11"/>
    <p:sldId id="278" r:id="rId12"/>
    <p:sldId id="285" r:id="rId13"/>
    <p:sldId id="280" r:id="rId14"/>
    <p:sldId id="28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1C491-AD25-4FD7-8A65-F5E41CE1DF1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9D91C-188E-4A56-A698-46C817146E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85FA6-25FF-4962-91FF-1D47A3F7E57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11797-4044-4A61-81F3-43BEBD5B7B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0A939-46A6-498E-AF63-C1AF929C86F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4D3B6-2468-4835-B4A2-2736680B0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88ADF-6534-4558-9FB0-45E109D35B6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DC7A1-3641-4BD4-8810-7F104A165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13CEC-0E4D-46DD-B468-36264C3A62E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CF82E-3FA1-4A21-AA9E-BC7B40ADA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BBABA-26DA-4E4C-9CD3-D51381EDA42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5814-069E-4D5A-841C-62FDC62CE8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C28DD-491B-44AD-A6D4-8A531A3FF92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386BE-1998-4EBA-838A-25B5C1C2C1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850D2-1668-4F7D-96C8-F9999D44EFC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C9FD8-05C7-4DAE-B39B-2B8E7C1E0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FA06-521D-4D49-88CF-1E2A54DFC68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D6358-67D1-4132-812B-4C65BC09A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28587-CA96-41A9-95C2-A95EE24A812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9CDB5-C1CE-4D02-85CF-01AF1B189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E8973-C731-408E-86A9-740B93B25F9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9973E-DEAE-45A6-9B1D-10A7192DFD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88D979-32EA-401B-B771-0D043E4937C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5CC2C5-647E-4F8C-8820-F91DE1B43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149D-47DB-4BF7-A240-F353C312E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371600"/>
            <a:ext cx="10363200" cy="2514600"/>
          </a:xfrm>
        </p:spPr>
        <p:txBody>
          <a:bodyPr/>
          <a:lstStyle/>
          <a:p>
            <a:r>
              <a:rPr lang="en-US" dirty="0"/>
              <a:t>342</a:t>
            </a:r>
            <a:br>
              <a:rPr lang="en-US" dirty="0"/>
            </a:br>
            <a:r>
              <a:rPr lang="ml-IN" sz="50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</a:t>
            </a:r>
            <a:r>
              <a:rPr lang="en-US" sz="5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i="1" dirty="0">
                <a:latin typeface="Kartika" panose="02020503030404060203" pitchFamily="18" charset="0"/>
                <a:cs typeface="Kartika" panose="02020503030404060203" pitchFamily="18" charset="0"/>
              </a:rPr>
              <a:t>സങ്കീർത്തനം</a:t>
            </a:r>
            <a:r>
              <a:rPr lang="en-US" sz="4000" i="1" dirty="0">
                <a:latin typeface="Kartika" panose="02020503030404060203" pitchFamily="18" charset="0"/>
                <a:cs typeface="Kartika" panose="02020503030404060203" pitchFamily="18" charset="0"/>
              </a:rPr>
              <a:t> 68:26-29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48C36-F5E2-40F8-B178-8C61076F57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Ee </a:t>
            </a:r>
            <a:r>
              <a:rPr lang="en-US" sz="4000" b="1" dirty="0" err="1">
                <a:solidFill>
                  <a:srgbClr val="002060"/>
                </a:solidFill>
              </a:rPr>
              <a:t>paramadevanaho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Psalms 68:26-29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24154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0396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നാഥനതേ-തന്നരികളിൻ വന്‍ തലയെ തകര്‍ക്കും  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പിഴച്ചു  നടക്കു ന്നവന്‍റെ മുടികള്‍ 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മൂടിയ നെറുകയെത്തന്നെ മുടിക്കും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ആദിനാഥനുരു ചെയ്തതാനനിശം 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Naadhanathe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thannarikalhin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pizhachu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nadakkunnavante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mudikalh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Moodiyanerhukaye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mudikkum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Aadinaadhanura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cheythaananisham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449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324833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നിൻകാൽ ചോരയിൽ ചവിട്ടുവാൻ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നിന്നരികളിൽ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 നായ്ക്കളുടെ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നാവിന്നാസ്വദിപ്പാനും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ബാശാൻ ദേശമതിൽ നിന്നുഞാൻ തിരിപ്പി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ച്ചാഴിയാഴത്തു നിന്നരികളെ വരുത്തും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Ninkaal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chavittiduvaan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Ninnarikil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naaykkalhude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naavinaaswadippaanum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Baashaan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deshamathil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thirippichoaazhi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yaazhaththu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ninnarikalhe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892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359284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0396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 നിന്‍ സഞ്ചാരമിവര്‍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പരനാമരചൻ വിശുദ്ധസ്ഥലത്തു നടക്കുന്നതിനെ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മുന്നില്‍ പാടുന്നവര്‍ പിന്നില്‍ മീട്ടുന്നവര്‍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ചേര്‍ന്നു തപ്പടിക്കും-കന്നിമാര്‍ നടുവില്‍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sanchaaramivarh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paranaamarachan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sthalathu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nadakkunnathine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paadunnavarh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meettunnavarh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thappadikkum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kannimaarhnaduvil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2703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3317298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0396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യിസ്രായേലുറവിലുള്ള നിങ്ങളനുഗ്രഹിപ്പിൻ - സകലജഗത്തിൻ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പതിയെ സഭയിൽ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ശത്രുമേലധികാരിയാം ചെറിയ ബന്യാമീന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വിടം തന്നിലുണ്ടനിശം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Yisraayelurhavilulha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ningalhanugrahippin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sakalajagathin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pathiye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Shathrumeladhikaariyaam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benyameen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avidam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thannilundanisham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9842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349548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0396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അങ്ങവരെ കരേറ്റുന്ന യൂദജനപ്രഭുക്കൾ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സെബൂലൂൻ പ്രഭുക്കൾ നപ്താലി പ്രഭുക്കൾ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ഏകി നിൻറെ ബലമേകി നാഥനടിയാർക്കു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ചെയ്തുറപ്പിക്ക നീ സതതം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Angavare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karakettunna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Yoodajana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prabhukkalh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sebuloon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prabhukkalh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naphthaali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prabhukkalh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balameki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adiyaarkku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cheythurhappikka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sathatham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177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3134384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1219200"/>
            <a:ext cx="12039600" cy="2438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ശ്രീയെറുശലേമിലുള്ള 	നിന്‍ മന്ദിരം നിമിത്തം അരചര്‍ നിനക്കു ഭയന്നു തിരുമുല്‍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ക്കാഴ്ച കൊണ്ടുവരും യേശുവിന്നു ജയം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ജയം യേശുവിന്നു ജയം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672790" y="3962400"/>
            <a:ext cx="11506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Shree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yerushalemilulha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mandiram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nimiththam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Aracharh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bhayannu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thirumul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Kkazhcha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konduvarum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yesuhvinu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C6C58-6B0B-4953-ABE8-3E7090B5890B}"/>
              </a:ext>
            </a:extLst>
          </p:cNvPr>
          <p:cNvSpPr txBox="1"/>
          <p:nvPr/>
        </p:nvSpPr>
        <p:spPr>
          <a:xfrm>
            <a:off x="0" y="47356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8117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പരദേവനഹോ നമുക്കു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പരിത്രാണനത്തി ന്നധിപന്‍മര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ണത്തില്‍ നിന്നൊഴിവു കര്‍ത്തനാമഖിലം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നിന്‍ തിരുകരത്തിലുണ്ടനിശം - ഈ..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74450" y="1859"/>
            <a:ext cx="7175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E0B5B-AAC1-4629-BC56-94F4BD25B584}"/>
              </a:ext>
            </a:extLst>
          </p:cNvPr>
          <p:cNvSpPr/>
          <p:nvPr/>
        </p:nvSpPr>
        <p:spPr>
          <a:xfrm>
            <a:off x="29737" y="3478881"/>
            <a:ext cx="1216226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paramadevanaho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Parithraanhanaththi-nnadhipan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ninnozhivu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karthanaamakhilam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thirukaraththilundanisham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	-Ee… </a:t>
            </a:r>
          </a:p>
        </p:txBody>
      </p:sp>
    </p:spTree>
    <p:extLst>
      <p:ext uri="{BB962C8B-B14F-4D97-AF65-F5344CB8AC3E}">
        <p14:creationId xmlns:p14="http://schemas.microsoft.com/office/powerpoint/2010/main" val="1458775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233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342 ഈ പരദേവനഹോ  സങ്കീർത്തനം 68:26-29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നാഥനതേ-തന്നരികളിൻ വന്‍ തലയെ തകര്‍ക്കും   പിഴച്ചു  നടക്കു ന്നവന്‍റെ മുടികള്‍  മൂടിയ നെറുകയെത്തന്നെ മുടിക്കും ആദിനാഥനുരു ചെയ്തതാനനിശം 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നിൻകാൽ ചോരയിൽ ചവിട്ടുവാൻ നിന്നരികളിൽ നിന്നു നിൻ നായ്ക്കളുടെ നാവിന്നാസ്വദിപ്പാനും ബാശാൻ ദേശമതിൽ നിന്നുഞാൻ തിരിപ്പി  ച്ചാഴിയാഴത്തു നിന്നരികളെ വരുത്തും 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കണ്ടു നിന്‍ സഞ്ചാരമിവര്‍ എന്‍ പരനാമരചൻ വിശുദ്ധസ്ഥലത്തു നടക്കുന്നതിനെ മുന്നില്‍ പാടുന്നവര്‍ പിന്നില്‍ മീട്ടുന്നവര്‍ ചേര്‍ന്നു തപ്പടിക്കും-കന്നിമാര്‍ നടുവില്‍ 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യിസ്രായേലുറവിലുള്ള നിങ്ങളനുഗ്രഹിപ്പിൻ - സകലജഗത്തിൻ പതിയെ സഭയിൽ  ശത്രുമേലധികാരിയാം ചെറിയ ബന്യാമീന- വിടം തന്നിലുണ്ടനിശം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അങ്ങവരെ കരേറ്റുന്ന യൂദജനപ്രഭുക്കൾ  സെബൂലൂൻ പ്രഭുക്കൾ നപ്താലി പ്രഭുക്കൾ  ഏകി നിൻറെ ബലമേകി നാഥനടിയാർക്കു  ചെയ്തുറപ്പിക്ക നീ സതതം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  <vt:lpstr>ശ്രീയെറുശലേമിലുള്ള  നിന്‍ മന്ദിരം നിമിത്തം അരചര്‍ നിനക്കു ഭയന്നു തിരുമുല്‍  ക്കാഴ്ച കൊണ്ടുവരും യേശുവിന്നു ജയം യേശുവിന്നു ജയം യേശുവിന്നു ജയം </vt:lpstr>
      <vt:lpstr>ഈ പരദേവനഹോ നമുക്കു  പരിത്രാണനത്തി ന്നധിപന്‍മര ണത്തില്‍ നിന്നൊഴിവു കര്‍ത്തനാമഖിലം ശക്തി നിന്‍ തിരുകരത്തിലുണ്ടനിശം - ഈ..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 paradevanaho</dc:title>
  <dc:creator>Digital Input:; GM JOHN; Acsah Mathews</dc:creator>
  <cp:lastModifiedBy>Acsah Mathews</cp:lastModifiedBy>
  <cp:revision>104</cp:revision>
  <dcterms:created xsi:type="dcterms:W3CDTF">2013-04-19T09:19:07Z</dcterms:created>
  <dcterms:modified xsi:type="dcterms:W3CDTF">2018-11-20T17:31:46Z</dcterms:modified>
</cp:coreProperties>
</file>