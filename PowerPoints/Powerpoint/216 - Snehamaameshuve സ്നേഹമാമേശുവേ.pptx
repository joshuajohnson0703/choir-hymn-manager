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6" r:id="rId4"/>
    <p:sldId id="277" r:id="rId5"/>
    <p:sldId id="278" r:id="rId6"/>
    <p:sldId id="279" r:id="rId7"/>
    <p:sldId id="280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54" autoAdjust="0"/>
    <p:restoredTop sz="94660"/>
  </p:normalViewPr>
  <p:slideViewPr>
    <p:cSldViewPr>
      <p:cViewPr varScale="1">
        <p:scale>
          <a:sx n="42" d="100"/>
          <a:sy n="42" d="100"/>
        </p:scale>
        <p:origin x="72" y="7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D4716-800A-4415-9431-A9DA9E4BBB3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C4083B-4015-4798-9E88-E66A7F86F4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DEA2C-2BDC-4E8A-A61F-364E1A602C39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EB28C-9FF8-4D55-B9BB-5EAA479FBD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EA2B6-DAF6-4C8E-8972-5F5313AD74D5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7C8979-8728-433A-84FB-3D4146D60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327CA-2F43-4E77-851D-BAA03DF94D1F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08C6C-4E39-4E1D-912D-761BA6E759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E1075-2D16-4442-B2CA-2352AC06D7EA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BF998-8025-461F-AEA9-23A2FB067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8B5652-0E88-4852-A1D8-ACB5C7919763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CF7A9-2137-4773-A65B-37DFF2E294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A3310-4C23-4247-B266-9BBFE965132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6015D-ACD0-4D00-AE5C-65EB37DFCC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D9B20-61FA-44DA-9E08-06D26F557C06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3F9FC-4B9E-4E0A-AED1-4A84E57804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BA13B-CAB5-44AE-AD0E-AE5BDD39D31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CB623-3E6C-488C-8411-216E502E5F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76F3E-ECC0-4A71-9B42-E3D60302ECE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DCEB63-90D7-49D8-88C2-B43B1F106B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D322BD-CD9E-48E7-9E99-35EF69AF8B74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44A587-F389-4437-974F-11F5421AB4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F75EB7C-6B42-4B7E-B623-D7588350423C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C11BCFD-D812-4EDF-9F7F-F20F2D272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B318-51E4-4411-819A-C63613E590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216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സ്നേഹമാമേശുവേ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5CD44-6890-4B2F-93B5-97157DF7F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Snehamaameshuve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7B78DE-1D79-408A-AB8C-FC20B323F593}"/>
              </a:ext>
            </a:extLst>
          </p:cNvPr>
          <p:cNvSpPr/>
          <p:nvPr/>
        </p:nvSpPr>
        <p:spPr>
          <a:xfrm>
            <a:off x="1828800" y="4507468"/>
            <a:ext cx="24288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(റവ. റ്റി. കോശി)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854083-A318-41E3-B44E-C25612CE3415}"/>
              </a:ext>
            </a:extLst>
          </p:cNvPr>
          <p:cNvSpPr/>
          <p:nvPr/>
        </p:nvSpPr>
        <p:spPr>
          <a:xfrm>
            <a:off x="8558282" y="4507468"/>
            <a:ext cx="19824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(Rev. T. Koshy) </a:t>
            </a:r>
          </a:p>
        </p:txBody>
      </p:sp>
    </p:spTree>
    <p:extLst>
      <p:ext uri="{BB962C8B-B14F-4D97-AF65-F5344CB8AC3E}">
        <p14:creationId xmlns:p14="http://schemas.microsoft.com/office/powerpoint/2010/main" val="1273811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8194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സ്നേഹമാമേശുവേ സ്നേഹമേ നിറവായ്!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സ്നേഹം നിന്‍ മൊഴി ക്രിയയുമെല്ലാം-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സ്നേഹം സര്‍വ്വവുമേ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സ്നേഹിച്ചേശു എന്നെ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ചോരയില്‍ കഴുകി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സ്നേഹമാം താതൻ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ആചാര്യ-രാജനാക്കിയല്ലോ!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3CA25B-1412-4476-A2F2-3A820F21B98E}"/>
              </a:ext>
            </a:extLst>
          </p:cNvPr>
          <p:cNvSpPr/>
          <p:nvPr/>
        </p:nvSpPr>
        <p:spPr>
          <a:xfrm>
            <a:off x="0" y="4014281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Snehamaameshuve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nirhavaai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ninmozhi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kriyayumellaam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sarvavume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Snehicheshu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chorayil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kazhuki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aachaarya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raajanaakkiyallo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1605D-078E-4D34-BF55-C85224CB9F80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8194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ഇയ്യുലകാധിപൻ 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കണ്‍ കുരുടാക്കി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ആയതാല്‍ ഭംഗിരൂപവുമില്ലാതായി നീ എനിക്കു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ദൈവാത്മാവെന്നുടെ കാഴ്ചയെ നല്‍കി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ദൈവസുതനപ്പോള്‍ എന്‍റെ കണ്ണിനു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കൌതുകമായ്‌ വന്നു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3CA25B-1412-4476-A2F2-3A820F21B98E}"/>
              </a:ext>
            </a:extLst>
          </p:cNvPr>
          <p:cNvSpPr/>
          <p:nvPr/>
        </p:nvSpPr>
        <p:spPr>
          <a:xfrm>
            <a:off x="0" y="4014281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Iyyulakaadhipan-kanh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kurudaakki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Aayathaal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bhangi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roopavumillathaayi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enikku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Daivaathmaavennude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kaazhchaye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nalki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Devasuthanappolh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kannhinu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kaouthakumaai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1605D-078E-4D34-BF55-C85224CB9F80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03925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5146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ദാസവേഷം പൂണ്ട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ദേവകുമാരൻ യേശുദേവാ!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വിശ്വാസികള്‍ക്കു നീ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വിലയേറിയവൻ 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ആയിരങ്ങളുടെ ആയിരങ്ങളിൽ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അതിസൌന്ദര്യവാനാകുമേശു ദേവന്‍ നീയല്ലയോ!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3CA25B-1412-4476-A2F2-3A820F21B98E}"/>
              </a:ext>
            </a:extLst>
          </p:cNvPr>
          <p:cNvSpPr/>
          <p:nvPr/>
        </p:nvSpPr>
        <p:spPr>
          <a:xfrm>
            <a:off x="0" y="4014281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Daasavesham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poonda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devakumaaran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Yeshudevaa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Vishwaasikalhkku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vilayerhiyavan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Aayirangalhude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aayirangalhil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Athi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soundaryavaanaakumeshu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neeyallayo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1605D-078E-4D34-BF55-C85224CB9F80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782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514600"/>
          </a:xfrm>
        </p:spPr>
        <p:txBody>
          <a:bodyPr anchor="t"/>
          <a:lstStyle/>
          <a:p>
            <a:pPr algn="l" defTabSz="46355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നീയല്ലാതാരുള്ളു സ്വര്‍ഗ്ഗമാം ലോകേ!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നീയല്ലാ തില്ല ഭൂവിലാരും ഞാന്‍ ഇഛിക്കത്തക്കവൻ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ഹാ! മനോഹരന്‍ നീ മാധുര്യവാന്‍ നീ!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ഹാ! മഹാശുദ്ധനെന്നുടെ പാപം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-ആകെ നീക്കിയവൻ!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3CA25B-1412-4476-A2F2-3A820F21B98E}"/>
              </a:ext>
            </a:extLst>
          </p:cNvPr>
          <p:cNvSpPr/>
          <p:nvPr/>
        </p:nvSpPr>
        <p:spPr>
          <a:xfrm>
            <a:off x="0" y="38862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Neeyallathaarullhu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swargamaam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Neeyallathilla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bhoovilaarum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ichchikka-thakkavan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Manoharan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maadhuryavaan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</a:t>
            </a: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shudhanennude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aake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neekkiyavan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1605D-078E-4D34-BF55-C85224CB9F80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48767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514600"/>
          </a:xfrm>
        </p:spPr>
        <p:txBody>
          <a:bodyPr anchor="t"/>
          <a:lstStyle/>
          <a:p>
            <a:pPr algn="l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നിറവായ കൃപ-പൂർണമാം സ്നേഹം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നീതിയുൽക്കൃഷ്ട ശ്രേഷ്ഠതകളോടുള്ളതേശുവേ! നിൻ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സ്രഷ്ടാവിവൻ താൻ എൻ കർത്താവിവൻ താൻ!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സൃഷ്ടിച്ചു രക്ഷിച്ചു നിത്യ ജീവൻ തന്നതിവൻ  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3CA25B-1412-4476-A2F2-3A820F21B98E}"/>
              </a:ext>
            </a:extLst>
          </p:cNvPr>
          <p:cNvSpPr/>
          <p:nvPr/>
        </p:nvSpPr>
        <p:spPr>
          <a:xfrm>
            <a:off x="0" y="38862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Nirhavaaya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poornhamaam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Neethiyulkrishta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shreshtathakalhodullha-theshuve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Nin</a:t>
            </a: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srishtaavivan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karthaavivan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srishtichu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rakshichu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thannathivan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1605D-078E-4D34-BF55-C85224CB9F80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07379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514600"/>
          </a:xfrm>
        </p:spPr>
        <p:txBody>
          <a:bodyPr anchor="t"/>
          <a:lstStyle/>
          <a:p>
            <a:pPr algn="l"/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 നാമങ്ങള്‍ക്കും-സര്‍വ്വ വസ്തുവിന്നും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 സൃഷ്ടിക്കുംമേലായ നിന്നെഞാന്‍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സ്നേഹിച്ചീടും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നാഥാ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! - </a:t>
            </a:r>
            <a:b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 മേശുവിന്നും-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താതന്നും സ്തോത്രം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 മെന്നാശ്വാസപ്രദനുമേ-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ആമേന്‍ ഹല്ലെലൂയ്യാ-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3CA25B-1412-4476-A2F2-3A820F21B98E}"/>
              </a:ext>
            </a:extLst>
          </p:cNvPr>
          <p:cNvSpPr/>
          <p:nvPr/>
        </p:nvSpPr>
        <p:spPr>
          <a:xfrm>
            <a:off x="0" y="38862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naamangalkkum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vasthuvinum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srishtikkum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melai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snehicheedum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-</a:t>
            </a: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Sthothrameshuvinum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Sthothramennashwaasa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pradanume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amen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halleluyyaa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1605D-078E-4D34-BF55-C85224CB9F80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21525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171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216 സ്നേഹമാമേശുവേ</vt:lpstr>
      <vt:lpstr>സ്നേഹമാമേശുവേ സ്നേഹമേ നിറവായ്! സ്നേഹം നിന്‍ മൊഴി ക്രിയയുമെല്ലാം-  സ്നേഹം സര്‍വ്വവുമേ സ്നേഹിച്ചേശു എന്നെ ചോരയില്‍ കഴുകി സ്നേഹമാം താതൻ എന്നെ ആചാര്യ-രാജനാക്കിയല്ലോ!</vt:lpstr>
      <vt:lpstr>ഇയ്യുലകാധിപൻ - കണ്‍ കുരുടാക്കി ആയതാല്‍ ഭംഗിരൂപവുമില്ലാതായി നീ എനിക്കു  ദൈവാത്മാവെന്നുടെ കാഴ്ചയെ നല്‍കി ദൈവസുതനപ്പോള്‍ എന്‍റെ കണ്ണിനു - കൌതുകമായ്‌ വന്നു</vt:lpstr>
      <vt:lpstr>ദാസവേഷം പൂണ്ട - ദേവകുമാരൻ യേശുദേവാ! വിശ്വാസികള്‍ക്കു നീ വിലയേറിയവൻ ! ആയിരങ്ങളുടെ ആയിരങ്ങളിൽ അതിസൌന്ദര്യവാനാകുമേശു ദേവന്‍ നീയല്ലയോ! </vt:lpstr>
      <vt:lpstr>നീയല്ലാതാരുള്ളു സ്വര്‍ഗ്ഗമാം ലോകേ! നീയല്ലാ തില്ല ഭൂവിലാരും ഞാന്‍ ഇഛിക്കത്തക്കവൻ ഹാ! മനോഹരന്‍ നീ മാധുര്യവാന്‍ നീ! ഹാ! മഹാശുദ്ധനെന്നുടെ പാപം -ആകെ നീക്കിയവൻ!</vt:lpstr>
      <vt:lpstr>നിറവായ കൃപ-പൂർണമാം സ്നേഹം  നീതിയുൽക്കൃഷ്ട ശ്രേഷ്ഠതകളോടുള്ളതേശുവേ! നിൻ  എൻ സ്രഷ്ടാവിവൻ താൻ എൻ കർത്താവിവൻ താൻ!  എന്നെ സൃഷ്ടിച്ചു രക്ഷിച്ചു നിത്യ ജീവൻ തന്നതിവൻ  </vt:lpstr>
      <vt:lpstr>സര്‍വ്വ നാമങ്ങള്‍ക്കും-സര്‍വ്വ വസ്തുവിന്നും സര്‍വ്വ സൃഷ്ടിക്കുംമേലായ നിന്നെഞാന്‍ സ്നേഹിച്ചീടും നാഥാ! -  സ്തോത്ര മേശുവിന്നും- താതന്നും സ്തോത്രം സ്തോത്ര മെന്നാശ്വാസപ്രദനുമേ- ആമേന്‍ ഹല്ലെലൂയ്യാ-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Snehamaameshuve</dc:title>
  <dc:creator>Digital Input:; GM JOHN; Acsah Mathews</dc:creator>
  <cp:lastModifiedBy>Acsah Mathews</cp:lastModifiedBy>
  <cp:revision>251</cp:revision>
  <dcterms:created xsi:type="dcterms:W3CDTF">2013-04-19T09:19:07Z</dcterms:created>
  <dcterms:modified xsi:type="dcterms:W3CDTF">2018-11-09T15:06:17Z</dcterms:modified>
</cp:coreProperties>
</file>