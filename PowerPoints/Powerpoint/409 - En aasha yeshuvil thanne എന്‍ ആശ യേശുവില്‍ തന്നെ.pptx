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7E18C-89ED-4113-B03B-C70DB231EAB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F9B44-B10F-419E-B242-DE2230A75A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FFF1C-BEAB-4716-9AF4-377C50BA595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2DD55-A7D3-4DEA-9C8C-84166A300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D8990-1FE8-4D78-9307-1611E16C78F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83E49-9E64-42B3-AE32-0DAC60DC8E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5AB47-0F37-4666-AFF7-1300FE6BF05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58F3D-6BFE-44A9-95D6-E510E62C37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50001-CBE5-4135-A1C0-C0B6890A254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4EBD0-7643-477A-A528-E9B64457F6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934F3-7DC4-4E0C-B0ED-69EB2AFE642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D2ADD-780E-499B-811D-61FD1A5BC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AA68A-E5B7-4FF6-8483-3498A353884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45077-4607-4B58-BCDA-6222BA06A2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E0E59E-4EB8-4DA1-B4BC-2B8E1B8A9A7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6D03E-C8AF-4203-8E4F-402761E2C2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17C23-CE39-4502-B9A6-89DBF77D98A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57F1D-69F5-4A33-9304-58533EBEE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DBAA7-4226-4E39-B8F4-742C9DE71C1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D97BA-76EE-47E1-8C3E-2BA0F68F99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7B7B8-A80D-4018-820C-0DBC4950615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90DFA-A946-4562-AD74-D935B9766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E1E026-E4C2-4733-9BB5-44B31A0EA43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361D429-2187-4039-8455-D513DCF7A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77AB-C2FA-4047-8C95-3B4983F29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എന്‍ ആശ യേശുവില്‍ തന്നെ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F7EBA-CA69-4881-AF4D-F5A733DCC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En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aasha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Yeshuvil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thanney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My hope is built on nothing else – E. Mote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1496955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09800"/>
          </a:xfrm>
        </p:spPr>
        <p:txBody>
          <a:bodyPr anchor="t"/>
          <a:lstStyle/>
          <a:p>
            <a:pPr algn="l" defTabSz="40322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ആശ യേശുവില്‍ തന്നെ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 നീതി രക്തത്തില്‍ മാത്രം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ഞാന്‍ നമ്പില്ലാ മറ്റൊന്നിനെ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യേശുമാത്രം ശരണം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C0BFE-C97D-4BAD-98C7-BDD432038596}"/>
              </a:ext>
            </a:extLst>
          </p:cNvPr>
          <p:cNvSpPr/>
          <p:nvPr/>
        </p:nvSpPr>
        <p:spPr>
          <a:xfrm>
            <a:off x="422817" y="2823628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പാറയാം ക്രിസ്തന്മേല്‍ നില്പേന്‍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വെറും മണല്‍ മറ്റുള്ളേടം (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6C12E-AD59-40A1-9F3D-63BD25964D11}"/>
              </a:ext>
            </a:extLst>
          </p:cNvPr>
          <p:cNvSpPr/>
          <p:nvPr/>
        </p:nvSpPr>
        <p:spPr>
          <a:xfrm>
            <a:off x="7434" y="3581400"/>
            <a:ext cx="71553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nambollaa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mattonniney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Yeshumaathram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sharanham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39129-8508-4FCE-9AE0-C61795027352}"/>
              </a:ext>
            </a:extLst>
          </p:cNvPr>
          <p:cNvSpPr/>
          <p:nvPr/>
        </p:nvSpPr>
        <p:spPr>
          <a:xfrm>
            <a:off x="422817" y="5719227"/>
            <a:ext cx="106949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Paarhayaam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nilpen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098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കാര്‍മേഘങ്ങള്‍ അന്ധകാരം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മറയ്ക്കുമ്പോള്‍ തിരുമുഖം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മാറാത്തതാം തന്‍ കൃപയില്‍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ഉറപ്പോടെ ആശ്രയമേ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C0BFE-C97D-4BAD-98C7-BDD432038596}"/>
              </a:ext>
            </a:extLst>
          </p:cNvPr>
          <p:cNvSpPr/>
          <p:nvPr/>
        </p:nvSpPr>
        <p:spPr>
          <a:xfrm>
            <a:off x="422817" y="2823628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പാറയാം ക്രിസ്തന്മേല്‍ നില്പേന്‍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വെറും മണല്‍ മറ്റുള്ളേടം (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6C12E-AD59-40A1-9F3D-63BD25964D11}"/>
              </a:ext>
            </a:extLst>
          </p:cNvPr>
          <p:cNvSpPr/>
          <p:nvPr/>
        </p:nvSpPr>
        <p:spPr>
          <a:xfrm>
            <a:off x="7434" y="3581400"/>
            <a:ext cx="71553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Kaarmeghangal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andhakaaram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Maraikkumbol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Thirumukham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Maaraaththathaam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Urappodey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aashrayamey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39129-8508-4FCE-9AE0-C61795027352}"/>
              </a:ext>
            </a:extLst>
          </p:cNvPr>
          <p:cNvSpPr/>
          <p:nvPr/>
        </p:nvSpPr>
        <p:spPr>
          <a:xfrm>
            <a:off x="422817" y="5719227"/>
            <a:ext cx="106949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Paarhayaam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nilpen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98199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098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3	കല്ലോല ജാലം പൊങ്ങട്ടെ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നല്ലാശ എന്ന നങ്കൂരം 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ഇട്ടിട്ടുണ്ട്ണ്ടു മറയ്ക്കുള്ളില്‍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ഒട്ടും ഭയപ്പെടുന്നില്ല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C0BFE-C97D-4BAD-98C7-BDD432038596}"/>
              </a:ext>
            </a:extLst>
          </p:cNvPr>
          <p:cNvSpPr/>
          <p:nvPr/>
        </p:nvSpPr>
        <p:spPr>
          <a:xfrm>
            <a:off x="422817" y="2823628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പാറയാം ക്രിസ്തന്മേല്‍ നില്പേന്‍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വെറും മണല്‍ മറ്റുള്ളേടം (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6C12E-AD59-40A1-9F3D-63BD25964D11}"/>
              </a:ext>
            </a:extLst>
          </p:cNvPr>
          <p:cNvSpPr/>
          <p:nvPr/>
        </p:nvSpPr>
        <p:spPr>
          <a:xfrm>
            <a:off x="7434" y="3581400"/>
            <a:ext cx="71553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Kallola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pongattey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nankuram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Ittittund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maraikkullhil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bhayappedunnilla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39129-8508-4FCE-9AE0-C61795027352}"/>
              </a:ext>
            </a:extLst>
          </p:cNvPr>
          <p:cNvSpPr/>
          <p:nvPr/>
        </p:nvSpPr>
        <p:spPr>
          <a:xfrm>
            <a:off x="422817" y="5719227"/>
            <a:ext cx="106949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Paarhayaam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nilpen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09051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098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തന്‍ രക്തം വാക്കുടമ്പടി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എന്‍ താങ്ങായുണ്ട് പ്രളയേ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എന്നാ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ത്മനും താനേ തുണ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അന്യാശ്രയങ്ങള്‍ പോയാലും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C0BFE-C97D-4BAD-98C7-BDD432038596}"/>
              </a:ext>
            </a:extLst>
          </p:cNvPr>
          <p:cNvSpPr/>
          <p:nvPr/>
        </p:nvSpPr>
        <p:spPr>
          <a:xfrm>
            <a:off x="422817" y="2823628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പാറയാം ക്രിസ്തന്മേല്‍ നില്പേന്‍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വെറും മണല്‍ മറ്റുള്ളേടം (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6C12E-AD59-40A1-9F3D-63BD25964D11}"/>
              </a:ext>
            </a:extLst>
          </p:cNvPr>
          <p:cNvSpPr/>
          <p:nvPr/>
        </p:nvSpPr>
        <p:spPr>
          <a:xfrm>
            <a:off x="7434" y="3682186"/>
            <a:ext cx="71553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vaakkudambadi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thaangaayund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pralhayé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Ennaathmanum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Anyaashrayangalpoyaalum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39129-8508-4FCE-9AE0-C61795027352}"/>
              </a:ext>
            </a:extLst>
          </p:cNvPr>
          <p:cNvSpPr/>
          <p:nvPr/>
        </p:nvSpPr>
        <p:spPr>
          <a:xfrm>
            <a:off x="422817" y="5719227"/>
            <a:ext cx="106949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Paarhayaam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nilpen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2514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2098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കാഹളത്തോടെ താന്‍ വന്നു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സിംഹാസനത്തില്‍ ഇരിക്കേ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നീതി മാത്രം ധരിച്ച്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മുൻ നിൽക്കും ഞാൻ കുറ്റമെന്യേ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C0BFE-C97D-4BAD-98C7-BDD432038596}"/>
              </a:ext>
            </a:extLst>
          </p:cNvPr>
          <p:cNvSpPr/>
          <p:nvPr/>
        </p:nvSpPr>
        <p:spPr>
          <a:xfrm>
            <a:off x="422817" y="2823628"/>
            <a:ext cx="11353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പാറയാം ക്രിസ്തന്മേല്‍ നില്പേന്‍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വെറും മണല്‍ മറ്റുള്ളേടം (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6C12E-AD59-40A1-9F3D-63BD25964D11}"/>
              </a:ext>
            </a:extLst>
          </p:cNvPr>
          <p:cNvSpPr/>
          <p:nvPr/>
        </p:nvSpPr>
        <p:spPr>
          <a:xfrm>
            <a:off x="7434" y="3581400"/>
            <a:ext cx="71553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Kaahalhaththodey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thaanvannu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Simhaasanaththil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irikkey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kuttamenye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39129-8508-4FCE-9AE0-C61795027352}"/>
              </a:ext>
            </a:extLst>
          </p:cNvPr>
          <p:cNvSpPr/>
          <p:nvPr/>
        </p:nvSpPr>
        <p:spPr>
          <a:xfrm>
            <a:off x="422817" y="5719227"/>
            <a:ext cx="106949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Paarhayaam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Kristhanmel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nilpen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mattullhedam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401481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166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409 എന്‍ ആശ യേശുവില്‍ തന്നെ</vt:lpstr>
      <vt:lpstr>1 എന്‍ ആശ യേശുവില്‍ തന്നെ  തന്‍ നീതി രക്തത്തില്‍ മാത്രം  ഞാന്‍ നമ്പില്ലാ മറ്റൊന്നിനെ  എന്‍ യേശുമാത്രം ശരണം</vt:lpstr>
      <vt:lpstr>2 കാര്‍മേഘങ്ങള്‍ അന്ധകാരം  മറയ്ക്കുമ്പോള്‍ തിരുമുഖം  മാറാത്തതാം തന്‍ കൃപയില്‍  ഉറപ്പോടെ ആശ്രയമേ</vt:lpstr>
      <vt:lpstr>3 കല്ലോല ജാലം പൊങ്ങട്ടെ  നല്ലാശ എന്ന നങ്കൂരം   ഇട്ടിട്ടുണ്ട്ണ്ടു മറയ്ക്കുള്ളില്‍   ഒട്ടും ഭയപ്പെടുന്നില്ല </vt:lpstr>
      <vt:lpstr>4 തന്‍ രക്തം വാക്കുടമ്പടി  എന്‍ താങ്ങായുണ്ട് പ്രളയേ   എന്നാത്മനും താനേ തുണ  അന്യാശ്രയങ്ങള്‍ പോയാലും </vt:lpstr>
      <vt:lpstr>5 കാഹളത്തോടെ താന്‍ വന്നു  സിംഹാസനത്തില്‍ ഇരിക്കേ   തൻ നീതി മാത്രം ധരിച്ച്   മുൻ നിൽക്കും ഞാൻ കുറ്റമെന്യേ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aasha yeshuvil thanne</dc:title>
  <dc:creator>Digital Input:; GM JOHN; Acsah Mathews</dc:creator>
  <cp:lastModifiedBy>Acsah Mathews</cp:lastModifiedBy>
  <cp:revision>109</cp:revision>
  <dcterms:created xsi:type="dcterms:W3CDTF">2013-04-19T09:19:07Z</dcterms:created>
  <dcterms:modified xsi:type="dcterms:W3CDTF">2018-11-26T19:02:28Z</dcterms:modified>
</cp:coreProperties>
</file>