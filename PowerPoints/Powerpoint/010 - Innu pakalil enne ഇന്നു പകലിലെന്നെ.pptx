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0" r:id="rId3"/>
    <p:sldId id="273" r:id="rId4"/>
    <p:sldId id="274" r:id="rId5"/>
    <p:sldId id="275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EEBFB-CC53-436E-B264-799F511139D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F4934-E86C-4C85-B0CF-B0AB48EB49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C411-4126-4E0D-BD98-2E9CA3C7FEE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197FA-9B7D-418D-9DA1-A97B4CAEE2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60B65-8327-4D75-BDCC-81C6DAAD752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682F7-C9BC-4350-BB65-AA32224ECE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65FD3-6B66-4AA2-AC8C-B20D6AB5E219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794C9-75E0-425B-AB60-DFE5EC693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9C556-A1E3-4B9F-8B61-8476F56C3EE9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096B6-AE7D-4617-A072-6152A1B735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03CFE-09BC-4DAE-8013-C92A7F3DAE3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EDE77D-9F6D-4AD6-A32F-A58748AD3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D66EE-CD13-498A-946A-F3E9D0ED731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58A45-25B6-44C3-8B46-B5492EC9B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B7DA9-96BF-4470-9B5D-D8D7771571E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808E4-9B21-4DF0-AE7E-F02C4650C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E2A87-F3B1-435B-B496-6E5429379700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107E7-B424-4479-B676-9CEA42AD75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C1AA2-9B1A-417A-9753-1BB3EBE8D4F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DD54F-3611-470C-AA2D-AE8E51361D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577B7-D688-48C3-B44B-089443DC7EB9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55C89-389C-4F47-BF09-404D0FDB42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9F1B328-0B2B-4CA3-B256-BBA86CBDE6C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8B9093-D7B3-4CA8-9A7A-81FE25A96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BD9A-510E-4544-AD86-5F117F983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ഇന്നു പകലിലെന്നെ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A4920-9DB2-49B6-9AE9-4D544F05B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Innu </a:t>
            </a:r>
            <a:r>
              <a:rPr lang="en-US" sz="4000" b="1" dirty="0" err="1">
                <a:solidFill>
                  <a:srgbClr val="002060"/>
                </a:solidFill>
              </a:rPr>
              <a:t>pakalilenney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0039A-33D3-471A-A9E2-2BDF7078E7C0}"/>
              </a:ext>
            </a:extLst>
          </p:cNvPr>
          <p:cNvSpPr/>
          <p:nvPr/>
        </p:nvSpPr>
        <p:spPr>
          <a:xfrm>
            <a:off x="1272540" y="4654578"/>
            <a:ext cx="3200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</a:rPr>
              <a:t>(റവ. റ്റി. കോശി</a:t>
            </a:r>
            <a:r>
              <a:rPr lang="en-US" sz="2000" b="1" dirty="0">
                <a:solidFill>
                  <a:srgbClr val="C00000"/>
                </a:solidFill>
              </a:rPr>
              <a:t>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267009-EDCD-4411-ADA2-3446EF8CDB29}"/>
              </a:ext>
            </a:extLst>
          </p:cNvPr>
          <p:cNvSpPr/>
          <p:nvPr/>
        </p:nvSpPr>
        <p:spPr>
          <a:xfrm>
            <a:off x="8451266" y="4654578"/>
            <a:ext cx="1911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(Rev. T. Koshy)</a:t>
            </a:r>
          </a:p>
        </p:txBody>
      </p:sp>
    </p:spTree>
    <p:extLst>
      <p:ext uri="{BB962C8B-B14F-4D97-AF65-F5344CB8AC3E}">
        <p14:creationId xmlns:p14="http://schemas.microsoft.com/office/powerpoint/2010/main" val="39736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005840"/>
            <a:ext cx="9906000" cy="2438400"/>
          </a:xfrm>
        </p:spPr>
        <p:txBody>
          <a:bodyPr anchor="t"/>
          <a:lstStyle/>
          <a:p>
            <a:pPr algn="l" defTabSz="39370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പകലിലെന്നെ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നന്നയനുഗ്രഹിച്ച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മന്നവാ സ്തുതി നിന-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ക്കെന്നേക്കും ചെയ്തീടുന്നേൻ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450E0-A75C-4527-80E8-90239CC0C045}"/>
              </a:ext>
            </a:extLst>
          </p:cNvPr>
          <p:cNvSpPr/>
          <p:nvPr/>
        </p:nvSpPr>
        <p:spPr>
          <a:xfrm>
            <a:off x="876300" y="3574316"/>
            <a:ext cx="906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Innu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pakalilenney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Nannaay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anugrahichchu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Mannavaa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Kkennekum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cheitheedunnen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005840"/>
            <a:ext cx="9906000" cy="2438400"/>
          </a:xfrm>
        </p:spPr>
        <p:txBody>
          <a:bodyPr anchor="t"/>
          <a:lstStyle/>
          <a:p>
            <a:pPr algn="l" defTabSz="393700"/>
            <a:r>
              <a:rPr lang="ml-IN" sz="3600" b="1" dirty="0">
                <a:latin typeface="Kartika" panose="02020503030404060203" pitchFamily="18" charset="0"/>
              </a:rPr>
              <a:t>2	സർവ്വ ശക്തിയുള്ളനിൻ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ചിറകിൻ കീഴടിയനെ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സർവ്വനേരവും രാജ-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രാജനെ കാത്തുകൊൾക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450E0-A75C-4527-80E8-90239CC0C045}"/>
              </a:ext>
            </a:extLst>
          </p:cNvPr>
          <p:cNvSpPr/>
          <p:nvPr/>
        </p:nvSpPr>
        <p:spPr>
          <a:xfrm>
            <a:off x="876300" y="3574316"/>
            <a:ext cx="906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Sarvashakthiyullha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Chirakin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keezhadiyaney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Sarvanèravum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raaja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Raajaney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kaaththukolhka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321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005840"/>
            <a:ext cx="9906000" cy="2438400"/>
          </a:xfrm>
        </p:spPr>
        <p:txBody>
          <a:bodyPr anchor="t"/>
          <a:lstStyle/>
          <a:p>
            <a:pPr algn="l" defTabSz="393700"/>
            <a:r>
              <a:rPr lang="ml-IN" sz="3600" b="1" dirty="0">
                <a:latin typeface="Kartika" panose="02020503030404060203" pitchFamily="18" charset="0"/>
              </a:rPr>
              <a:t>3	ഈ ദിവസം ഞാൻ ചെയ്ത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ദോഷമാകവെ നിന്‍റെ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പ്രീതിയേറും മകനെ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ഓർത്തു ക്ഷമിക്ക ദേവാ!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450E0-A75C-4527-80E8-90239CC0C045}"/>
              </a:ext>
            </a:extLst>
          </p:cNvPr>
          <p:cNvSpPr/>
          <p:nvPr/>
        </p:nvSpPr>
        <p:spPr>
          <a:xfrm>
            <a:off x="876300" y="3574316"/>
            <a:ext cx="906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divasam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Doshamaakavey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nintey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Preethiyerum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makaney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Orththu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kshamikka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Deva</a:t>
            </a:r>
          </a:p>
        </p:txBody>
      </p:sp>
    </p:spTree>
    <p:extLst>
      <p:ext uri="{BB962C8B-B14F-4D97-AF65-F5344CB8AC3E}">
        <p14:creationId xmlns:p14="http://schemas.microsoft.com/office/powerpoint/2010/main" val="306238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005840"/>
            <a:ext cx="9906000" cy="2438400"/>
          </a:xfrm>
        </p:spPr>
        <p:txBody>
          <a:bodyPr anchor="t"/>
          <a:lstStyle/>
          <a:p>
            <a:pPr algn="l" defTabSz="3937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ഇന്നു ഞാനുറങ്ങും മു-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മ്പന്യൂനമനസാക്ഷി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നിന്നോടും ജനത്തോടും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ഉണ്ടാവാൻ തുണയ്ക്ക നീ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450E0-A75C-4527-80E8-90239CC0C045}"/>
              </a:ext>
            </a:extLst>
          </p:cNvPr>
          <p:cNvSpPr/>
          <p:nvPr/>
        </p:nvSpPr>
        <p:spPr>
          <a:xfrm>
            <a:off x="876300" y="3574316"/>
            <a:ext cx="906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Innu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njaanurangum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mu-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nbanyunamanassaakshi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Ninnodum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janaththodum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Undaavaan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thunhayka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672201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005840"/>
            <a:ext cx="9906000" cy="2438400"/>
          </a:xfrm>
        </p:spPr>
        <p:txBody>
          <a:bodyPr anchor="t"/>
          <a:lstStyle/>
          <a:p>
            <a:pPr algn="l" defTabSz="393700"/>
            <a:r>
              <a:rPr lang="ml-IN" sz="3600" b="1" dirty="0">
                <a:latin typeface="Kartika" panose="02020503030404060203" pitchFamily="18" charset="0"/>
              </a:rPr>
              <a:t>5	മരണം നിർമ്മല ശയ്യാ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ശയനം നിർഭയമായി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സാദരം തോന്നുമാറെൻ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ദൈവമേ പഠിപ്പിക്ക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450E0-A75C-4527-80E8-90239CC0C045}"/>
              </a:ext>
            </a:extLst>
          </p:cNvPr>
          <p:cNvSpPr/>
          <p:nvPr/>
        </p:nvSpPr>
        <p:spPr>
          <a:xfrm>
            <a:off x="876300" y="3574316"/>
            <a:ext cx="906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Maranham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nirmalashayya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Shayanam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nirbhayamaayi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Saadaram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thonnumaaren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Daivamey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padippikka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904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457200" y="1005840"/>
            <a:ext cx="9906000" cy="2438400"/>
          </a:xfrm>
        </p:spPr>
        <p:txBody>
          <a:bodyPr anchor="t"/>
          <a:lstStyle/>
          <a:p>
            <a:pPr algn="l" defTabSz="393700"/>
            <a:r>
              <a:rPr lang="ml-IN" sz="3600" b="1" dirty="0">
                <a:latin typeface="Kartika" panose="02020503030404060203" pitchFamily="18" charset="0"/>
              </a:rPr>
              <a:t>6	കാഹള ധ്വനി കേട്ടു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വേഗം നിൻ മഹത്വത്തെ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കാണ്മാൻ ഞാൻ കൊതിക്കുന്നു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കരുണാവാരിധേ ദേവാ!</a:t>
            </a:r>
            <a:br>
              <a:rPr lang="ml-IN" sz="3600" b="1" dirty="0">
                <a:latin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450E0-A75C-4527-80E8-90239CC0C045}"/>
              </a:ext>
            </a:extLst>
          </p:cNvPr>
          <p:cNvSpPr/>
          <p:nvPr/>
        </p:nvSpPr>
        <p:spPr>
          <a:xfrm>
            <a:off x="876300" y="3574316"/>
            <a:ext cx="9067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Kaahalha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dhwani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kettu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mahathwaththé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Kaanhmaan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kothikkunnu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Karunhaavaaridhey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Deva!</a:t>
            </a:r>
          </a:p>
        </p:txBody>
      </p:sp>
    </p:spTree>
    <p:extLst>
      <p:ext uri="{BB962C8B-B14F-4D97-AF65-F5344CB8AC3E}">
        <p14:creationId xmlns:p14="http://schemas.microsoft.com/office/powerpoint/2010/main" val="121182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86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10 ഇന്നു പകലിലെന്നെ</vt:lpstr>
      <vt:lpstr>1 ഇന്നു പകലിലെന്നെ  നന്നയനുഗ്രഹിച്ച  മന്നവാ സ്തുതി നിന-  ക്കെന്നേക്കും ചെയ്തീടുന്നേൻ</vt:lpstr>
      <vt:lpstr>2 സർവ്വ ശക്തിയുള്ളനിൻ  ചിറകിൻ കീഴടിയനെ  സർവ്വനേരവും രാജ-  രാജനെ കാത്തുകൊൾക</vt:lpstr>
      <vt:lpstr>3 ഈ ദിവസം ഞാൻ ചെയ്ത  ദോഷമാകവെ നിന്‍റെ  പ്രീതിയേറും മകനെ  ഓർത്തു ക്ഷമിക്ക ദേവാ!</vt:lpstr>
      <vt:lpstr>4 ഇന്നു ഞാനുറങ്ങും മു-  മ്പന്യൂനമനസാക്ഷി  നിന്നോടും ജനത്തോടും  ഉണ്ടാവാൻ തുണയ്ക്ക നീ</vt:lpstr>
      <vt:lpstr>5 മരണം നിർമ്മല ശയ്യാ  ശയനം നിർഭയമായി  സാദരം തോന്നുമാറെൻ  ദൈവമേ പഠിപ്പിക്ക</vt:lpstr>
      <vt:lpstr>6 കാഹള ധ്വനി കേട്ടു  വേഗം നിൻ മഹത്വത്തെ  കാണ്മാൻ ഞാൻ കൊതിക്കുന്നു  കരുണാവാരിധേ ദേവാ!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Innu pakalil enne</dc:title>
  <dc:creator>Digital Input:; GM JOHN; Acsah Mathews</dc:creator>
  <cp:lastModifiedBy>Acsah Mathews</cp:lastModifiedBy>
  <cp:revision>245</cp:revision>
  <dcterms:created xsi:type="dcterms:W3CDTF">2013-04-19T09:19:07Z</dcterms:created>
  <dcterms:modified xsi:type="dcterms:W3CDTF">2018-12-03T19:16:31Z</dcterms:modified>
</cp:coreProperties>
</file>