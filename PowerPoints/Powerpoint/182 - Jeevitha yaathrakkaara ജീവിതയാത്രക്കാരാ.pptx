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7" r:id="rId5"/>
    <p:sldId id="274" r:id="rId6"/>
    <p:sldId id="278" r:id="rId7"/>
    <p:sldId id="275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73E85-991D-4B33-A3C0-FC932B4E7E9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E2AB0-05AF-462D-8A94-6E872A8EC4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8D88A-341A-4E4A-98A2-6B60AA8B2EF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51B16-F62A-4DB3-AFD0-14FF6B0F57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A87CD-6009-45FA-A5AF-9255AB4FB90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89B889-3C29-4DD2-A84B-6F8DF15F3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C6995-5FBD-4DE1-8534-04000BDBBEF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1EA8A-FCF2-41E9-9B3B-2D12586E7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FA893-ECC4-403E-ADAF-45E5F344CB7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CECCA-7297-444E-A3BF-177FC88029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E8422-940F-4AAB-A9EA-0D7A3F3EA91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D284-67FB-4DE7-B5E3-80BFB1A216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0DAC1-DFBF-4250-962A-7554857B07A3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5E963-7932-4B12-BED4-EBA5E52C8D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BBCDAC-B6F3-4C96-97F1-0E29A7A321F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B1482-4EF6-4CB1-94D5-4988A45256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40990-D990-426B-BB54-0A90787ADDE5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0CBD88-237F-4A5F-9C1A-B746AF1F45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629647-7828-45E5-A278-6AABFC2FA13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4F4A49-7402-4EF1-AC5E-4C77020443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A87D5-53E6-41E0-A97E-AFE489152EB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8432A-A2C1-48E2-8651-C8041BB455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CAAFB5-746B-4E4B-9455-A99FDED285F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66C8E37-E12E-4862-BFF4-07EADE326D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6593D-9490-46B3-AFC5-0B86584A6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7400"/>
            <a:ext cx="10363200" cy="1543051"/>
          </a:xfrm>
        </p:spPr>
        <p:txBody>
          <a:bodyPr/>
          <a:lstStyle/>
          <a:p>
            <a:r>
              <a:rPr lang="en-US" dirty="0"/>
              <a:t>182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ജീവിതയാത്രക്കാരാ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7AC31-A1CE-448B-BA75-20778752F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Jeevitha </a:t>
            </a:r>
            <a:r>
              <a:rPr lang="en-US" sz="4000" b="1" dirty="0" err="1">
                <a:solidFill>
                  <a:schemeClr val="tx2"/>
                </a:solidFill>
              </a:rPr>
              <a:t>yaathrakkaara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BAF51-C0B7-415F-A99C-0ABEEE6AC5AE}"/>
              </a:ext>
            </a:extLst>
          </p:cNvPr>
          <p:cNvSpPr/>
          <p:nvPr/>
        </p:nvSpPr>
        <p:spPr>
          <a:xfrm>
            <a:off x="2514600" y="4800600"/>
            <a:ext cx="3430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(ഓ. സി. അലക്സാണ്ടർ)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A5A57-FEF8-4345-B210-01BBBB5B0BE2}"/>
              </a:ext>
            </a:extLst>
          </p:cNvPr>
          <p:cNvSpPr/>
          <p:nvPr/>
        </p:nvSpPr>
        <p:spPr>
          <a:xfrm>
            <a:off x="7009536" y="4800600"/>
            <a:ext cx="2163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(O.C. Alexander) </a:t>
            </a:r>
          </a:p>
        </p:txBody>
      </p:sp>
    </p:spTree>
    <p:extLst>
      <p:ext uri="{BB962C8B-B14F-4D97-AF65-F5344CB8AC3E}">
        <p14:creationId xmlns:p14="http://schemas.microsoft.com/office/powerpoint/2010/main" val="29357614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100554"/>
            <a:ext cx="12192000" cy="23622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342900" algn="l"/>
              </a:tabLst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ജീവിതയാത്രക്കാരാ - കാലടികൾ എങ്ങോട്ട്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നാശത്തിൻ പാതയോ ജീവന്‍റെ മാർഗ്ഗമോ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ലക്ഷ്യം നിൻ മുമ്പിലെന്ത്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604428"/>
            <a:ext cx="121920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Jeevitha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yaathrakkaara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Kaaladikalh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engottu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Lakshyam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munpil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792781"/>
            <a:ext cx="11646568" cy="2943410"/>
          </a:xfrm>
        </p:spPr>
        <p:txBody>
          <a:bodyPr anchor="t"/>
          <a:lstStyle/>
          <a:p>
            <a:pPr algn="l">
              <a:tabLst>
                <a:tab pos="342900" algn="l"/>
              </a:tabLst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അൻപി രൂപി യേശുനാഥൻ നിന്നെ വിളിക്കുന്നില്ലേ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പോകല്ലേ നീ അന്ധനായി ലോകസൗഭാഗ്യം തേടി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പൊന്നിൻ ചിറകു നിനക്കു മീതേ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വിവരിച്ചതു കാണുന്നില്ലേ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സൂര്യനിൻ താപമോ ഘോരമാം മാരിയോ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അലട്ടാ എൻ പൊന്മകനേ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736191"/>
            <a:ext cx="11201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Anpin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roopi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vilhikkunnilley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Pôkalley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andhanaayi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loka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soubhaagyam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thèdi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Ponnin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chiraku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ninakku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meethey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Karththan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virichathu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kaanhunnilley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Sooryanin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thaapamo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ghôramaam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maariyo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alattaa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pon-makaney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E29E8-A7F5-4211-8033-7CC035AE5EDB}"/>
              </a:ext>
            </a:extLst>
          </p:cNvPr>
          <p:cNvSpPr txBox="1"/>
          <p:nvPr/>
        </p:nvSpPr>
        <p:spPr>
          <a:xfrm>
            <a:off x="0" y="74821"/>
            <a:ext cx="121799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1300393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100554"/>
            <a:ext cx="12192000" cy="23622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342900" algn="l"/>
              </a:tabLst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ജീവിതയാത്രക്കാരാ - കാലടികൾ എങ്ങോട്ട്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നാശത്തിൻ പാതയോ ജീവന്‍റെ മാർഗ്ഗമോ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ലക്ഷ്യം നിൻ മുമ്പിലെന്ത്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604428"/>
            <a:ext cx="121920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Jeevitha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yaathrakkaara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Kaaladikalh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engottu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Lakshyam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munpil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1438556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792781"/>
            <a:ext cx="11646568" cy="2943410"/>
          </a:xfrm>
        </p:spPr>
        <p:txBody>
          <a:bodyPr anchor="t"/>
          <a:lstStyle/>
          <a:p>
            <a:pPr algn="l">
              <a:tabLst>
                <a:tab pos="342900" algn="l"/>
              </a:tabLst>
            </a:pPr>
            <a:r>
              <a:rPr lang="ml-IN" sz="3200" b="1" dirty="0">
                <a:latin typeface="Kartika" panose="02020503030404060203" pitchFamily="18" charset="0"/>
              </a:rPr>
              <a:t>വൈഷമ്യമാം മേടുകളിൽ എങ്ങനെ നീ കടക്കും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എങ്ങനെ നീ യോർദ്ദാനിന്‍റെ അക്കരെ ചെന്നു ചേരും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നിൻ തോണിയിൽ കർത്തനേശു ഉണ്ടോ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നിൻ നാവിൽ പ്രാത്ഥനാ ഗാനമുണ്ടോ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പുത്തൻ ഗാനാലാപം പാടിസ്തുതിക്കുവാൻ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ഹൃത്തടേ സ്വർഗ്ഗീയ ശാന്തിയുണ്ടോ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736191"/>
            <a:ext cx="11201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Vaishamyamaam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mèdukalhil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enganey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kadakkum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Enganey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Yôrdaanintey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akkarey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chèrum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thônhiyil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Karthan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Yeshuvundo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naavil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prarthanaa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gaanamundo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Puththan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gaanaalaapam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sthuthikkuvaan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Hriththidey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swargeeya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shaanthiyundo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E29E8-A7F5-4211-8033-7CC035AE5EDB}"/>
              </a:ext>
            </a:extLst>
          </p:cNvPr>
          <p:cNvSpPr txBox="1"/>
          <p:nvPr/>
        </p:nvSpPr>
        <p:spPr>
          <a:xfrm>
            <a:off x="0" y="74821"/>
            <a:ext cx="121799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49939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100554"/>
            <a:ext cx="12192000" cy="23622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342900" algn="l"/>
              </a:tabLst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ജീവിതയാത്രക്കാരാ - കാലടികൾ എങ്ങോട്ട്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നാശത്തിൻ പാതയോ ജീവന്‍റെ മാർഗ്ഗമോ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ലക്ഷ്യം നിൻ മുമ്പിലെന്ത്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604428"/>
            <a:ext cx="121920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Jeevitha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yaathrakkaara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Kaaladikalh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engottu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Lakshyam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munpil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10248601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792781"/>
            <a:ext cx="11646568" cy="2943410"/>
          </a:xfrm>
        </p:spPr>
        <p:txBody>
          <a:bodyPr anchor="t"/>
          <a:lstStyle/>
          <a:p>
            <a:pPr algn="l">
              <a:tabLst>
                <a:tab pos="342900" algn="l"/>
              </a:tabLst>
            </a:pP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വിശ്വാസത്തിൻ തോണി തന്നിൽ പോകുന്ന യാത്രക്കാരാ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പാറക്കെട്ടിൽ തട്ടാതെ നീ അക്കരെ ചെന്നിടുമോ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ഓളങ്ങൾ ഏറുന്ന സാഗരത്തിൽ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 തോണി അലഞ്ഞാടുമ്പോൾ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ആരുണ്ട് കൈത്താങ്ങായ് ആരു സഹായിക്കും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കപ്പിത്താൻ യേശു അല്ലാതെ നിന്നെ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736191"/>
            <a:ext cx="11201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Vishwaasaththin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thônhi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pôkunna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yaathrakkaaraa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Paaraakkettil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thattaathey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akkarey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chenneedumo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Olhangalh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erunna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saagaraththil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Jeevitha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thônhi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alanjaadumbolh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Aarundu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kaithaangaai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aaru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sahaayikkum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Kappiththaan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allaathey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E29E8-A7F5-4211-8033-7CC035AE5EDB}"/>
              </a:ext>
            </a:extLst>
          </p:cNvPr>
          <p:cNvSpPr txBox="1"/>
          <p:nvPr/>
        </p:nvSpPr>
        <p:spPr>
          <a:xfrm>
            <a:off x="0" y="74821"/>
            <a:ext cx="121799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128669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6042" y="1100554"/>
            <a:ext cx="12192000" cy="2362200"/>
          </a:xfrm>
        </p:spPr>
        <p:txBody>
          <a:bodyPr anchor="t"/>
          <a:lstStyle/>
          <a:p>
            <a:pPr>
              <a:lnSpc>
                <a:spcPct val="125000"/>
              </a:lnSpc>
              <a:tabLst>
                <a:tab pos="342900" algn="l"/>
              </a:tabLst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ജീവിതയാത്രക്കാരാ - കാലടികൾ എങ്ങോട്ട്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നാശത്തിൻ പാതയോ ജീവന്‍റെ മാർഗ്ഗമോ</a:t>
            </a:r>
            <a:b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ലക്ഷ്യം നിൻ മുമ്പിലെന്ത്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10E37-1AB0-49EC-BBB7-D110A8C891F7}"/>
              </a:ext>
            </a:extLst>
          </p:cNvPr>
          <p:cNvSpPr/>
          <p:nvPr/>
        </p:nvSpPr>
        <p:spPr>
          <a:xfrm>
            <a:off x="0" y="3604428"/>
            <a:ext cx="1219200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Jeevitha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yaathrakkaara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Kaaladikalh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engottu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Lakshyam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munpil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0040803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191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182 ജീവിതയാത്രക്കാരാ</vt:lpstr>
      <vt:lpstr>ജീവിതയാത്രക്കാരാ - കാലടികൾ എങ്ങോട്ട് നാശത്തിൻ പാതയോ ജീവന്‍റെ മാർഗ്ഗമോ ലക്ഷ്യം നിൻ മുമ്പിലെന്ത്</vt:lpstr>
      <vt:lpstr>അൻപി രൂപി യേശുനാഥൻ നിന്നെ വിളിക്കുന്നില്ലേ പോകല്ലേ നീ അന്ധനായി ലോകസൗഭാഗ്യം തേടി  പൊന്നിൻ ചിറകു നിനക്കു മീതേ  കർത്തൻ വിവരിച്ചതു കാണുന്നില്ലേ സൂര്യനിൻ താപമോ ഘോരമാം മാരിയോ  നിന്നെ അലട്ടാ എൻ പൊന്മകനേ</vt:lpstr>
      <vt:lpstr>ജീവിതയാത്രക്കാരാ - കാലടികൾ എങ്ങോട്ട് നാശത്തിൻ പാതയോ ജീവന്‍റെ മാർഗ്ഗമോ ലക്ഷ്യം നിൻ മുമ്പിലെന്ത്</vt:lpstr>
      <vt:lpstr>വൈഷമ്യമാം മേടുകളിൽ എങ്ങനെ നീ കടക്കും എങ്ങനെ നീ യോർദ്ദാനിന്‍റെ അക്കരെ ചെന്നു ചേരും നിൻ തോണിയിൽ കർത്തനേശു ഉണ്ടോ നിൻ നാവിൽ പ്രാത്ഥനാ ഗാനമുണ്ടോ പുത്തൻ ഗാനാലാപം പാടിസ്തുതിക്കുവാൻ ഹൃത്തടേ സ്വർഗ്ഗീയ ശാന്തിയുണ്ടോ </vt:lpstr>
      <vt:lpstr>ജീവിതയാത്രക്കാരാ - കാലടികൾ എങ്ങോട്ട് നാശത്തിൻ പാതയോ ജീവന്‍റെ മാർഗ്ഗമോ ലക്ഷ്യം നിൻ മുമ്പിലെന്ത്</vt:lpstr>
      <vt:lpstr>വിശ്വാസത്തിൻ തോണി തന്നിൽ പോകുന്ന യാത്രക്കാരാ  പാറക്കെട്ടിൽ തട്ടാതെ നീ അക്കരെ ചെന്നിടുമോ  ഓളങ്ങൾ ഏറുന്ന സാഗരത്തിൽ  ജീവിത തോണി അലഞ്ഞാടുമ്പോൾ  ആരുണ്ട് കൈത്താങ്ങായ് ആരു സഹായിക്കും  കപ്പിത്താൻ യേശു അല്ലാതെ നിന്നെ</vt:lpstr>
      <vt:lpstr>ജീവിതയാത്രക്കാരാ - കാലടികൾ എങ്ങോട്ട് നാശത്തിൻ പാതയോ ജീവന്‍റെ മാർഗ്ഗമോ ലക്ഷ്യം നിൻ മുമ്പിലെന്ത്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Jeevitha yaathrakaara</dc:title>
  <dc:creator>Digital Input:; GM JOHN; Acsah Mathews</dc:creator>
  <cp:lastModifiedBy>Acsah Mathews</cp:lastModifiedBy>
  <cp:revision>281</cp:revision>
  <dcterms:created xsi:type="dcterms:W3CDTF">2013-04-19T09:19:07Z</dcterms:created>
  <dcterms:modified xsi:type="dcterms:W3CDTF">2018-11-07T14:06:21Z</dcterms:modified>
</cp:coreProperties>
</file>