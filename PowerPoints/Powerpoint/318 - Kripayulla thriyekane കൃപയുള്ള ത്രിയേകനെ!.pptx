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3" r:id="rId3"/>
    <p:sldId id="285" r:id="rId4"/>
    <p:sldId id="286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97AF2-731A-4DB0-9E20-04A166E4DAF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2D72-D23A-43C6-AFDA-35EDFED166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34D1A4-9852-413F-9F1C-E92DDDB0C66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05577-A15D-421B-8E33-59B243AA7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8F10A-BB9F-4D4F-8922-A68D88428EB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DCB45-5604-4399-9563-6B68EA39FF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DBA94-AAFB-41AF-AF6F-C4D7D2541A9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EAA2B-5864-4161-9883-3EF72F2368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A4FE9-4C2D-4737-9ACD-4AE808CFA4F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AF9E5-00CB-440B-A6F2-3042665A0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8B71A-6DEE-426D-A519-25CB2698891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E2C57-2EC2-40F1-9417-E58129221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25AD8-3699-45BB-9866-F5476F3C74D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79F15-7FD5-494C-8A49-D135A17AF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4B01A-821E-49BC-87E0-E0EA948E85E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F363D-306E-42B6-939C-A735A3693A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11AF1-26BB-475A-AADA-AFB978611E5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AFAC9-0615-45F8-8658-65D89637B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E2490-5233-437A-8839-57024855230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78DEC-7562-42E1-A2E4-B5F380ECF8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8F917-DB8D-4EBB-83C8-0D7AB8A4482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BE10B-FD74-438E-BB97-9D2A2C62DC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7F7484-8C77-47EA-9B3E-CF3C33EBD28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EC6D7BE-121B-49CB-AFFF-5E892FF8B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9056-CBD9-44AA-B38D-AD78981E8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കൃപയുള്ള ത്രിയേകനെ!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DDCF3-6031-42A0-8B84-A71E19CE6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Kripayullha </a:t>
            </a:r>
            <a:r>
              <a:rPr lang="en-US" sz="4000" b="1" dirty="0" err="1">
                <a:solidFill>
                  <a:srgbClr val="000000"/>
                </a:solidFill>
              </a:rPr>
              <a:t>thriyekane</a:t>
            </a:r>
            <a:r>
              <a:rPr lang="en-US" sz="4000" b="1" dirty="0">
                <a:solidFill>
                  <a:srgbClr val="000000"/>
                </a:solidFill>
              </a:rPr>
              <a:t>! </a:t>
            </a:r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33491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66700" y="674906"/>
            <a:ext cx="11658600" cy="28194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കൃപയുള്ള ത്രിയേകനെ!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ഇപ്പോൾ നീ വരണമേ!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കൃപയാൽ ഇവരെ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അൻപോടു നോക്കണമേ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കടാക്ഷിക്ക! (2)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വധുവരന്മാരെ!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76402F-7A95-4494-BA96-88D5278F963F}"/>
              </a:ext>
            </a:extLst>
          </p:cNvPr>
          <p:cNvSpPr/>
          <p:nvPr/>
        </p:nvSpPr>
        <p:spPr>
          <a:xfrm>
            <a:off x="259080" y="3494306"/>
            <a:ext cx="10744200" cy="3161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dirty="0">
                <a:solidFill>
                  <a:srgbClr val="000000"/>
                </a:solidFill>
                <a:latin typeface="+mn-lt"/>
              </a:rPr>
              <a:t>Kripayullha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thriyekane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!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Ippolh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varenhame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!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Ninte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kripayaal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ivare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anpodu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nokkenhame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fi-FI" sz="3600" dirty="0">
                <a:solidFill>
                  <a:srgbClr val="000000"/>
                </a:solidFill>
                <a:latin typeface="+mn-lt"/>
              </a:rPr>
              <a:t>Kadaakshikka (2) Ee vadhu varanmaare! </a:t>
            </a:r>
            <a:endParaRPr lang="en-US" sz="360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66700" y="674906"/>
            <a:ext cx="11658600" cy="28194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ആദിമുതൽ വിവാഹത്തെ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നിയമിച്ച കർത്താവേ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സൽഭക്തി, ശാന്തം സ്നേഹത്തെ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ഈ പുരുഷനും സ്ത്രീയ്ക്കും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നീ കൊടുത്തു (2) 	ഇവരെ യോജിപ്പിക്ക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76402F-7A95-4494-BA96-88D5278F963F}"/>
              </a:ext>
            </a:extLst>
          </p:cNvPr>
          <p:cNvSpPr/>
          <p:nvPr/>
        </p:nvSpPr>
        <p:spPr>
          <a:xfrm>
            <a:off x="259080" y="3494306"/>
            <a:ext cx="10744200" cy="3161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dirty="0">
                <a:solidFill>
                  <a:srgbClr val="000000"/>
                </a:solidFill>
                <a:latin typeface="+mn-lt"/>
              </a:rPr>
              <a:t>Aadimuthal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vivaahaththe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niyamicha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karthaave</a:t>
            </a:r>
            <a:endParaRPr lang="en-US" sz="3600" dirty="0">
              <a:solidFill>
                <a:srgbClr val="00000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Salbhakthi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shaatham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snehathe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Ee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purushanum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sthreekkum</a:t>
            </a:r>
            <a:endParaRPr lang="en-US" sz="3600" dirty="0">
              <a:solidFill>
                <a:srgbClr val="00000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dirty="0">
                <a:solidFill>
                  <a:srgbClr val="000000"/>
                </a:solidFill>
                <a:latin typeface="+mn-lt"/>
              </a:rPr>
              <a:t>Nee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koduththu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(2)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Ivare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yojippikka</a:t>
            </a:r>
            <a:endParaRPr lang="en-US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11144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66700" y="674906"/>
            <a:ext cx="11658600" cy="28194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3	സന്തോഷ വാഴ്ച കാലത്തിൽ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ദൈവത്തെ ഭയപ്പെട്ടു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സന്താപ താഴ്ച കാലത്തിൽ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ഭക്തിയിൽ സ്ഥിരപ്പെട്ടു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ജീവിക്കേണം (2)  	അന്ത്യേ സ്വർഗ്ഗേ ചേർന്നിടാൻ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76402F-7A95-4494-BA96-88D5278F963F}"/>
              </a:ext>
            </a:extLst>
          </p:cNvPr>
          <p:cNvSpPr/>
          <p:nvPr/>
        </p:nvSpPr>
        <p:spPr>
          <a:xfrm>
            <a:off x="259080" y="3494306"/>
            <a:ext cx="10744200" cy="3161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Santhosha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vaazhcha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kaalathil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daivathe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bhayapettu</a:t>
            </a:r>
            <a:endParaRPr lang="en-US" sz="3600" dirty="0">
              <a:solidFill>
                <a:srgbClr val="00000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Santhaapa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thaazhcha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kaalathil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bhakthiyil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sthirapettu</a:t>
            </a:r>
            <a:endParaRPr lang="en-US" sz="3600" dirty="0">
              <a:solidFill>
                <a:srgbClr val="00000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dirty="0" err="1">
                <a:solidFill>
                  <a:srgbClr val="000000"/>
                </a:solidFill>
                <a:latin typeface="+mn-lt"/>
              </a:rPr>
              <a:t>Jeevikkenham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(2)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Anthye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swargge</a:t>
            </a:r>
            <a:r>
              <a:rPr lang="en-US" sz="3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+mn-lt"/>
              </a:rPr>
              <a:t>chernnidaan</a:t>
            </a:r>
            <a:endParaRPr lang="en-US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13284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65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318 കൃപയുള്ള ത്രിയേകനെ!</vt:lpstr>
      <vt:lpstr>1 കൃപയുള്ള ത്രിയേകനെ!  ഇപ്പോൾ നീ വരണമേ!  നിന്‍റെ കൃപയാൽ ഇവരെ   അൻപോടു നോക്കണമേ   കടാക്ഷിക്ക! (2)  ഈ വധുവരന്മാരെ!</vt:lpstr>
      <vt:lpstr>2 ആദിമുതൽ വിവാഹത്തെ   നിയമിച്ച കർത്താവേ   സൽഭക്തി, ശാന്തം സ്നേഹത്തെ   ഈ പുരുഷനും സ്ത്രീയ്ക്കും   നീ കൊടുത്തു (2)  ഇവരെ യോജിപ്പിക്ക </vt:lpstr>
      <vt:lpstr>3 സന്തോഷ വാഴ്ച കാലത്തിൽ   ദൈവത്തെ ഭയപ്പെട്ടു   സന്താപ താഴ്ച കാലത്തിൽ   ഭക്തിയിൽ സ്ഥിരപ്പെട്ടു   ജീവിക്കേണം (2)   അന്ത്യേ സ്വർഗ്ഗേ ചേർന്നിടാൻ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Kripayulla thriyekane</dc:title>
  <dc:creator>Digital Input; GM JOHN; Acsah Mathews</dc:creator>
  <cp:lastModifiedBy>Acsah Mathews</cp:lastModifiedBy>
  <cp:revision>426</cp:revision>
  <dcterms:created xsi:type="dcterms:W3CDTF">2013-04-19T09:19:07Z</dcterms:created>
  <dcterms:modified xsi:type="dcterms:W3CDTF">2018-11-19T16:11:47Z</dcterms:modified>
</cp:coreProperties>
</file>