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2" autoAdjust="0"/>
    <p:restoredTop sz="94660"/>
  </p:normalViewPr>
  <p:slideViewPr>
    <p:cSldViewPr>
      <p:cViewPr varScale="1">
        <p:scale>
          <a:sx n="45" d="100"/>
          <a:sy n="45" d="100"/>
        </p:scale>
        <p:origin x="66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CE05A-76AF-4D92-91B0-5495AD6E8A7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4E312-070F-4AD3-9E59-D8743268E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D7021C-5D47-49D0-A8F9-A94449A3E8E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E9527-C1D0-4EDD-9D2C-8CC39D97A5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09220-17E7-435B-9E43-C3EDFB2E263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843CC-E0CE-483C-B050-7BBAD649C1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F9D0B-6474-48B2-B27B-0DE0FD36D73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543E0-FAFC-45CD-B966-1F2E79D06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4870-6C51-4769-BFEB-1206C3C1D0B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D8158-1A87-44A3-B19E-5BA2C2C0B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BB5D1-8151-42FC-8E2D-633F3A0F8E4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7C78A-95FA-4A21-9B14-8F70571575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4E09-743C-415C-870A-EDDEE3B8957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8F85A-7947-4FA1-A7FB-791B9AA15E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C5861-3226-44DD-A027-5850EF951F4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7CEA3-BD9A-4FA1-97BE-C35B3F4FE1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3E9-8837-4F93-86CA-C1389C766F0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06A99-C59D-4B82-BEC0-68E2CD04E0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90446-56E4-46B9-AD4C-17EDD7AEFA2D}"/>
              </a:ext>
            </a:extLst>
          </p:cNvPr>
          <p:cNvSpPr/>
          <p:nvPr/>
        </p:nvSpPr>
        <p:spPr>
          <a:xfrm>
            <a:off x="762000" y="4572000"/>
            <a:ext cx="5974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(മൂത്താംപാക്കല്‍ കൊച്ചുകുഞ്ഞ്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ഉപദേശി)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9ECC4-CE79-441D-B7D0-DE40ED466457}"/>
              </a:ext>
            </a:extLst>
          </p:cNvPr>
          <p:cNvSpPr/>
          <p:nvPr/>
        </p:nvSpPr>
        <p:spPr>
          <a:xfrm>
            <a:off x="0" y="3492795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chemeClr val="tx2"/>
                </a:solidFill>
                <a:latin typeface="Calibri"/>
              </a:rPr>
              <a:t>Entey </a:t>
            </a:r>
            <a:r>
              <a:rPr lang="en-US" sz="4000" b="1" dirty="0" err="1">
                <a:solidFill>
                  <a:schemeClr val="tx2"/>
                </a:solidFill>
                <a:latin typeface="Calibri"/>
              </a:rPr>
              <a:t>Daivam</a:t>
            </a:r>
            <a:r>
              <a:rPr lang="en-US" sz="4000" b="1" dirty="0">
                <a:solidFill>
                  <a:schemeClr val="tx2"/>
                </a:solidFill>
                <a:latin typeface="Calibri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Calibri"/>
              </a:rPr>
              <a:t>mahathwaththil</a:t>
            </a:r>
            <a:endParaRPr lang="en-US" sz="400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271DBF-0E54-4180-89DD-4FD661DE0F07}"/>
              </a:ext>
            </a:extLst>
          </p:cNvPr>
          <p:cNvSpPr/>
          <p:nvPr/>
        </p:nvSpPr>
        <p:spPr>
          <a:xfrm>
            <a:off x="7086600" y="4572000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Muthampakkal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Kochukunju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Upadeshi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D229E-32CC-45C5-B1E8-3C61B7623127}"/>
              </a:ext>
            </a:extLst>
          </p:cNvPr>
          <p:cNvSpPr/>
          <p:nvPr/>
        </p:nvSpPr>
        <p:spPr>
          <a:xfrm>
            <a:off x="0" y="1881426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prstClr val="black"/>
                </a:solidFill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248</a:t>
            </a:r>
          </a:p>
          <a:p>
            <a:pPr algn="ctr"/>
            <a:r>
              <a:rPr lang="ml-IN" sz="4800" b="1" dirty="0">
                <a:solidFill>
                  <a:prstClr val="black"/>
                </a:solidFill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എന്‍റെ ദൈവം മഹത്ത്വത്തിൽ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633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ദൈവം മഹത്ത്വത്തിൽ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ആർദ്രവാനായ് ജീവിക്കുമ്പോൾ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 ഞാനീ ക്ഷോണി തന്നിൽ ക്ലേശിപ്പാൻ - ഏതും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കാര്യമില്ലെന്നെന്‍റെ ഉള്ളം ചൊല്ലുന്നു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aardravaanaai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jeevikkumbolh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kshonhi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klèshippaan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Kaaryamillen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വൈഷമ്യമുള്ളേതു കുന്നും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ഞാൻകരേറി നട കൊൾവാൻ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രക്ഷകനെൻ കാലുകൾക്കു വേഗമായ് - തീർന്നെൻ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പാതയിൽ ഞാൻ മാനിനെപ്പോലോടിടും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Vaishamyamullhèthu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karèri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nada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kolhvaan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kaalukalhkku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vègamaai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maanineppol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ôdidum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628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ആരുമെനിക്കില്ലെന്നോ ഞാൻ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ഏകനായി തീർന്നുവെന്നോ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മാനസത്തിലാധിപൂണ്ടു ഖേദിപ്പാൻ - സാധു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അന്ധനായി തീർന്നിടല്ലേ ദൈവമേ!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Aarumenikkillenno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ékanaayi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theernnuvenno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Maanasaththilaadhi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khedippaan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Andhanaayi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theernnidalley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792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നിത്യസ്നേഹിതന്മാർ ദൈവദൂതസംഘമത്രെ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ഇപ്പോളവർ ദൈവ മുമ്പിൽ സേവയാം – എന്നെ കാവൽ ചെയ്തു ശുശ്രൂഷിപ്പാൻ വന്നിടും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snehithanmaar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sanghamathrey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Ippolhavar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sévayaam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Kaaval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shushrooshippaan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569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ദുഃഖിതനായോടിപ്പോയ് ഞാൻ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മരുഭൂവിൽ കിടന്നാലും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ഓർത്തു ദൈവദൂതർ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വന്നിടും – ഏറ്റം സ്നേഹ ചൂടോടപ്പവുമായ് വന്നിടും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Dukhithanaai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odippoyi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marubhoovil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kidannaalum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éttam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Sneha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choododappavumaai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9036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നാളെയെക്കൊണ്ടെൻ മനസ്സിൽ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ലവലേശം ഭാരമില്ല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ഓരോ നാളും ദൈവമെന്നെ പോറ്റുന്നു - തന്‍റെ കൈകളിൽ ഞാൻ ദിനംതോറും ചാരുന്നു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Naalhaye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manassil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lavalesham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bhaaramilla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Oro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pôttunnu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Kaikalhil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chaarunnu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6066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കാക്കകളെ വിചാരിപ്പിൻ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വിതയില്ല കൊയ്ത്തുമില്ല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ദൈവം അവയ്ക്കായ് വേണ്ടതേകുന്നു - ലില്ലി-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പുഷ്പങ്ങൾക്കു മവൻ ശോഭ നൽകുന്നു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Kaakkakalhey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vichaarippin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vithayilla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koiththumilla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avaikkaai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vèndathèkunnu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lilly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Pushpangalhkkum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shôbha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295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പത്മോസ്ദ്വീപിൽ ഏകനായ് ഞാൻ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വസിച്ചാലും ഭയമില്ല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സ്വർഗ്ഗം തുറന്നെന്‍റെ പ്രിയൻ വന്നീടും - മഹാ- ദർശനത്താൽ വിവശനായ്ത്തീരും ഞാൻ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Patmos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dweepil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èkanaayi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vasichchaalum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bhayamilla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Swarggam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thurannentey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Darshanaththaal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vivashanaaiththeerum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7692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0" y="1095168"/>
            <a:ext cx="12174279" cy="28956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മഹേശാ കരുണേശാ!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 താതാ! നീയെനിക്കായ്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വേണ്ടതെല്ലാം ദയതോന്നി നൽകുമ്പോൾ - എന്‍റെ ദേഹി വൃഥാ കലങ്ങുന്നതെന്തിന്നായ്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248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280D3-4790-43E8-82FA-A11C4D24695F}"/>
              </a:ext>
            </a:extLst>
          </p:cNvPr>
          <p:cNvSpPr/>
          <p:nvPr/>
        </p:nvSpPr>
        <p:spPr>
          <a:xfrm>
            <a:off x="0" y="399076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Maheshaa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Karuneshaa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Ponnu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Neeyenikkaai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Véndathellaam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thonni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nalkumbolh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vrithaa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kalangunnathenthinaai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A18F-F930-4618-90E0-B1866ADBA9C4}"/>
              </a:ext>
            </a:extLst>
          </p:cNvPr>
          <p:cNvSpPr txBox="1"/>
          <p:nvPr/>
        </p:nvSpPr>
        <p:spPr>
          <a:xfrm>
            <a:off x="0" y="406391"/>
            <a:ext cx="1217427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1007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196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PowerPoint Presentation</vt:lpstr>
      <vt:lpstr>എന്‍റെ ദൈവം മഹത്ത്വത്തിൽ  ആർദ്രവാനായ് ജീവിക്കുമ്പോൾ  സാധു ഞാനീ ക്ഷോണി തന്നിൽ ക്ലേശിപ്പാൻ - ഏതും  കാര്യമില്ലെന്നെന്‍റെ ഉള്ളം ചൊല്ലുന്നു</vt:lpstr>
      <vt:lpstr>വൈഷമ്യമുള്ളേതു കുന്നും  ഞാൻകരേറി നട കൊൾവാൻ  രക്ഷകനെൻ കാലുകൾക്കു വേഗമായ് - തീർന്നെൻ പാതയിൽ ഞാൻ മാനിനെപ്പോലോടിടും</vt:lpstr>
      <vt:lpstr>ആരുമെനിക്കില്ലെന്നോ ഞാൻ  ഏകനായി തീർന്നുവെന്നോ  മാനസത്തിലാധിപൂണ്ടു ഖേദിപ്പാൻ - സാധു അന്ധനായി തീർന്നിടല്ലേ ദൈവമേ!</vt:lpstr>
      <vt:lpstr>എന്‍റെ നിത്യസ്നേഹിതന്മാർ ദൈവദൂതസംഘമത്രെ ഇപ്പോളവർ ദൈവ മുമ്പിൽ സേവയാം – എന്നെ കാവൽ ചെയ്തു ശുശ്രൂഷിപ്പാൻ വന്നിടും</vt:lpstr>
      <vt:lpstr>ദുഃഖിതനായോടിപ്പോയ് ഞാൻ മരുഭൂവിൽ കിടന്നാലും എന്നെ ഓർത്തു ദൈവദൂതർ വന്നിടും – ഏറ്റം സ്നേഹ ചൂടോടപ്പവുമായ് വന്നിടും</vt:lpstr>
      <vt:lpstr>നാളെയെക്കൊണ്ടെൻ മനസ്സിൽ  ലവലേശം ഭാരമില്ല ഓരോ നാളും ദൈവമെന്നെ പോറ്റുന്നു - തന്‍റെ കൈകളിൽ ഞാൻ ദിനംതോറും ചാരുന്നു</vt:lpstr>
      <vt:lpstr>കാക്കകളെ വിചാരിപ്പിൻ  വിതയില്ല കൊയ്ത്തുമില്ല  ദൈവം അവയ്ക്കായ് വേണ്ടതേകുന്നു - ലില്ലി- പുഷ്പങ്ങൾക്കു മവൻ ശോഭ നൽകുന്നു</vt:lpstr>
      <vt:lpstr>പത്മോസ്ദ്വീപിൽ ഏകനായ് ഞാൻ  വസിച്ചാലും ഭയമില്ല  സ്വർഗ്ഗം തുറന്നെന്‍റെ പ്രിയൻ വന്നീടും - മഹാ- ദർശനത്താൽ വിവശനായ്ത്തീരും ഞാൻ</vt:lpstr>
      <vt:lpstr>ഹാ! മഹേശാ കരുണേശാ!  പൊന്നു താതാ! നീയെനിക്കായ്  വേണ്ടതെല്ലാം ദയതോന്നി നൽകുമ്പോൾ - എന്‍റെ ദേഹി വൃഥാ കലങ്ങുന്നതെന്തിന്നായ്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daivam mahathwathil</dc:title>
  <dc:creator>Digital Input; GM JOHN; Acsah Mathews</dc:creator>
  <cp:lastModifiedBy>Acsah Mathews</cp:lastModifiedBy>
  <cp:revision>231</cp:revision>
  <dcterms:created xsi:type="dcterms:W3CDTF">2013-04-25T00:28:25Z</dcterms:created>
  <dcterms:modified xsi:type="dcterms:W3CDTF">2018-11-14T13:29:53Z</dcterms:modified>
</cp:coreProperties>
</file>