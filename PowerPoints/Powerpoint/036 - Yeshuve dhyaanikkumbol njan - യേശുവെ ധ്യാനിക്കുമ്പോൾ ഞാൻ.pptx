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3" r:id="rId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66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9D8D4-70F2-4B08-BBAD-4A780D7A560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3B89A2-BDE1-4D31-B2D4-C7A46694C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7D87F-2D55-47DB-9FE6-9F260B2E186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0FCC1-294E-41DB-A9D9-AD0FEE3DE5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23C9A-3491-4BDA-82A5-6755BC5226B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90E72A-47E8-4685-A15C-9C64E3E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03211-6CD0-4884-AF6F-D015FABBBB9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CD92EC-CBE6-4E45-B054-1C6F818935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D0128-B754-4D33-8F2A-97293CDE298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023C7-AE06-473D-AF42-80BED755B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47EA1-153D-47AA-BE19-18DEE058DFEA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03A00-CF41-467E-842A-B3AF24709F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9B170-CD05-4E5E-BB85-80E330AAD422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AF0A7-E437-4ED9-9895-DAB69B343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B9CE48-53AC-4554-9BFD-CDD79074AA6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870A2-34E0-45AC-92EF-9F03754A44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7C5EB-053D-4DAB-B2F3-6E9333F2603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3DBFB-7643-46E5-8131-650867D455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EB644-3CBD-4E33-811A-C3CE86DC5FA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A35CF-A122-4C4C-BF08-2DB1094775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1C5DCF-62C7-4976-9B39-7676FE53761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8C48BB-F249-4E2D-A344-5EA1BCF5D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270D382-60EC-4FFA-BDC3-56F08DB39CCB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EE448D7-B7E9-403A-AC52-7855AEC87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2B3C-D49C-499A-AFBE-D395DF36F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130426"/>
            <a:ext cx="10668000" cy="1470025"/>
          </a:xfrm>
        </p:spPr>
        <p:txBody>
          <a:bodyPr/>
          <a:lstStyle/>
          <a:p>
            <a:r>
              <a:rPr lang="en-US" dirty="0"/>
              <a:t>36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യേശുവെ ധ്യാനിക്കുമ്പോൾ ഞാൻ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16153-52D3-4CAB-87A4-B8B0878C8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Yeshuvey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dhyaanikkumbolh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njaan</a:t>
            </a:r>
            <a:endParaRPr lang="en-US" dirty="0"/>
          </a:p>
          <a:p>
            <a:r>
              <a:rPr lang="en-US" i="1" dirty="0"/>
              <a:t>Jesus the very thought of Thee – (Trans.) E. </a:t>
            </a:r>
            <a:r>
              <a:rPr lang="en-US" i="1" dirty="0" err="1"/>
              <a:t>Caswall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20692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457200"/>
            <a:ext cx="12192000" cy="3471446"/>
          </a:xfrm>
        </p:spPr>
        <p:txBody>
          <a:bodyPr anchor="t"/>
          <a:lstStyle/>
          <a:p>
            <a:pPr algn="l" defTabSz="401638">
              <a:defRPr/>
            </a:pP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യേശുവെ ധ്യാനിക്കുമ്പോൾ ഞാൻ സന്തുഷ്ടമാനസൻ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ആനന്ദം അവൻ എത്ര മനോഹരൻ </a:t>
            </a: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ഹൃദയം അതിന്നീവണ്ണം മാധുര്യം ഏറുന്ന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നാമമില്ല സ്വർഭൂതലങ്ങളിലും </a:t>
            </a: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2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പ്രിയം ഏറുന്ന നാമമേ, ഈയുലകിൽ വന്നു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സ്വന്തരക്തം അതാലെന്നെ വീണ്ടരുമ നാഥൻ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EBEAA-C8EA-4906-9D21-F2708C60C468}"/>
              </a:ext>
            </a:extLst>
          </p:cNvPr>
          <p:cNvSpPr/>
          <p:nvPr/>
        </p:nvSpPr>
        <p:spPr>
          <a:xfrm>
            <a:off x="0" y="3886200"/>
            <a:ext cx="1219200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Yeshuvey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dhyaanikkumbolh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santhushta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maanasan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fi-FI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Ettavum aanandam Avan ethra manoharan 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Hridayam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athinneevannham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maadhuryam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èrunna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Yaathoru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namamilley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bhoothangalhilum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Priyam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érunna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Eeyulakil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Swantha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raktham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athaalenney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veendaruma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naathan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791594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95754"/>
            <a:ext cx="12192000" cy="2971800"/>
          </a:xfrm>
        </p:spPr>
        <p:txBody>
          <a:bodyPr anchor="t"/>
          <a:lstStyle/>
          <a:p>
            <a:pPr algn="l" defTabSz="401638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</a:rPr>
              <a:t>സൗരഭ്യമുള്ള നാമമേ, പാരിൻ ദു:ഖങ്ങളിൽ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ആശ്വാസമേകുന്ന നാമം വിശ്വാസിക്കെപ്പോഴും </a:t>
            </a:r>
            <a:br>
              <a:rPr lang="ml-IN" sz="3000" b="1" dirty="0">
                <a:latin typeface="Kartika" panose="02020503030404060203" pitchFamily="18" charset="0"/>
              </a:rPr>
            </a:b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</a:rPr>
              <a:t>തന്നോടുള്ള സംസർഗ്ഗംപോൽ ഇന്നിഹത്തിൽ ഒരു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ഭാഗ്യാനുഭവം ഇല്ലതു സ്വർഗ്ഗംതന്നെ നൂനം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036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2EBEAA-C8EA-4906-9D21-F2708C60C468}"/>
              </a:ext>
            </a:extLst>
          </p:cNvPr>
          <p:cNvSpPr/>
          <p:nvPr/>
        </p:nvSpPr>
        <p:spPr>
          <a:xfrm>
            <a:off x="0" y="3886200"/>
            <a:ext cx="121920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Sourabhyamullha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dukhangalhil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Aashwasamekunna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vishwasikkeppozhum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Thannodullha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samsarggam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pol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Innihaththil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Bhaagyanubhavam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illathu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Swarggam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noonam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5703495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81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Kartika</vt:lpstr>
      <vt:lpstr>Office Theme</vt:lpstr>
      <vt:lpstr>36 യേശുവെ ധ്യാനിക്കുമ്പോൾ ഞാൻ</vt:lpstr>
      <vt:lpstr>1 യേശുവെ ധ്യാനിക്കുമ്പോൾ ഞാൻ സന്തുഷ്ടമാനസൻ   ഏറ്റവും ആനന്ദം അവൻ എത്ര മനോഹരൻ   2 ഹൃദയം അതിന്നീവണ്ണം മാധുര്യം ഏറുന്ന   യാതൊരു നാമമില്ല സ്വർഭൂതലങ്ങളിലും   3 പ്രിയം ഏറുന്ന നാമമേ, ഈയുലകിൽ വന്നു   സ്വന്തരക്തം അതാലെന്നെ വീണ്ടരുമ നാഥൻ </vt:lpstr>
      <vt:lpstr>4 സൗരഭ്യമുള്ള നാമമേ, പാരിൻ ദു:ഖങ്ങളിൽ   ആശ്വാസമേകുന്ന നാമം വിശ്വാസിക്കെപ്പോഴും   5 തന്നോടുള്ള സംസർഗ്ഗംപോൽ ഇന്നിഹത്തിൽ ഒരു   ഭാഗ്യാനുഭവം ഇല്ലതു സ്വർഗ്ഗംതന്നെ നൂനം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dhyanikkumbol njan</dc:title>
  <dc:creator>Digital Input:;GM JOHN</dc:creator>
  <cp:lastModifiedBy>Acsah Mathews</cp:lastModifiedBy>
  <cp:revision>197</cp:revision>
  <dcterms:created xsi:type="dcterms:W3CDTF">2013-04-19T09:19:07Z</dcterms:created>
  <dcterms:modified xsi:type="dcterms:W3CDTF">2018-10-26T15:07:39Z</dcterms:modified>
</cp:coreProperties>
</file>