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E7DE-73C5-49A1-BF54-6C9C2D337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F2B56-4B64-4F8C-B2E6-A6B5F91EA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85C43-16A9-4122-A7B7-6C44BC90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E7054-0558-4829-84BA-45FB0DE9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31B35-99B5-40F2-8AA0-461953D9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5D23-5FBC-4420-8E56-75A41E7F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C233D-E1EB-4538-A712-1D37C62D1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AA447-7AEF-4474-82BF-E13424D5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3A595-AB25-4056-A150-D9AD521B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B4F5D-DC04-413A-8705-F0300113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5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95CB-1833-4992-87C1-28523C4E1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05B4-ADB6-4C4C-BB3F-889F2BE3A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2D8C6-51FA-488F-8C32-B952A5E2A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48BEE-2018-4973-B219-00D6BD33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C1218-FB1F-45F5-B9B8-9EC6D491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7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84B1-5A0E-4133-B555-22D10499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BBF83-C346-45D6-AD59-5CEC55BD8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0B20-A29B-4E40-AF31-B297DFC58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05B70-144B-4BC0-A3BF-33EACE09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F6940-0631-4813-89A1-C7E35434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4C342-3F23-4713-86B3-50B51F53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03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917B-E866-4CD5-8BEE-6F2DB19DB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364C3-1F01-4B6C-B764-CEFBA3677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007EB-8806-42CB-AF5A-60B61894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A371E-D1AD-4ECA-B112-282E48ACF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150F2-EF67-4121-B1CD-6F3BBEE90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E62A4-A4BF-4CE5-92B0-D593A8BCB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4AE08-1331-4B13-9482-E8AF2C92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FBBA8-E669-46FC-A97C-38E2E146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424E-CD85-44EE-A394-C147A608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1ECCB5-E91C-4FB8-9709-88C6D339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02A98-1B07-48F7-B529-9783A3636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2633C-406D-4677-BC41-7394D3B0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2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08FE74-2E69-4808-87B2-34362CC9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E860F-1B76-43CF-9B12-D7B34F2D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D28A1-78CC-4418-B531-7AF4E1E9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4718-A080-4039-8E88-5E469CF08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7A2BC-43D4-42A0-A218-06586F7C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B6F2A-365C-4E96-9C7B-E658E16CF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A6108-F239-4F64-927B-D6DF1F5A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3B77-D951-4BA5-9C09-CA0D7C79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67014-A89F-4EF6-A077-B48C7383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357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8F18-D79A-4D51-B267-FB16B1DF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04E47-9A6E-4611-86CE-AFBBD6702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31FBB-08C3-4DCF-8FFF-1BD8F283D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24D23-6A79-4B0C-8229-4E531C52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D3DC1-C059-4AFD-AC1A-997C1F041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12232-9919-45E4-9DE1-AFFF8F48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8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F1CE-1913-453C-B2FB-200A6B9F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062C-47F1-4840-B641-54C738519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D70EF-0359-4D76-978D-2E91BDE3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A14B5-CDA4-4BBE-A551-E8D712DB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0811D-6957-4C8A-B86C-C7A2E0F3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4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246A7-36A8-4D0C-8A56-592F0FD84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F4E93-106E-4E86-BED8-E787493B3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D3585-B060-40A5-A3BA-5758708B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8B6A5-988D-4C0B-900E-93D597C0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AB026-35D3-478A-92B3-4A985292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1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2D02F2-8D48-4480-9B39-D75D0D1AB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5E91-AE77-4455-AF9C-3666BD8C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3D388-CFC6-4D57-9F47-90A70013D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02E8C-C306-46D3-A893-1590D291CD4E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A4B54-6A15-4A51-93B5-E1BF59F7F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0922E-4D52-4ED5-BFFF-166D5F552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FA798-EF5B-45D7-B5D5-D202573DA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1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1122363"/>
            <a:ext cx="10708987" cy="2387600"/>
          </a:xfrm>
        </p:spPr>
        <p:txBody>
          <a:bodyPr>
            <a:normAutofit/>
          </a:bodyPr>
          <a:lstStyle/>
          <a:p>
            <a:r>
              <a:rPr lang="en-US" dirty="0"/>
              <a:t>458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പേടി വേണ്ട ലേശം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413" y="3509963"/>
            <a:ext cx="10708987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Pedi </a:t>
            </a:r>
            <a:r>
              <a:rPr lang="en-US" sz="4000" b="1" dirty="0" err="1">
                <a:solidFill>
                  <a:srgbClr val="002060"/>
                </a:solidFill>
              </a:rPr>
              <a:t>venda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lesham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Fear not I am with Thee –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J.C.H. and V.A. White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585789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പേടി വേണ്ട ലേശം കൂടെ ഞാനെന്നും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പാർക്കുമെന്ന വാക്കെന്‍ ദീപമായെന്നും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കൂരിരുട്ടിന്‍ മദ്ധ്യേ കൂടെ ശോഭിച്ചെന്‍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പാത കാണിച്ചീടും തനിയെ വിടപ്പെടാ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669837"/>
            <a:ext cx="118637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i="0" u="none" strike="noStrike" baseline="0" dirty="0">
                <a:solidFill>
                  <a:srgbClr val="002060"/>
                </a:solidFill>
              </a:rPr>
              <a:t>Pedi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venda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lesham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koode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Paarkkumenna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vaakken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deepamaayennum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Kooriruttin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madhye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koode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shobhichen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Paatha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kaanhicheedum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thaniye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vidappedaa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695491"/>
            <a:ext cx="1165273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പോയ് ഭയമെല്ലാം പോയ്‌ ഭയമെല്ലാം</a:t>
            </a: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താൻ കൈവിടാ സന്ദേഹം ഇല്ലതിനൊട്ടും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Poi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bhayamellaam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poi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bhayamellaam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kaividaa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sandeham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illathinottum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(2)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585789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ശോഭയേറും പൂക്കൾ വാടി വീഴുന്നു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സൂര്യകാന്തി കൂടെ മാഞ്ഞുപോകുമേ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ശാരോന്‍ താരം യേശു പാര്‍ക്കും അന്തികെ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വാനില്‍ കാന്തിയാംതാന്‍ തനിയെ വിട്ടീടുമോ?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669837"/>
            <a:ext cx="118637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Shobhayerum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pookkalh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vaadi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veezhunnu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Suryakaanthi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koode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maanjupokume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Shaaron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thaaram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yeshu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paarkkum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anthike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Vaanil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kaanthiyaam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thaniye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veettidume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?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695491"/>
            <a:ext cx="1165273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പോയ് ഭയമെല്ലാം പോയ്‌ ഭയമെല്ലാം</a:t>
            </a: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താൻ കൈവിടാ സന്ദേഹം ഇല്ലതിനൊട്ടും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Poi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bhayamellaam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poi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bhayamellaam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kaividaa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sandeham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illathinottum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(2)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86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23448" y="-1181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585789"/>
            <a:ext cx="1214510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മാര്‍ഗ്ഗം അന്ധകാരം ആയിത്തീര്‍ന്നാലും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ആപല്‍ക്കാലമെന്‍റെ ഭാഗമാകിലും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യേശുനാഥൻ എന്നില്‍ ആശ ചേർക്കുന്നു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മോദം എകും വാക്യം തനിയെ വിടപ്പെടാ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669837"/>
            <a:ext cx="118637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Maargam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andhakaaram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aayiththeernnaalum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Aapalkkalamente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bhaagamaakilum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Yeshu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naadhan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asha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cherkkunnu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Modam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aekum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vaakyam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thaniye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vidappedaa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492367" y="2695491"/>
            <a:ext cx="1165273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പോയ് ഭയമെല്ലാം പോയ്‌ ഭയമെല്ലാം</a:t>
            </a: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താൻ കൈവിടാ സന്ദേഹം ഇല്ലതിനൊട്ടും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Poi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bhayamellaam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poi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bhayamellaam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Thaan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kaividaa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sandeham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illathinottum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(2)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77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171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Kartika</vt:lpstr>
      <vt:lpstr>Office Theme</vt:lpstr>
      <vt:lpstr>458 പേടി വേണ്ട ലേശം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 venda lesham</dc:title>
  <dc:creator>Acsah Mathews</dc:creator>
  <cp:lastModifiedBy>Acsah Mathews</cp:lastModifiedBy>
  <cp:revision>2</cp:revision>
  <dcterms:created xsi:type="dcterms:W3CDTF">2018-11-30T14:35:37Z</dcterms:created>
  <dcterms:modified xsi:type="dcterms:W3CDTF">2018-11-30T14:47:19Z</dcterms:modified>
</cp:coreProperties>
</file>