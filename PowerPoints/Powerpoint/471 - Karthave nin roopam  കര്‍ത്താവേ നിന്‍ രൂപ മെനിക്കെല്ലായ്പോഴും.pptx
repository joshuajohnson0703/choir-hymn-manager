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3DFDD-EB51-42C7-A396-1457BAD5D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DBE68-65FB-4DA3-B8D7-168288E32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1E7A6-9613-4E78-9CFB-D6CB53D48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29FD-9FCF-4F5F-9A06-BFDEB955C6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D3622-484C-4E80-B03A-116E87C7C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926BE-53F7-4A56-A16B-F2EBDAB89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E1B90-572B-492E-8C40-703EBD9F50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96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188ED-D01A-469B-8A9D-CEE4972C5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FBB4F-CF4F-4B03-AA0C-9F397D4B4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8F81C-AA3C-496C-AB83-74FF184D5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29FD-9FCF-4F5F-9A06-BFDEB955C6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17A6E-B139-45CE-89CC-6AC48598B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B7307-E745-4881-902F-FB8347B59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E1B90-572B-492E-8C40-703EBD9F50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496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EAEAE-94A6-48E0-AC36-0E604F83C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C089F-EBDD-47C0-9E07-DD6621341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AE4C8-A59A-4D68-A87F-5EFF639A5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29FD-9FCF-4F5F-9A06-BFDEB955C6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B26E8-222D-4C29-8E0F-92B08931B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57FC1-D405-4992-8172-8F979FBF0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E1B90-572B-492E-8C40-703EBD9F50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27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5E26A-C6EE-4C3A-AA70-A78C6ABF0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9873E-E450-40C7-88C0-5BCF3AA978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AC420C-C577-4ED3-8AF4-EEC021538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93300-BBE9-457A-8761-B75CF544E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29FD-9FCF-4F5F-9A06-BFDEB955C6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CF58C-ECDE-483F-8F99-CAF852B23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FD9F5-D537-4731-BEFD-1C2B7B3E3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E1B90-572B-492E-8C40-703EBD9F50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100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A3966-1DDA-44D0-B0B4-DD4AD08E9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7DA58-2D44-4160-84F5-94B9D1422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6DD5D5-1B8D-416B-A728-0032F5587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F4CF58-F893-4341-9B6E-52B8277BB2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3D3694-8A0F-48AE-A594-F8925D15E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71771C-7F34-4EB8-BE9B-24AE7D913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29FD-9FCF-4F5F-9A06-BFDEB955C6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07411B-482B-4623-8E5F-AB69862B3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1CEF95-276B-48E9-945D-35E1D28B5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E1B90-572B-492E-8C40-703EBD9F50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92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5C5C2-5B1C-4611-A79F-8F994DD14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F343CA-58ED-4DDC-8394-E7D9B794E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29FD-9FCF-4F5F-9A06-BFDEB955C6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F7FAC8-5A3D-40B5-9697-7547845C4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84FF5C-D47A-44AB-BBB1-5B1980F5A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E1B90-572B-492E-8C40-703EBD9F50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951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A32CF6-D405-4427-815F-94B6B89F5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29FD-9FCF-4F5F-9A06-BFDEB955C6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C856CB-3E67-4186-9F85-35A7CD6D8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2623F-F35F-480D-AA5E-B40B35EC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E1B90-572B-492E-8C40-703EBD9F50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779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00084-A4DB-4096-B8A1-BF63F33A2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430D4-E623-4130-9D5E-5771D6CF3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C270CF-C7C1-4F24-9316-1CE8B10DB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2ECBA-1E8C-43E7-9075-11DE031C7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29FD-9FCF-4F5F-9A06-BFDEB955C6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FD5FE-2667-496F-8E0F-7F23216E4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FE12B-907A-4FD8-B2B7-54B644C07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E1B90-572B-492E-8C40-703EBD9F50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976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EE394-0B6A-4EBB-B0A8-A792B1F96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D07549-E9D0-469F-9602-81E6CE30FF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B8730-EE6A-489C-8435-F148DBC72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94A24-1E14-4153-A087-2D7EE5381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29FD-9FCF-4F5F-9A06-BFDEB955C6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932E7-1EA1-400A-B914-B81041565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1B303-29D6-49D4-A89E-23E7EDEE9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E1B90-572B-492E-8C40-703EBD9F50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892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42027-F872-448C-BCBA-917251F26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434867-667A-4874-8272-965E1B5C7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D4B23-E561-49B0-A60D-0A84281A7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29FD-9FCF-4F5F-9A06-BFDEB955C6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64B2A-FB74-4491-B9BE-9217A2E34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F4636-9BB2-4F60-A91A-B8B278CF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E1B90-572B-492E-8C40-703EBD9F50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2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A055F3-4143-4BFB-96B0-EA4AFDC12E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B1E768-2084-42C3-9CC5-3B37ED9A2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00AA9-41FD-4724-9873-6FE43601A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E29FD-9FCF-4F5F-9A06-BFDEB955C6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67C27-8BEF-461B-B973-48F3FDB75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7214F-A230-4151-B3B2-897DAB7A6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E1B90-572B-492E-8C40-703EBD9F50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961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11BC8D-688A-4297-808F-21477B1BB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EEBBD-623A-4363-B0BD-92DAB0E1C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F6142-42B4-42CF-8BF7-A4FA7BD82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E29FD-9FCF-4F5F-9A06-BFDEB955C62A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C9050-A3FF-4ECC-879A-0B7C22AA94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9F243-F25C-4E7D-80B3-538AD1B32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E1B90-572B-492E-8C40-703EBD9F50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70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84BB9-6D27-453C-9CF3-BB02A3D44E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US" dirty="0"/>
              <a:t>471</a:t>
            </a:r>
            <a:br>
              <a:rPr lang="en-US" dirty="0"/>
            </a:br>
            <a:r>
              <a:rPr lang="ml-IN" sz="4000" b="1" spc="-300" dirty="0">
                <a:solidFill>
                  <a:srgbClr val="000000"/>
                </a:solidFill>
                <a:latin typeface="Kartika" panose="02020503030404060203" pitchFamily="18" charset="0"/>
              </a:rPr>
              <a:t>കര്‍ത്താവേ നിന്‍ രൂപ മെനിക്കെല്ലായ്പോഴും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CBE569-0049-4FB0-9030-2B4EBB2D0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16854"/>
          </a:xfrm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002060"/>
                </a:solidFill>
              </a:rPr>
              <a:t>Karththave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nin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roopam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419DB1-3159-4A07-8337-6BC5E869180A}"/>
              </a:ext>
            </a:extLst>
          </p:cNvPr>
          <p:cNvSpPr/>
          <p:nvPr/>
        </p:nvSpPr>
        <p:spPr>
          <a:xfrm>
            <a:off x="254106" y="4710967"/>
            <a:ext cx="61302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2000" dirty="0">
                <a:solidFill>
                  <a:srgbClr val="C00000"/>
                </a:solidFill>
                <a:latin typeface="Calibri" panose="020F0502020204030204" pitchFamily="34" charset="0"/>
              </a:rPr>
              <a:t>(മൂത്താംപാക്കല്‍ കൊച്ചുകുഞ്ഞ് ഉപദേശി)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A20897-35D0-4654-9B64-DE1D93B4B28E}"/>
              </a:ext>
            </a:extLst>
          </p:cNvPr>
          <p:cNvSpPr/>
          <p:nvPr/>
        </p:nvSpPr>
        <p:spPr>
          <a:xfrm>
            <a:off x="7343094" y="4710967"/>
            <a:ext cx="46602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</a:rPr>
              <a:t>(</a:t>
            </a:r>
            <a:r>
              <a:rPr lang="en-US" sz="2000" dirty="0" err="1">
                <a:solidFill>
                  <a:srgbClr val="C00000"/>
                </a:solidFill>
                <a:latin typeface="Arial" panose="020B0604020202020204" pitchFamily="34" charset="0"/>
              </a:rPr>
              <a:t>Muthampakkal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Arial" panose="020B0604020202020204" pitchFamily="34" charset="0"/>
              </a:rPr>
              <a:t>Kochukunju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Arial" panose="020B0604020202020204" pitchFamily="34" charset="0"/>
              </a:rPr>
              <a:t>Upadeshi</a:t>
            </a:r>
            <a:r>
              <a:rPr lang="en-US" sz="2000" dirty="0">
                <a:solidFill>
                  <a:srgbClr val="C00000"/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5626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1D092B-4A1B-4124-8D24-BB9A3B307F63}"/>
              </a:ext>
            </a:extLst>
          </p:cNvPr>
          <p:cNvSpPr/>
          <p:nvPr/>
        </p:nvSpPr>
        <p:spPr>
          <a:xfrm>
            <a:off x="0" y="889843"/>
            <a:ext cx="12192000" cy="253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1 </a:t>
            </a:r>
            <a:r>
              <a:rPr lang="ml-IN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കര്‍ത്താവേ നിന്‍ രൂപ മെനിക്കെല്ലായ്പോഴും</a:t>
            </a:r>
            <a:r>
              <a:rPr lang="en-US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സന്തോഷമേ</a:t>
            </a:r>
            <a:b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സ്വര്‍ഗ്ഗത്തിലും ഭൂമിയിലും ഇതുപോലില്ലോര്‍ രൂപം വേറെ</a:t>
            </a:r>
            <a:endParaRPr lang="en-US" sz="3200" b="1" spc="-300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b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1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en-US" sz="31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1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അരക്കാശിനും മുതലില്ലാതെ</a:t>
            </a:r>
            <a:r>
              <a:rPr lang="en-US" sz="31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1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തല ചായ്പാനും</a:t>
            </a:r>
            <a:r>
              <a:rPr lang="en-US" sz="31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1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സ്ഥലമില്ലാതെ</a:t>
            </a:r>
            <a:b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200" b="1" spc="-15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മുപ്പത്തിമൂന്നരക്കൊല്ലം പാര്‍ത്തലത്തില്‍ പാര്‍ത്തല്ലോ നീ</a:t>
            </a:r>
            <a:endParaRPr lang="en-US" sz="32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AACF1-BCA2-4508-9061-A00AAD958DA0}"/>
              </a:ext>
            </a:extLst>
          </p:cNvPr>
          <p:cNvSpPr/>
          <p:nvPr/>
        </p:nvSpPr>
        <p:spPr>
          <a:xfrm>
            <a:off x="-1" y="3655985"/>
            <a:ext cx="12191999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1. </a:t>
            </a:r>
            <a:r>
              <a:rPr lang="en-US" sz="3400" b="1" dirty="0" err="1">
                <a:solidFill>
                  <a:srgbClr val="002060"/>
                </a:solidFill>
              </a:rPr>
              <a:t>Karththave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roopamenikkellai-ppozhum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santhoshame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Swargaththilum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bhoomiyilum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ithupolillor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roopam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verhe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2. </a:t>
            </a:r>
            <a:r>
              <a:rPr lang="en-US" sz="3200" b="1" dirty="0" err="1">
                <a:solidFill>
                  <a:srgbClr val="002060"/>
                </a:solidFill>
              </a:rPr>
              <a:t>Arakkaashinum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muthalillaathe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thala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chaaypaanum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sthalamillaathe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</a:rPr>
              <a:t>   </a:t>
            </a:r>
            <a:r>
              <a:rPr lang="en-US" sz="3400" b="1" dirty="0" err="1">
                <a:solidFill>
                  <a:srgbClr val="002060"/>
                </a:solidFill>
              </a:rPr>
              <a:t>Muppaththi-moonnara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kollam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paarththalaththil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paarththallo</a:t>
            </a:r>
            <a:r>
              <a:rPr lang="en-US" sz="3400" b="1" dirty="0">
                <a:solidFill>
                  <a:srgbClr val="002060"/>
                </a:solidFill>
              </a:rPr>
              <a:t> nee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5F1514-F340-427D-8DAC-CC068DB3BE80}"/>
              </a:ext>
            </a:extLst>
          </p:cNvPr>
          <p:cNvSpPr txBox="1"/>
          <p:nvPr/>
        </p:nvSpPr>
        <p:spPr>
          <a:xfrm>
            <a:off x="11277600" y="-1"/>
            <a:ext cx="914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471</a:t>
            </a:r>
          </a:p>
        </p:txBody>
      </p:sp>
    </p:spTree>
    <p:extLst>
      <p:ext uri="{BB962C8B-B14F-4D97-AF65-F5344CB8AC3E}">
        <p14:creationId xmlns:p14="http://schemas.microsoft.com/office/powerpoint/2010/main" val="341618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1D092B-4A1B-4124-8D24-BB9A3B307F63}"/>
              </a:ext>
            </a:extLst>
          </p:cNvPr>
          <p:cNvSpPr/>
          <p:nvPr/>
        </p:nvSpPr>
        <p:spPr>
          <a:xfrm>
            <a:off x="0" y="889843"/>
            <a:ext cx="12192000" cy="253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3</a:t>
            </a:r>
            <a:r>
              <a:rPr lang="en-US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ജന്മസ്ഥലം വഴിയമ്പലം ശയ്യാഗൃഹം പുല്‍ക്കൂടാക്കി</a:t>
            </a:r>
          </a:p>
          <a:p>
            <a:r>
              <a:rPr lang="en-US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വഴിയാധാര ജീവിയായ്‌ നീ ഭൂലോകത്തെ സന്ദര്‍ശിച്ചു                  </a:t>
            </a:r>
            <a:endParaRPr lang="en-US" sz="32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endParaRPr lang="en-US" sz="32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4</a:t>
            </a:r>
            <a:r>
              <a:rPr lang="en-US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1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എല്ലാവര്‍ക്കും നന്മ ചെയ്‌വാന്‍ എല്ലായ്പോഴും സഞ്ചരിച്ചു</a:t>
            </a:r>
          </a:p>
          <a:p>
            <a:r>
              <a:rPr lang="en-US" sz="31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1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എല്ലാടത്തും ദൈവസ്നേഹം വെളിവാക്കി നീ മരണത്തോളം</a:t>
            </a:r>
            <a:endParaRPr lang="en-US" sz="31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AACF1-BCA2-4508-9061-A00AAD958DA0}"/>
              </a:ext>
            </a:extLst>
          </p:cNvPr>
          <p:cNvSpPr/>
          <p:nvPr/>
        </p:nvSpPr>
        <p:spPr>
          <a:xfrm>
            <a:off x="-1" y="3655985"/>
            <a:ext cx="12191999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3. </a:t>
            </a:r>
            <a:r>
              <a:rPr lang="en-US" sz="3400" b="1" dirty="0" err="1">
                <a:solidFill>
                  <a:srgbClr val="002060"/>
                </a:solidFill>
              </a:rPr>
              <a:t>Janmasthalam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vazhiyambalam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shayyaagriham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pulkkoodaakki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Vazhiyaadhaara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jeeviyaai</a:t>
            </a:r>
            <a:r>
              <a:rPr lang="en-US" sz="3400" b="1" dirty="0">
                <a:solidFill>
                  <a:srgbClr val="002060"/>
                </a:solidFill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</a:rPr>
              <a:t>bhoolokaththe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sandarshichu</a:t>
            </a:r>
            <a:endParaRPr lang="en-US" sz="3400" b="1" dirty="0">
              <a:solidFill>
                <a:srgbClr val="002060"/>
              </a:solidFill>
            </a:endParaRPr>
          </a:p>
          <a:p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4. </a:t>
            </a:r>
            <a:r>
              <a:rPr lang="en-US" sz="3400" b="1" dirty="0" err="1">
                <a:solidFill>
                  <a:srgbClr val="002060"/>
                </a:solidFill>
              </a:rPr>
              <a:t>Ellaavarkkum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nanma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cheyvaan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elaaippozhum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sancharichu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Elaadaththum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daivasneham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velhivaakki</a:t>
            </a:r>
            <a:r>
              <a:rPr lang="en-US" sz="3400" b="1" dirty="0">
                <a:solidFill>
                  <a:srgbClr val="002060"/>
                </a:solidFill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</a:rPr>
              <a:t>maranhaththolham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B6F355-DC25-401F-BAA4-481F0B504E25}"/>
              </a:ext>
            </a:extLst>
          </p:cNvPr>
          <p:cNvSpPr txBox="1"/>
          <p:nvPr/>
        </p:nvSpPr>
        <p:spPr>
          <a:xfrm>
            <a:off x="11277600" y="-1"/>
            <a:ext cx="914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471</a:t>
            </a:r>
          </a:p>
        </p:txBody>
      </p:sp>
    </p:spTree>
    <p:extLst>
      <p:ext uri="{BB962C8B-B14F-4D97-AF65-F5344CB8AC3E}">
        <p14:creationId xmlns:p14="http://schemas.microsoft.com/office/powerpoint/2010/main" val="2583036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1D092B-4A1B-4124-8D24-BB9A3B307F63}"/>
              </a:ext>
            </a:extLst>
          </p:cNvPr>
          <p:cNvSpPr/>
          <p:nvPr/>
        </p:nvSpPr>
        <p:spPr>
          <a:xfrm>
            <a:off x="0" y="889843"/>
            <a:ext cx="12192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5</a:t>
            </a:r>
            <a:r>
              <a:rPr lang="en-US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സാത്താനെ നീ തോല്പ്പിച്ചവൻ സർവ്വായുധം കവർന്നല്ലോ</a:t>
            </a:r>
          </a:p>
          <a:p>
            <a:r>
              <a:rPr lang="en-US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സാധുക്കൾക്കോര്‍ സങ്കേതമായ്‌ ഭൂലോകത്തിൽ നീ മാത്രമെ</a:t>
            </a:r>
          </a:p>
          <a:p>
            <a:endParaRPr lang="en-US" sz="32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6</a:t>
            </a:r>
            <a:r>
              <a:rPr lang="en-US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ദുഷ്ടന്മാരെ രക്ഷിപ്പാനും ദോഷം കൂടാതാക്കീടാനും</a:t>
            </a:r>
          </a:p>
          <a:p>
            <a:r>
              <a:rPr lang="en-US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    </a:t>
            </a: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രക്ഷിതാവായ്‌ ഇക്ഷിതിയില്‍ കാണപ്പെട്ട ദൈവം നീയേ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AACF1-BCA2-4508-9061-A00AAD958DA0}"/>
              </a:ext>
            </a:extLst>
          </p:cNvPr>
          <p:cNvSpPr/>
          <p:nvPr/>
        </p:nvSpPr>
        <p:spPr>
          <a:xfrm>
            <a:off x="-1" y="3655985"/>
            <a:ext cx="12191999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5. </a:t>
            </a:r>
            <a:r>
              <a:rPr lang="en-US" sz="3400" b="1" dirty="0" err="1">
                <a:solidFill>
                  <a:srgbClr val="002060"/>
                </a:solidFill>
              </a:rPr>
              <a:t>Saathaane</a:t>
            </a:r>
            <a:r>
              <a:rPr lang="en-US" sz="3400" b="1" dirty="0">
                <a:solidFill>
                  <a:srgbClr val="002060"/>
                </a:solidFill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</a:rPr>
              <a:t>tholppichavan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sarvvaayudham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kavarnnallo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Saadhukkalkkor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sankethamaai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bhoolokaththil</a:t>
            </a:r>
            <a:r>
              <a:rPr lang="en-US" sz="3400" b="1" dirty="0">
                <a:solidFill>
                  <a:srgbClr val="002060"/>
                </a:solidFill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</a:rPr>
              <a:t>maathrame</a:t>
            </a:r>
            <a:endParaRPr lang="en-US" sz="3400" b="1" dirty="0">
              <a:solidFill>
                <a:srgbClr val="002060"/>
              </a:solidFill>
            </a:endParaRPr>
          </a:p>
          <a:p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6. </a:t>
            </a:r>
            <a:r>
              <a:rPr lang="en-US" sz="3400" b="1" dirty="0" err="1">
                <a:solidFill>
                  <a:srgbClr val="002060"/>
                </a:solidFill>
              </a:rPr>
              <a:t>Dushtanmaare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rakshippaanum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dosham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koodaathaakkeedaanum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Rakshithaavaay-ikshithiyil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kaanhappetta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daivam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neeye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B6F355-DC25-401F-BAA4-481F0B504E25}"/>
              </a:ext>
            </a:extLst>
          </p:cNvPr>
          <p:cNvSpPr txBox="1"/>
          <p:nvPr/>
        </p:nvSpPr>
        <p:spPr>
          <a:xfrm>
            <a:off x="11277600" y="-1"/>
            <a:ext cx="914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471</a:t>
            </a:r>
          </a:p>
        </p:txBody>
      </p:sp>
    </p:spTree>
    <p:extLst>
      <p:ext uri="{BB962C8B-B14F-4D97-AF65-F5344CB8AC3E}">
        <p14:creationId xmlns:p14="http://schemas.microsoft.com/office/powerpoint/2010/main" val="2149247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1D092B-4A1B-4124-8D24-BB9A3B307F63}"/>
              </a:ext>
            </a:extLst>
          </p:cNvPr>
          <p:cNvSpPr/>
          <p:nvPr/>
        </p:nvSpPr>
        <p:spPr>
          <a:xfrm>
            <a:off x="0" y="889843"/>
            <a:ext cx="12192000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7</a:t>
            </a:r>
            <a:r>
              <a:rPr lang="en-US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ചങ്കില്‍ ചോര ഗത്ശമേനില്‍ വച്ചുണ്ടായ പോരാട്ടത്തില്‍ </a:t>
            </a:r>
          </a:p>
          <a:p>
            <a:r>
              <a:rPr lang="en-US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തുള്ളി തുള്ളി വിയര്‍ത്തതാല്‍ ദൈവകോപം നീങ്ങിപ്പോയി                     </a:t>
            </a:r>
            <a:endParaRPr lang="en-US" sz="3200" b="1" spc="-300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endParaRPr lang="en-US" sz="3200" b="1" spc="-300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0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8</a:t>
            </a:r>
            <a:r>
              <a:rPr lang="en-US" sz="30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0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യഹൂദർക്കും റോമാക്കാർക്കും പട്ടാളക്കാർ അല്ലാത്തോർക്കും</a:t>
            </a:r>
          </a:p>
          <a:p>
            <a:r>
              <a:rPr lang="en-US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0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ഇഷ്ടം പോലെ എന്തും ചെയ്‌വാൻ കുഞ്ഞാടു പോൽ നിന്നല്ലോ നീ</a:t>
            </a:r>
            <a:endParaRPr lang="ml-IN" sz="30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AACF1-BCA2-4508-9061-A00AAD958DA0}"/>
              </a:ext>
            </a:extLst>
          </p:cNvPr>
          <p:cNvSpPr/>
          <p:nvPr/>
        </p:nvSpPr>
        <p:spPr>
          <a:xfrm>
            <a:off x="-1" y="3655985"/>
            <a:ext cx="12191999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7. </a:t>
            </a:r>
            <a:r>
              <a:rPr lang="en-US" sz="3400" b="1" dirty="0" err="1">
                <a:solidFill>
                  <a:srgbClr val="002060"/>
                </a:solidFill>
              </a:rPr>
              <a:t>Chankin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chora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gathashameniyil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vachundaaya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poraattaththil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Thullhi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thullhi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viyarththathaal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daivakopam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neengipoyi</a:t>
            </a:r>
            <a:endParaRPr lang="en-US" sz="3400" b="1" dirty="0">
              <a:solidFill>
                <a:srgbClr val="002060"/>
              </a:solidFill>
            </a:endParaRPr>
          </a:p>
          <a:p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8. </a:t>
            </a:r>
            <a:r>
              <a:rPr lang="en-US" sz="3400" b="1" dirty="0" err="1">
                <a:solidFill>
                  <a:srgbClr val="002060"/>
                </a:solidFill>
              </a:rPr>
              <a:t>Yahoodarkkum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romaakaarkkum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pattaalhakkaar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allaththorkkum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Ishtam</a:t>
            </a:r>
            <a:r>
              <a:rPr lang="en-US" sz="3400" b="1" dirty="0">
                <a:solidFill>
                  <a:srgbClr val="002060"/>
                </a:solidFill>
              </a:rPr>
              <a:t> pole </a:t>
            </a:r>
            <a:r>
              <a:rPr lang="en-US" sz="3400" b="1" dirty="0" err="1">
                <a:solidFill>
                  <a:srgbClr val="002060"/>
                </a:solidFill>
              </a:rPr>
              <a:t>enthum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cheyvaan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kunjaadu</a:t>
            </a:r>
            <a:r>
              <a:rPr lang="en-US" sz="3400" b="1" dirty="0">
                <a:solidFill>
                  <a:srgbClr val="002060"/>
                </a:solidFill>
              </a:rPr>
              <a:t> pol </a:t>
            </a:r>
            <a:r>
              <a:rPr lang="en-US" sz="3400" b="1" dirty="0" err="1">
                <a:solidFill>
                  <a:srgbClr val="002060"/>
                </a:solidFill>
              </a:rPr>
              <a:t>ninnallo</a:t>
            </a:r>
            <a:r>
              <a:rPr lang="en-US" sz="3400" b="1" dirty="0">
                <a:solidFill>
                  <a:srgbClr val="002060"/>
                </a:solidFill>
              </a:rPr>
              <a:t> nee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B6F355-DC25-401F-BAA4-481F0B504E25}"/>
              </a:ext>
            </a:extLst>
          </p:cNvPr>
          <p:cNvSpPr txBox="1"/>
          <p:nvPr/>
        </p:nvSpPr>
        <p:spPr>
          <a:xfrm>
            <a:off x="11277600" y="-1"/>
            <a:ext cx="914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471</a:t>
            </a:r>
          </a:p>
        </p:txBody>
      </p:sp>
    </p:spTree>
    <p:extLst>
      <p:ext uri="{BB962C8B-B14F-4D97-AF65-F5344CB8AC3E}">
        <p14:creationId xmlns:p14="http://schemas.microsoft.com/office/powerpoint/2010/main" val="3377831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1D092B-4A1B-4124-8D24-BB9A3B307F63}"/>
              </a:ext>
            </a:extLst>
          </p:cNvPr>
          <p:cNvSpPr/>
          <p:nvPr/>
        </p:nvSpPr>
        <p:spPr>
          <a:xfrm>
            <a:off x="0" y="1405658"/>
            <a:ext cx="12192000" cy="1596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ml-IN" sz="34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9</a:t>
            </a:r>
            <a:r>
              <a:rPr lang="en-US" sz="34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3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തേജസ്സിന്‍റെ കർത്താവേ എൻ പ്രാണ പ്രിയാ സർവസ്വമേ</a:t>
            </a:r>
          </a:p>
          <a:p>
            <a:pPr>
              <a:lnSpc>
                <a:spcPct val="15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വരിക എൻ സങ്കേതമേ വീണ്ടും വേഗം വന്നിടണേ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AACF1-BCA2-4508-9061-A00AAD958DA0}"/>
              </a:ext>
            </a:extLst>
          </p:cNvPr>
          <p:cNvSpPr/>
          <p:nvPr/>
        </p:nvSpPr>
        <p:spPr>
          <a:xfrm>
            <a:off x="1" y="3217357"/>
            <a:ext cx="12191999" cy="158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</a:rPr>
              <a:t>9. </a:t>
            </a:r>
            <a:r>
              <a:rPr lang="en-US" sz="3400" b="1" dirty="0" err="1">
                <a:solidFill>
                  <a:srgbClr val="002060"/>
                </a:solidFill>
              </a:rPr>
              <a:t>Thejassinte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karthave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praanha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priyaa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sarvvaswame</a:t>
            </a:r>
            <a:endParaRPr lang="en-US" sz="3400" b="1" dirty="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3400" b="1" dirty="0">
                <a:solidFill>
                  <a:srgbClr val="002060"/>
                </a:solidFill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</a:rPr>
              <a:t>Galeelyarin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sankethame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veedum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vegam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vanneedanhe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B6F355-DC25-401F-BAA4-481F0B504E25}"/>
              </a:ext>
            </a:extLst>
          </p:cNvPr>
          <p:cNvSpPr txBox="1"/>
          <p:nvPr/>
        </p:nvSpPr>
        <p:spPr>
          <a:xfrm>
            <a:off x="11277600" y="-1"/>
            <a:ext cx="914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471</a:t>
            </a:r>
          </a:p>
        </p:txBody>
      </p:sp>
    </p:spTree>
    <p:extLst>
      <p:ext uri="{BB962C8B-B14F-4D97-AF65-F5344CB8AC3E}">
        <p14:creationId xmlns:p14="http://schemas.microsoft.com/office/powerpoint/2010/main" val="303540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227</Words>
  <Application>Microsoft Office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Kartika</vt:lpstr>
      <vt:lpstr>Office Theme</vt:lpstr>
      <vt:lpstr>471 കര്‍ത്താവേ നിന്‍ രൂപ മെനിക്കെല്ലായ്പോഴും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Karthave nin roopam </dc:title>
  <dc:creator>Acsah Mathews</dc:creator>
  <cp:lastModifiedBy>Acsah Mathews</cp:lastModifiedBy>
  <cp:revision>3</cp:revision>
  <dcterms:created xsi:type="dcterms:W3CDTF">2018-11-30T17:32:13Z</dcterms:created>
  <dcterms:modified xsi:type="dcterms:W3CDTF">2018-11-30T18:13:06Z</dcterms:modified>
</cp:coreProperties>
</file>