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7F5D-B188-4618-A29F-B1C1AB3F2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4C633-E1D7-4EED-AE6D-94AAAFB45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186CF-6425-42A1-9883-73E4544B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C8D9-6483-4FF8-B3D7-56C0B4BF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82EA4-D638-4A98-85B7-B68D260A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72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387F-D49F-4A04-A94D-C98FB278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B1241-ED11-4C55-82E7-A3247AA31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B17AA-B5A9-4FC4-A98C-559D43F8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7D57-1578-461A-ADF9-DD36745F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0A516-ED25-4795-9A18-6D20CB62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3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1706-B082-4295-AA1C-7E28CFDC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FFB73-90DA-4722-883F-4FCFE0DAC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4DA6-C9BC-481B-8FD8-57B06909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52CCC-0C25-4059-B528-1DC38B33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569A2-C9F5-4D5F-B412-F800FD8A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9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8979-11C2-4A6F-A9E6-2F2867EC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4D9B-2548-4E9A-92EB-86480315A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DD329-A777-4566-9D1D-A3C5B93F0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2A904-9196-46E6-8B7D-E04D8A25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3B4DA-C3D6-4C13-9171-C1D62D14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81A12-49AD-49DB-A793-FCE4B482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7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8226-A6CB-4529-8EF6-60A9882E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E57DC-B8A5-42B1-8328-7EC2CAA67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F9E82-646E-4970-881F-3C7149E43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272A4-DBB3-45B2-8939-EAA4B698B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FB505-4E42-4F34-AC7F-53E29F499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DF74C0-9755-49E1-A23D-3CDFA451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A14AB-29ED-426A-A4E9-24C6A612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1E7D3-F443-431E-9C75-DC4CEF14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7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DE64-2AC7-414D-BDCA-36EF4774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7019D-537E-4BB1-A627-BABDD6B3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F56BA-71C3-4CD5-BECC-52D4A7E5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88274-62FC-4A3F-AD72-546F5D04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8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6E3BB-EC6A-4987-BAAB-55566C72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388F63-4842-4F64-944C-4F2CF586F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84E37-5AEC-4221-A165-61869A3E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7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CD77-287B-4C2B-BD42-32AF9D48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B5264-990D-4F38-8E29-32BBBE5A9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7329-1B49-4791-8011-98A8D946F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083A7-2571-4B0A-A29F-523235CD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00BAD-AFD7-4F9A-A1DB-D0A05736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5D87-0D4D-4D60-8CAC-CEF2A5FE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2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E4CE-7B22-433A-8289-EF5DB920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AF2E4-C8BB-48BB-9CE5-8371BE8DA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A7219-6DC5-4746-A756-9029914D1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E5910-0250-4A6E-B193-F2DCC6A8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569A-7F7E-420B-98C2-DE32508F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23B5D-BE84-4299-AAD9-7B57319E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5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D2816-5D27-4638-AC89-40F440CA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AF319-03D2-494B-B826-16168ECB8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2B9B5-A9BB-4531-AEBC-C63DE10A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ED5B-E44D-41DA-B24B-AE145BF55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7A2E-614C-442F-917F-5BD7B153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8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8AD26-007C-45C9-A758-880CE456A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D8EF5-9631-4948-8C03-5D3036072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F8D5B-6B9B-4EB8-9BA3-13239F2B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360E1-55A1-48C3-8E2C-A56BBF93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765C8-E872-42BB-AC6D-5E4ABF79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3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B051E-B541-40A4-9B80-5F71F992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1613C-D9B7-48FC-9AEC-7AB3FD08C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ADA51-61C6-4D80-BC48-A7496F610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C4362-6711-4908-B63B-6F4A0E71B69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EBDB7-E47E-4F8D-991A-C19DD7197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726F-9CB5-41AD-B4A5-23E29CB7C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1A8EB-46B6-45C2-AC23-A8384792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9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501</a:t>
            </a:r>
            <a:br>
              <a:rPr lang="en-US" dirty="0"/>
            </a:br>
            <a:r>
              <a:rPr lang="ml-IN" b="1">
                <a:solidFill>
                  <a:srgbClr val="000000"/>
                </a:solidFill>
                <a:latin typeface="Kartika" panose="02020503030404060203" pitchFamily="18" charset="0"/>
              </a:rPr>
              <a:t>പകരേണം നിൻ ആത്മാവെ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9059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Pakarenham </a:t>
            </a:r>
            <a:r>
              <a:rPr lang="en-US" sz="4000" b="1" dirty="0" err="1">
                <a:solidFill>
                  <a:srgbClr val="002060"/>
                </a:solidFill>
              </a:rPr>
              <a:t>nin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aathmave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chemeClr val="bg2">
                    <a:lumMod val="25000"/>
                  </a:schemeClr>
                </a:solidFill>
              </a:rPr>
              <a:t>Tune: Ashamed of Jesus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പകരേണം നിൻ ആത്മാവെ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പരത്തിൽ നിന്നു കർത്താവേ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പരനേഈ നിൻ ദാസർ മേല്‍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പഥ്യമാം നിന്‍റെ ദാനങ്ങൾ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Pakarenham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aathmave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Paraththil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karthaave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Parane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daasarmel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Pathyamaam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daanangalh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80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സഭയിന്‍ ദൂതന്മാരെ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നീതി ധരിപ്പിക്കണമേ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കയ്യിൽ നക്ഷത്രംപോലെ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നിത്യം പ്രകാശിപ്പിക്കണേ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sabhayil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doothanmaare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Neethi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dharippikkanhame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kaiyyil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nakshathram</a:t>
            </a:r>
            <a:r>
              <a:rPr lang="en-US" sz="3600" b="1" dirty="0">
                <a:solidFill>
                  <a:srgbClr val="002060"/>
                </a:solidFill>
              </a:rPr>
              <a:t> pole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Nithyam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prakaashippikkanhe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28987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തീക്ഷണത, ജ്ഞാനം, വിശ്വാസം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തിങ്ങിന സ്ഥൈര്യം, സൗമ്യത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തീർത്തു നീ കൊടുത്തിടേണം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തിരുസഭാ ഭാരം ഏല്പാൻ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Theekshanhatha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jnjaanam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vishwaasam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Thingina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sthairyam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soumyatha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Theerththu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koduththidenham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Thirusabhaa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aelpaan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130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മടുക്കാതെ പ്രാർത്ഥിപ്പാനും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മന്ദിക്കാതെ കാത്തിടാനും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മത്സരിയെ ശാസിപ്പാനും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മക്കളെ പോറ്റിടുവാനും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Madukkaathe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prarthippanum</a:t>
            </a:r>
            <a:r>
              <a:rPr lang="en-US" sz="3600" b="1" dirty="0">
                <a:solidFill>
                  <a:srgbClr val="002060"/>
                </a:solidFill>
              </a:rPr>
              <a:t>,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Mandikkathe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kaaththidaanum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Mathsariye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shaasippaanum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Makkalhe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poteeduvaanum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187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ഇഹത്തിൽ ജോലി തീർന്നിട്ടു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ഇദ്ദാസര്‍ ആശ പൂണ്ടിട്ടു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ഇമ്പമായ് ദർശിക്കണമേ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ഇടയശ്രേഷ്ഠാഗമനം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joli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theernittu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Iddhaasar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aasha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poondittu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Imbamaai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darshikkanhame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Idaya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shreshtaa-gamanam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15664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501 പകരേണം നിൻ ആത്മാവെ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Pakarenam nin athmave</dc:title>
  <dc:creator>Acsah Mathews</dc:creator>
  <cp:lastModifiedBy>Acsah Mathews</cp:lastModifiedBy>
  <cp:revision>1</cp:revision>
  <dcterms:created xsi:type="dcterms:W3CDTF">2018-12-03T16:58:51Z</dcterms:created>
  <dcterms:modified xsi:type="dcterms:W3CDTF">2018-12-03T17:02:59Z</dcterms:modified>
</cp:coreProperties>
</file>