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4" r:id="rId2"/>
    <p:sldId id="270" r:id="rId3"/>
    <p:sldId id="272" r:id="rId4"/>
    <p:sldId id="273" r:id="rId5"/>
  </p:sldIdLst>
  <p:sldSz cx="12192000" cy="6858000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152" autoAdjust="0"/>
    <p:restoredTop sz="94660"/>
  </p:normalViewPr>
  <p:slideViewPr>
    <p:cSldViewPr>
      <p:cViewPr varScale="1">
        <p:scale>
          <a:sx n="39" d="100"/>
          <a:sy n="39" d="100"/>
        </p:scale>
        <p:origin x="84" y="79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E0A1474-9AA6-4D22-ACD0-212D52860DEA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A7FBD91-B051-475B-BD36-BDF552243A6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2341" y="181534"/>
            <a:ext cx="770972" cy="578229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93999" y="6111691"/>
            <a:ext cx="615660" cy="564776"/>
          </a:xfrm>
          <a:prstGeom prst="rect">
            <a:avLst/>
          </a:prstGeom>
        </p:spPr>
      </p:pic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F29A73-0B63-44BC-8133-373CCFCE670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D8C34-E055-4608-B5AF-7B755E82F11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86038A1-50AF-449A-A430-9CB196B07D3B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0DF24E-8EC4-48FA-B9C4-32BC32C7B5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CB3889-85A9-4EDE-9A91-80F239C7C85F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BAA064B-7E4D-492B-A623-C87AE3650DA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D7BAA1-367A-45DA-968D-731C33D53067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729F736-5819-4B76-95A4-4DC86A5C12D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32306E6-5895-45E3-AFDE-4989B44192B8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5F2A684-9781-47EC-AB65-FB7365E5502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5262BB7-91DE-4AC3-8437-0FEC2DF0A1FE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5CD59F-A80A-442D-8233-18C39F807F6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F60767D-0145-4F28-A5C9-C6B7E5F43B8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A08DD8-3B62-4E3C-9108-F80827C0D2B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54A4262-AC3D-46B9-B205-B9D9F42E7B41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A88D59-960F-4D42-90F7-B200A421274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38FB70-3E1A-467D-9E4D-630122992164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3ECFFAE-3A1E-4120-9B34-4C5E66ECA3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F5A80C0-AE2F-41E2-97AC-1615EA97DF46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EC32964-8250-45E9-899C-68D6A9A8C7C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274638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600201"/>
            <a:ext cx="109728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F842EB85-D275-4204-A3F8-ACC8D83562F5}" type="datetimeFigureOut">
              <a:rPr lang="en-US"/>
              <a:pPr>
                <a:defRPr/>
              </a:pPr>
              <a:t>11/9/2018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cs typeface="+mn-cs"/>
              </a:defRPr>
            </a:lvl1pPr>
          </a:lstStyle>
          <a:p>
            <a:pPr>
              <a:defRPr/>
            </a:pPr>
            <a:fld id="{1EAC9139-7F19-42C4-9A66-DBDB45FB5456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ransition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BA16D-FDEC-4D78-9FCA-6643824D71A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232</a:t>
            </a:r>
            <a:br>
              <a:rPr lang="en-US" dirty="0"/>
            </a:br>
            <a:r>
              <a:rPr lang="ml-IN" b="1" dirty="0">
                <a:latin typeface="Kartika" panose="02020503030404060203" pitchFamily="18" charset="0"/>
              </a:rPr>
              <a:t>എൻ ദീപമേ! </a:t>
            </a:r>
            <a:r>
              <a:rPr lang="ml-IN" b="1">
                <a:latin typeface="Kartika" panose="02020503030404060203" pitchFamily="18" charset="0"/>
              </a:rPr>
              <a:t>ഈ അന്ധകാരത്തിൽ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7590E95-6D7E-4D81-81F9-8A460E15EC2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3886200"/>
            <a:ext cx="12192000" cy="1752600"/>
          </a:xfrm>
        </p:spPr>
        <p:txBody>
          <a:bodyPr/>
          <a:lstStyle/>
          <a:p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En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deepamey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!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Ee</a:t>
            </a:r>
            <a:r>
              <a:rPr lang="en-US" sz="4000" b="1" dirty="0">
                <a:solidFill>
                  <a:schemeClr val="accent1">
                    <a:lumMod val="75000"/>
                  </a:schemeClr>
                </a:solidFill>
              </a:rPr>
              <a:t> </a:t>
            </a:r>
            <a:r>
              <a:rPr lang="en-US" sz="4000" b="1" dirty="0" err="1">
                <a:solidFill>
                  <a:schemeClr val="accent1">
                    <a:lumMod val="75000"/>
                  </a:schemeClr>
                </a:solidFill>
              </a:rPr>
              <a:t>andhakaaraththil</a:t>
            </a:r>
            <a:endParaRPr lang="en-US" sz="4000" b="1" dirty="0">
              <a:solidFill>
                <a:schemeClr val="accent1">
                  <a:lumMod val="75000"/>
                </a:schemeClr>
              </a:solidFill>
            </a:endParaRPr>
          </a:p>
          <a:p>
            <a:r>
              <a:rPr lang="en-US" sz="3800" i="1" dirty="0">
                <a:solidFill>
                  <a:schemeClr val="accent1">
                    <a:lumMod val="75000"/>
                  </a:schemeClr>
                </a:solidFill>
              </a:rPr>
              <a:t>Lead kindly light - Cardinal J.H. Newman</a:t>
            </a:r>
            <a:endParaRPr lang="en-US" sz="3800" i="1" dirty="0"/>
          </a:p>
        </p:txBody>
      </p:sp>
    </p:spTree>
    <p:extLst>
      <p:ext uri="{BB962C8B-B14F-4D97-AF65-F5344CB8AC3E}">
        <p14:creationId xmlns:p14="http://schemas.microsoft.com/office/powerpoint/2010/main" val="378940139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00685"/>
            <a:ext cx="11922210" cy="2612880"/>
          </a:xfrm>
        </p:spPr>
        <p:txBody>
          <a:bodyPr anchor="t"/>
          <a:lstStyle/>
          <a:p>
            <a:pPr algn="l" defTabSz="51911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എൻ ദീപമേ! ഈ അന്ധകാരത്തിൽ നടത്തെന്നെ!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ഏറുന്നിരുൾ വീടും ദൂരത്തയ്യോ നടത്തെന്നെ!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കാക്കുകെൻ പാദം ചോദിക്കുന്നില്ലേ </a:t>
            </a:r>
            <a:br>
              <a:rPr lang="en-US" sz="3600" b="1" dirty="0">
                <a:latin typeface="Kartika" panose="02020503030404060203" pitchFamily="18" charset="0"/>
                <a:cs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  <a:cs typeface="Kartika" panose="02020503030404060203" pitchFamily="18" charset="0"/>
              </a:rPr>
              <a:t>ദൂരെ കാണ്‍മാൻ ഒരടി പോരുമേ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46381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AD90AA-B236-468A-9404-4ED32E6FF2B5}"/>
              </a:ext>
            </a:extLst>
          </p:cNvPr>
          <p:cNvSpPr/>
          <p:nvPr/>
        </p:nvSpPr>
        <p:spPr>
          <a:xfrm>
            <a:off x="228600" y="3733800"/>
            <a:ext cx="1192221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En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deepamey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Ee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andhakaaraththil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Èrunnirulh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dooraththayyo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Kaakkuken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paadam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chôdikkunnilley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kaanhmaan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oradi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pôrumey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EF97A-8674-475E-90CF-16547751F366}"/>
              </a:ext>
            </a:extLst>
          </p:cNvPr>
          <p:cNvSpPr txBox="1"/>
          <p:nvPr/>
        </p:nvSpPr>
        <p:spPr>
          <a:xfrm>
            <a:off x="0" y="298847"/>
            <a:ext cx="1215081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1</a:t>
            </a: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00685"/>
            <a:ext cx="11922210" cy="2612880"/>
          </a:xfrm>
        </p:spPr>
        <p:txBody>
          <a:bodyPr anchor="t"/>
          <a:lstStyle/>
          <a:p>
            <a:pPr algn="l" defTabSz="51911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നടത്തെന്നെ എന്നിതുവരെ ഞാൻ യാചിച്ചില്ലേ!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കണ്ടവഴി ഞാൻ നടന്നേ! ഇന്നോ നടത്തെന്നെ!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മോടി ഞാൻ തേടി ശങ്ക കൂടാതെ-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ഡംഭിയായേൻ, ഓർക്കല്ലേ മുൻകാലം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46381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AD90AA-B236-468A-9404-4ED32E6FF2B5}"/>
              </a:ext>
            </a:extLst>
          </p:cNvPr>
          <p:cNvSpPr/>
          <p:nvPr/>
        </p:nvSpPr>
        <p:spPr>
          <a:xfrm>
            <a:off x="228600" y="3733800"/>
            <a:ext cx="1192221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Nadaththenney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ennithuvarey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yaachichilley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Kandavazhi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Innô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Môdi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thèdi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shanka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koodaathey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-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dambhiyaayen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,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ôrkkalley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mun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kaalam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EF97A-8674-475E-90CF-16547751F366}"/>
              </a:ext>
            </a:extLst>
          </p:cNvPr>
          <p:cNvSpPr txBox="1"/>
          <p:nvPr/>
        </p:nvSpPr>
        <p:spPr>
          <a:xfrm>
            <a:off x="0" y="298847"/>
            <a:ext cx="1215081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307072250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Title 3"/>
          <p:cNvSpPr>
            <a:spLocks noGrp="1"/>
          </p:cNvSpPr>
          <p:nvPr>
            <p:ph type="ctrTitle"/>
          </p:nvPr>
        </p:nvSpPr>
        <p:spPr>
          <a:xfrm>
            <a:off x="228600" y="900685"/>
            <a:ext cx="11922210" cy="2612880"/>
          </a:xfrm>
        </p:spPr>
        <p:txBody>
          <a:bodyPr anchor="t"/>
          <a:lstStyle/>
          <a:p>
            <a:pPr algn="l" defTabSz="519113">
              <a:lnSpc>
                <a:spcPct val="114000"/>
              </a:lnSpc>
            </a:pPr>
            <a:r>
              <a:rPr lang="ml-IN" sz="3600" b="1" dirty="0">
                <a:latin typeface="Kartika" panose="02020503030404060203" pitchFamily="18" charset="0"/>
              </a:rPr>
              <a:t>ഇന്നെയോളം പാലിച്ച ദൈവമേ! രാപോവോളം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കാടുംമേടും വൻ കടൽ ഇവയിൽ നടത്തെന്നെ!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ഞാൻ സ്നേഹിച്ചതാം ദൂതർ പുഞ്ചിരി </a:t>
            </a:r>
            <a:br>
              <a:rPr lang="ml-IN" sz="3600" b="1" dirty="0">
                <a:latin typeface="Kartika" panose="02020503030404060203" pitchFamily="18" charset="0"/>
              </a:rPr>
            </a:br>
            <a:r>
              <a:rPr lang="ml-IN" sz="3600" b="1" dirty="0">
                <a:latin typeface="Kartika" panose="02020503030404060203" pitchFamily="18" charset="0"/>
              </a:rPr>
              <a:t>വീണ്ടും കാണും ഞാൻ ആ പ്രഭാതത്തിൽ </a:t>
            </a:r>
            <a:endParaRPr lang="en-US" sz="3600" b="1" dirty="0">
              <a:latin typeface="Kartika" panose="02020503030404060203" pitchFamily="18" charset="0"/>
              <a:cs typeface="Kartika" panose="02020503030404060203" pitchFamily="18" charset="0"/>
            </a:endParaRPr>
          </a:p>
        </p:txBody>
      </p:sp>
      <p:sp>
        <p:nvSpPr>
          <p:cNvPr id="2051" name="Rectangle 3"/>
          <p:cNvSpPr>
            <a:spLocks noChangeArrowheads="1"/>
          </p:cNvSpPr>
          <p:nvPr/>
        </p:nvSpPr>
        <p:spPr bwMode="auto">
          <a:xfrm>
            <a:off x="11546381" y="0"/>
            <a:ext cx="612668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/>
            <a:r>
              <a:rPr lang="en-US" sz="2000" b="1" dirty="0">
                <a:solidFill>
                  <a:srgbClr val="FF0000"/>
                </a:solidFill>
              </a:rPr>
              <a:t>232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EAD90AA-B236-468A-9404-4ED32E6FF2B5}"/>
              </a:ext>
            </a:extLst>
          </p:cNvPr>
          <p:cNvSpPr/>
          <p:nvPr/>
        </p:nvSpPr>
        <p:spPr>
          <a:xfrm>
            <a:off x="228600" y="3733800"/>
            <a:ext cx="11922210" cy="2444131"/>
          </a:xfrm>
          <a:prstGeom prst="rect">
            <a:avLst/>
          </a:prstGeom>
        </p:spPr>
        <p:txBody>
          <a:bodyPr wrap="square" anchor="t">
            <a:spAutoFit/>
          </a:bodyPr>
          <a:lstStyle/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Inneyôlham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paalichcha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Daivamey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Raapôvôlham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mèdum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van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kadal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ivayil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nadaththenney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!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snehichchathaam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doothar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punchiri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</a:p>
          <a:p>
            <a:pPr>
              <a:lnSpc>
                <a:spcPct val="114000"/>
              </a:lnSpc>
            </a:pP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veendum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kaanhum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njaan</a:t>
            </a:r>
            <a:r>
              <a:rPr lang="en-US" sz="3400" b="1" dirty="0">
                <a:solidFill>
                  <a:schemeClr val="accent1">
                    <a:lumMod val="75000"/>
                  </a:schemeClr>
                </a:solidFill>
                <a:latin typeface="+mn-lt"/>
              </a:rPr>
              <a:t> aa </a:t>
            </a:r>
            <a:r>
              <a:rPr lang="en-US" sz="3400" b="1" dirty="0" err="1">
                <a:solidFill>
                  <a:schemeClr val="accent1">
                    <a:lumMod val="75000"/>
                  </a:schemeClr>
                </a:solidFill>
                <a:latin typeface="+mn-lt"/>
              </a:rPr>
              <a:t>prabhaathaththil</a:t>
            </a:r>
            <a:endParaRPr lang="en-US" sz="3400" b="1" dirty="0">
              <a:solidFill>
                <a:schemeClr val="accent1">
                  <a:lumMod val="75000"/>
                </a:schemeClr>
              </a:solidFill>
              <a:latin typeface="+mn-lt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4FEF97A-8674-475E-90CF-16547751F366}"/>
              </a:ext>
            </a:extLst>
          </p:cNvPr>
          <p:cNvSpPr txBox="1"/>
          <p:nvPr/>
        </p:nvSpPr>
        <p:spPr>
          <a:xfrm>
            <a:off x="0" y="298847"/>
            <a:ext cx="1215081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400" b="1" dirty="0">
                <a:latin typeface="+mn-lt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64534180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100</Words>
  <Application>Microsoft Office PowerPoint</Application>
  <PresentationFormat>Widescreen</PresentationFormat>
  <Paragraphs>24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Kartika</vt:lpstr>
      <vt:lpstr>Office Theme</vt:lpstr>
      <vt:lpstr>232 എൻ ദീപമേ! ഈ അന്ധകാരത്തിൽ</vt:lpstr>
      <vt:lpstr>എൻ ദീപമേ! ഈ അന്ധകാരത്തിൽ നടത്തെന്നെ! ഏറുന്നിരുൾ വീടും ദൂരത്തയ്യോ നടത്തെന്നെ! കാക്കുകെൻ പാദം ചോദിക്കുന്നില്ലേ  ദൂരെ കാണ്‍മാൻ ഒരടി പോരുമേ</vt:lpstr>
      <vt:lpstr>നടത്തെന്നെ എന്നിതുവരെ ഞാൻ യാചിച്ചില്ലേ! കണ്ടവഴി ഞാൻ നടന്നേ! ഇന്നോ നടത്തെന്നെ! മോടി ഞാൻ തേടി ശങ്ക കൂടാതെ- ഡംഭിയായേൻ, ഓർക്കല്ലേ മുൻകാലം </vt:lpstr>
      <vt:lpstr>ഇന്നെയോളം പാലിച്ച ദൈവമേ! രാപോവോളം  കാടുംമേടും വൻ കടൽ ഇവയിൽ നടത്തെന്നെ! ഞാൻ സ്നേഹിച്ചതാം ദൂതർ പുഞ്ചിരി  വീണ്ടും കാണും ഞാൻ ആ പ്രഭാതത്തിൽ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 deepame ee</dc:title>
  <dc:creator>Digital Input:; GM JOHN; Acsah Mathews</dc:creator>
  <cp:lastModifiedBy>Acsah Mathews</cp:lastModifiedBy>
  <cp:revision>124</cp:revision>
  <dcterms:created xsi:type="dcterms:W3CDTF">2013-04-19T09:19:07Z</dcterms:created>
  <dcterms:modified xsi:type="dcterms:W3CDTF">2018-11-09T17:54:56Z</dcterms:modified>
</cp:coreProperties>
</file>