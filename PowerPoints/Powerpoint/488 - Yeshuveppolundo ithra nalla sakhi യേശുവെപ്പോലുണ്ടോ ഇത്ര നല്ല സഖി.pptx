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57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E1901-787F-403D-B2D8-9E9E97DA5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61B3A-021D-4EA7-8D3A-72AA34E8B8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F9803-9BA6-46DD-BF72-F2DB04AC8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7966-AC8D-409E-856A-331173E2F49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CFA56-0A5C-482B-947F-6C3C73AAA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3EE9C-677C-4FED-B9E4-B4EC57E38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06A3-42FA-439D-BD21-CDED60175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42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4C79-D3D4-4DFE-A7E0-6B9207E8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8DC95-F38B-4DB1-BAC5-7271D2B1B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603ED-47B4-4415-95E6-276F92EF6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7966-AC8D-409E-856A-331173E2F49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23F96-45BC-473F-80EE-C23B7D64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C9625-0B94-46FD-A35F-2073B1993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06A3-42FA-439D-BD21-CDED60175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439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04D76-B85B-46A1-A526-49ECD2DBE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39109-032B-4B6B-8F08-FE6558C51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C29F3-C5C3-41D0-8AEC-CF7408314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7966-AC8D-409E-856A-331173E2F49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A352B-EAFB-4DDD-8E64-8F30017B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0FA6D-396A-4752-9D4F-A1E5AD05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06A3-42FA-439D-BD21-CDED60175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77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F6EE4-77F7-4347-893D-B4A5F5B9B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72D02-0897-440D-B98E-80F9D6D540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10BD9-3700-4148-AAA8-72AAAC31B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E9C0A-EB99-40D7-B3F5-94A18FC33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7966-AC8D-409E-856A-331173E2F49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83BFF-E7D0-4886-ABD4-FFF8EBD0D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74DF6-04A9-4F0A-9842-C0CA1446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06A3-42FA-439D-BD21-CDED60175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483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0675F-98DF-4478-BFBF-6EDFC7DBC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315C5-F691-4E37-BE1E-944862C15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29D35-B5A6-452D-A2DE-7D956CF2B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7A006-0FCE-4127-9EC5-07384F69AF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4E2DB3-201A-4368-9975-8C84FF845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ADA172-6FF1-40B5-8893-D246F299E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7966-AC8D-409E-856A-331173E2F49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4553A5-D811-40D0-8655-64A1B7B6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3215EA-5D39-4116-AC13-A8D7FEEF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06A3-42FA-439D-BD21-CDED60175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2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6670B-B456-4F57-98DE-67FE8D212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1BC6F-339D-4B04-B2FD-34CEE9BC1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7966-AC8D-409E-856A-331173E2F49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7DE6B-8CF2-42CC-B533-BE6F51F8C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FB17C4-D499-4B27-9838-020A5E5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06A3-42FA-439D-BD21-CDED60175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04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4807D-8C89-49CA-BC8C-0C975E068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7966-AC8D-409E-856A-331173E2F49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C2B389-1260-4CEA-8042-097D33D4C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06328-4763-493A-ADB5-F66863B54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06A3-42FA-439D-BD21-CDED60175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18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40336-ED14-4D3C-B76D-958AA6DE1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127AB-D3AF-40D3-90D6-113A16121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3A2CC-975F-4F62-9E98-F27F7678D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58120-C792-4B91-9D65-44C7ACD69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7966-AC8D-409E-856A-331173E2F49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12EB7-95CE-4D2C-9974-38CAAF964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3C1FF-6B02-4663-8097-048CED36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06A3-42FA-439D-BD21-CDED60175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73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DA00-0F95-4D8F-9CE7-CB9CA8FE2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B1F3B4-457B-4E9D-8397-313C6D2F8A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F590A-C062-4AFB-B104-635F5530D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E87BD-1139-4078-BD20-13A13B66B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7966-AC8D-409E-856A-331173E2F49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AA222-ED36-4658-AB2D-453F798ED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DFDF0-4037-4E60-A506-D7FE93C6B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06A3-42FA-439D-BD21-CDED60175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5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929EF-3126-4B21-9DBD-B53D282D6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B8FBD-97E6-4BC4-BCA5-F6002E4B7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BBC66-7449-4656-9112-CE7A3AF7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7966-AC8D-409E-856A-331173E2F49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0E2B7-B1CD-467A-8D8F-BB520F2E5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7FEAA-81D1-4076-AC32-31B68F5D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06A3-42FA-439D-BD21-CDED60175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8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664337-E893-446F-BC8B-670DAB7077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60AAE-B2FB-4999-B5CA-9D9A083A8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434E6-D1CF-42D6-93FD-7015D0CB0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7966-AC8D-409E-856A-331173E2F49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E12BB-59E2-43F7-A656-DCC1867AF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522B0-75AE-41DD-9956-BCBE5BB8F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06A3-42FA-439D-BD21-CDED60175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39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C6F1D2-4F3D-4780-A6A9-E27F39133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E7F1A-A25B-4EE7-9331-6AB284D0D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9B5CF-C5B1-465C-B741-81C7316C7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F7966-AC8D-409E-856A-331173E2F49C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5B4D9-7536-4C51-BC8C-12F539A9A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8A740-206A-4E1B-8020-D6BED5BBA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406A3-42FA-439D-BD21-CDED60175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9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488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യേശുവെപ്പോലുണ്ടോ </a:t>
            </a:r>
            <a:br>
              <a:rPr lang="en-US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ഇത്ര നല്ല സഖി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65453"/>
            <a:ext cx="12191999" cy="2400178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Yeshuveppolundo </a:t>
            </a:r>
            <a:r>
              <a:rPr lang="en-US" sz="4000" b="1" dirty="0" err="1">
                <a:solidFill>
                  <a:srgbClr val="002060"/>
                </a:solidFill>
              </a:rPr>
              <a:t>ithra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nalla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sakhi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800" i="1" dirty="0">
                <a:solidFill>
                  <a:schemeClr val="accent1">
                    <a:lumMod val="75000"/>
                  </a:schemeClr>
                </a:solidFill>
              </a:rPr>
              <a:t>I’ve found a friend </a:t>
            </a:r>
            <a:r>
              <a:rPr lang="en-US" sz="3400" i="1" dirty="0">
                <a:solidFill>
                  <a:schemeClr val="accent1">
                    <a:lumMod val="75000"/>
                  </a:schemeClr>
                </a:solidFill>
              </a:rPr>
              <a:t>– J.G. Small/ Geo C. </a:t>
            </a:r>
            <a:r>
              <a:rPr lang="en-US" sz="3400" i="1" dirty="0" err="1">
                <a:solidFill>
                  <a:schemeClr val="accent1">
                    <a:lumMod val="75000"/>
                  </a:schemeClr>
                </a:solidFill>
              </a:rPr>
              <a:t>Stabbins</a:t>
            </a:r>
            <a:endParaRPr lang="en-US" sz="3400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3268" y="1241317"/>
            <a:ext cx="12045463" cy="2419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യേശുവെപ്പോലുണ്ടോ ഇത്ര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നല്ല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സഖി എനിക്കു</a:t>
            </a:r>
          </a:p>
          <a:p>
            <a:pPr>
              <a:lnSpc>
                <a:spcPct val="112000"/>
              </a:lnSpc>
            </a:pPr>
            <a:r>
              <a:rPr lang="ml-IN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ഞാനറിയും മുമ്പെയെന്നെ</a:t>
            </a:r>
            <a:r>
              <a:rPr lang="en-US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സ്നേഹിച്ചോരു സ്നേഹിതൻ</a:t>
            </a:r>
          </a:p>
          <a:p>
            <a:pPr>
              <a:lnSpc>
                <a:spcPct val="112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സ്നേഹപാശങ്ങളിലെന്നെ</a:t>
            </a:r>
            <a:r>
              <a:rPr lang="en-US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തന്നോടൊന്നായ് ബന്ധിച്ചു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ഞാനവന്‍റെ അവനെന്‍റെ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സ്വന്തമെന്നുമെന്നേക്കും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4021628"/>
            <a:ext cx="12045462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Yeshuveppolundo </a:t>
            </a:r>
            <a:r>
              <a:rPr lang="en-US" sz="3400" b="1" dirty="0" err="1">
                <a:solidFill>
                  <a:srgbClr val="002060"/>
                </a:solidFill>
              </a:rPr>
              <a:t>ithra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Nalla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sakhi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enikku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arhiyum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mumbeyenne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Snehichchoru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snehithan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Sneha </a:t>
            </a:r>
            <a:r>
              <a:rPr lang="en-US" sz="3400" b="1" dirty="0" err="1">
                <a:solidFill>
                  <a:srgbClr val="002060"/>
                </a:solidFill>
              </a:rPr>
              <a:t>paashangalhilenne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Thannodonnaai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bandhichu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Njan </a:t>
            </a:r>
            <a:r>
              <a:rPr lang="en-US" sz="3400" b="1" dirty="0" err="1">
                <a:solidFill>
                  <a:srgbClr val="002060"/>
                </a:solidFill>
              </a:rPr>
              <a:t>avante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Swantham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ennumennekkum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77453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3268" y="1241317"/>
            <a:ext cx="12045463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യേശുവെപ്പോലുണ്ടോ ഇത്ര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നല്ല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സഖി എനിക്കു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തൻ രക്തം ചിന്തി മരിച്ചു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എന്നെ രക്ഷിപ്പാനായ്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നിത്യജീവൻ മാത്രമല്ലതന്നെ മുഴുവൻ തന്നു</a:t>
            </a:r>
          </a:p>
          <a:p>
            <a:pPr>
              <a:lnSpc>
                <a:spcPct val="112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എന്‍ ദേഹം ദേഹി ആത്മാവും</a:t>
            </a:r>
            <a:r>
              <a:rPr lang="en-US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സമർപ്പിക്കും തനിക്കു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4021628"/>
            <a:ext cx="12045462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Yehsuppolundo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ithra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nalla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sakhi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enikku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spc="-150" dirty="0">
                <a:solidFill>
                  <a:srgbClr val="002060"/>
                </a:solidFill>
              </a:rPr>
              <a:t>Than </a:t>
            </a:r>
            <a:r>
              <a:rPr lang="en-US" sz="3400" b="1" spc="-150" dirty="0" err="1">
                <a:solidFill>
                  <a:srgbClr val="002060"/>
                </a:solidFill>
              </a:rPr>
              <a:t>raktham</a:t>
            </a:r>
            <a:r>
              <a:rPr lang="en-US" sz="3400" b="1" spc="-150" dirty="0">
                <a:solidFill>
                  <a:srgbClr val="002060"/>
                </a:solidFill>
              </a:rPr>
              <a:t> </a:t>
            </a:r>
            <a:r>
              <a:rPr lang="en-US" sz="3400" b="1" spc="-150" dirty="0" err="1">
                <a:solidFill>
                  <a:srgbClr val="002060"/>
                </a:solidFill>
              </a:rPr>
              <a:t>enikku</a:t>
            </a:r>
            <a:r>
              <a:rPr lang="en-US" sz="3400" b="1" spc="-150" dirty="0">
                <a:solidFill>
                  <a:srgbClr val="002060"/>
                </a:solidFill>
              </a:rPr>
              <a:t> than </a:t>
            </a:r>
            <a:r>
              <a:rPr lang="en-US" sz="3400" b="1" spc="-150" dirty="0" err="1">
                <a:solidFill>
                  <a:srgbClr val="002060"/>
                </a:solidFill>
              </a:rPr>
              <a:t>raktham</a:t>
            </a:r>
            <a:r>
              <a:rPr lang="en-US" sz="3400" b="1" spc="-150" dirty="0">
                <a:solidFill>
                  <a:srgbClr val="002060"/>
                </a:solidFill>
              </a:rPr>
              <a:t> </a:t>
            </a:r>
            <a:r>
              <a:rPr lang="en-US" sz="3400" b="1" spc="-150" dirty="0" err="1">
                <a:solidFill>
                  <a:srgbClr val="002060"/>
                </a:solidFill>
              </a:rPr>
              <a:t>chinthi</a:t>
            </a:r>
            <a:r>
              <a:rPr lang="en-US" sz="3400" b="1" spc="-150" dirty="0">
                <a:solidFill>
                  <a:srgbClr val="002060"/>
                </a:solidFill>
              </a:rPr>
              <a:t> </a:t>
            </a:r>
            <a:r>
              <a:rPr lang="en-US" sz="3400" b="1" spc="-150" dirty="0" err="1">
                <a:solidFill>
                  <a:srgbClr val="002060"/>
                </a:solidFill>
              </a:rPr>
              <a:t>marichu</a:t>
            </a:r>
            <a:r>
              <a:rPr lang="en-US" sz="3400" b="1" spc="-150" dirty="0">
                <a:solidFill>
                  <a:srgbClr val="002060"/>
                </a:solidFill>
              </a:rPr>
              <a:t> </a:t>
            </a:r>
            <a:r>
              <a:rPr lang="en-US" sz="3400" b="1" spc="-150" dirty="0" err="1">
                <a:solidFill>
                  <a:srgbClr val="002060"/>
                </a:solidFill>
              </a:rPr>
              <a:t>Enne</a:t>
            </a:r>
            <a:r>
              <a:rPr lang="en-US" sz="3400" b="1" spc="-150" dirty="0">
                <a:solidFill>
                  <a:srgbClr val="002060"/>
                </a:solidFill>
              </a:rPr>
              <a:t> </a:t>
            </a:r>
            <a:r>
              <a:rPr lang="en-US" sz="3400" b="1" spc="-150" dirty="0" err="1">
                <a:solidFill>
                  <a:srgbClr val="002060"/>
                </a:solidFill>
              </a:rPr>
              <a:t>rakshippaanaai</a:t>
            </a:r>
            <a:endParaRPr lang="en-US" sz="3400" b="1" spc="-150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Nithya </a:t>
            </a:r>
            <a:r>
              <a:rPr lang="en-US" sz="3400" b="1" dirty="0" err="1">
                <a:solidFill>
                  <a:srgbClr val="002060"/>
                </a:solidFill>
              </a:rPr>
              <a:t>jeevan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maathram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alla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muzhuvan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thannu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En </a:t>
            </a:r>
            <a:r>
              <a:rPr lang="en-US" sz="3400" b="1" dirty="0" err="1">
                <a:solidFill>
                  <a:srgbClr val="002060"/>
                </a:solidFill>
              </a:rPr>
              <a:t>deham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dehi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aathmaavum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samarppikkum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thanikku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6201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3268" y="1241317"/>
            <a:ext cx="12045463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യേശുവെപ്പോലുണ്ടോ ഇത്ര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നല്ല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സഖി എനിക്കു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നിത്യമഹത്വമതിന്‍റെ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പ്രത്യാശ താന്‍ നൽകുന്നു</a:t>
            </a:r>
          </a:p>
          <a:p>
            <a:pPr>
              <a:lnSpc>
                <a:spcPct val="112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പ്രാർത്ഥനയിൽ നീ ഉണർന്നു</a:t>
            </a:r>
            <a:r>
              <a:rPr lang="en-US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പോരാട്ടം ചെയ്തിടുകില്‍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നിത്യ സ്വസ്ഥത എകും താൻ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ഭാഗ്യം പരമാനന്ദം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4021628"/>
            <a:ext cx="12045462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Yeshuveppolundo </a:t>
            </a:r>
            <a:r>
              <a:rPr lang="en-US" sz="3400" b="1" dirty="0" err="1">
                <a:solidFill>
                  <a:srgbClr val="002060"/>
                </a:solidFill>
              </a:rPr>
              <a:t>ithra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nalla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sakhi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enikku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Nithya </a:t>
            </a:r>
            <a:r>
              <a:rPr lang="en-US" sz="3400" b="1" dirty="0" err="1">
                <a:solidFill>
                  <a:srgbClr val="002060"/>
                </a:solidFill>
              </a:rPr>
              <a:t>mahathwamathinte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prathyaasha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nalkunnu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Prarthanayil</a:t>
            </a:r>
            <a:r>
              <a:rPr lang="en-US" sz="3400" b="1" dirty="0">
                <a:solidFill>
                  <a:srgbClr val="002060"/>
                </a:solidFill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</a:rPr>
              <a:t>unharnnu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poraattam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cheythidukil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Nithya </a:t>
            </a:r>
            <a:r>
              <a:rPr lang="en-US" sz="3400" b="1" dirty="0" err="1">
                <a:solidFill>
                  <a:srgbClr val="002060"/>
                </a:solidFill>
              </a:rPr>
              <a:t>swasthatha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aekum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bhaagyam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paramaanandam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82043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3268" y="1241317"/>
            <a:ext cx="12045463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യേശുവെപ്പോലുണ്ടോ ഇത്ര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നല്ല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സഖി എനിക്കു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ദയ, സത്യമാർദ്രതയും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ഉള്ള വേറെ സ്നേഹിതൻ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നല്ലൊരാലോചനക്കാരൻ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വഴികാട്ടി കാവലും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താൻ മാത്രം ആയതാലെത്ര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ആനന്ദം എന്‍ ജീവിതം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4021628"/>
            <a:ext cx="12045462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Yeshuveppolundo </a:t>
            </a:r>
            <a:r>
              <a:rPr lang="en-US" sz="3400" b="1" dirty="0" err="1">
                <a:solidFill>
                  <a:srgbClr val="002060"/>
                </a:solidFill>
              </a:rPr>
              <a:t>ithra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nalla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sakhi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enikku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Daya</a:t>
            </a:r>
            <a:r>
              <a:rPr lang="en-US" sz="3400" b="1" dirty="0">
                <a:solidFill>
                  <a:srgbClr val="002060"/>
                </a:solidFill>
              </a:rPr>
              <a:t>, </a:t>
            </a:r>
            <a:r>
              <a:rPr lang="en-US" sz="3400" b="1" dirty="0" err="1">
                <a:solidFill>
                  <a:srgbClr val="002060"/>
                </a:solidFill>
              </a:rPr>
              <a:t>sathyam-aardrathayum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ullha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verhe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snehithan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nalloraalochanakkaaran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vazhikaatti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kaavalum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maathram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aayathaaalathra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aanandam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jeevitham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71777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3268" y="1241317"/>
            <a:ext cx="12045463" cy="2419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യേശുവെപ്പോലുണ്ടോ ഇത്ര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നല്ല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സഖി എനിക്കു</a:t>
            </a:r>
          </a:p>
          <a:p>
            <a:pPr>
              <a:lnSpc>
                <a:spcPct val="112000"/>
              </a:lnSpc>
            </a:pPr>
            <a:r>
              <a:rPr lang="ml-IN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ക്രിസ്തുവിന്‍ നിത്യസ്നേഹത്തിൽ</a:t>
            </a:r>
            <a:r>
              <a:rPr lang="en-US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നിന്നൊരു</a:t>
            </a:r>
            <a:r>
              <a:rPr lang="en-US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നാളുമെന്നെ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ജീവന്നോ മരണത്തിന്നോ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ലോക നരകങ്ങൾക്കോ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പിരിപ്പാന്‍ കഴികയില്ലയേശുവിന്‍റെ സ്വന്തം ഞാൻ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4021628"/>
            <a:ext cx="12045462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Yeshuveppolundo </a:t>
            </a:r>
            <a:r>
              <a:rPr lang="en-US" sz="3400" b="1" dirty="0" err="1">
                <a:solidFill>
                  <a:srgbClr val="002060"/>
                </a:solidFill>
              </a:rPr>
              <a:t>ithra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nalla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sakhi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enikku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Kristhuvin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nithyasnehaththil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ninnoru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naalhumenne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Jeevanno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maranhaththino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loka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narakangalhkko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Pirippaan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kazhikayilla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yeshuvinte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swantham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44649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229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488 യേശുവെപ്പോലുണ്ടോ  ഇത്ര നല്ല സഖി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Yeshuveppolundo ithra nalla sakhi </dc:title>
  <dc:creator>Acsah Mathews</dc:creator>
  <cp:lastModifiedBy>Acsah Mathews</cp:lastModifiedBy>
  <cp:revision>2</cp:revision>
  <dcterms:created xsi:type="dcterms:W3CDTF">2018-12-03T15:00:11Z</dcterms:created>
  <dcterms:modified xsi:type="dcterms:W3CDTF">2018-12-03T15:04:37Z</dcterms:modified>
</cp:coreProperties>
</file>