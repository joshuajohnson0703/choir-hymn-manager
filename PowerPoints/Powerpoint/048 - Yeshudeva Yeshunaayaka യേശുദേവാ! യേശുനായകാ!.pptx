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3" r:id="rId3"/>
    <p:sldId id="285" r:id="rId4"/>
    <p:sldId id="279" r:id="rId5"/>
    <p:sldId id="274" r:id="rId6"/>
    <p:sldId id="280" r:id="rId7"/>
    <p:sldId id="275" r:id="rId8"/>
    <p:sldId id="281" r:id="rId9"/>
    <p:sldId id="276" r:id="rId10"/>
    <p:sldId id="282" r:id="rId11"/>
    <p:sldId id="277" r:id="rId12"/>
    <p:sldId id="283" r:id="rId13"/>
    <p:sldId id="278" r:id="rId14"/>
    <p:sldId id="284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CD7CD-B65C-4E1B-8873-60ECE1E239F5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E26DF-0789-457E-8A67-A9E1369AC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E26DF-0789-457E-8A67-A9E1369AC1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63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E26DF-0789-457E-8A67-A9E1369AC1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17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E26DF-0789-457E-8A67-A9E1369AC1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10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E26DF-0789-457E-8A67-A9E1369AC1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82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E26DF-0789-457E-8A67-A9E1369AC1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89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E26DF-0789-457E-8A67-A9E1369AC1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0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D3C87-3DA8-4CEF-A7A4-483806E4FFB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8C5F6-A9D0-4335-808E-94C708D01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D72C89-F0A4-4E44-B636-2D3C9FAE589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9D8BF-F68A-4E57-9043-E3D44C1F8C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207B9-82D9-4565-833D-CBEDB18D88B1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A3924-D2E4-46A2-9F5C-D8D2556C49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21AC6-1FE8-4530-8103-084CCA4C150B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905A8-8C3E-4248-9DB8-67B349CDF9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91267-0EDA-40CB-83C6-1D0D4AFB581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B10D6-899F-45DF-AA98-800FB773C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AA097-E9BA-4AE7-99CC-105285B37494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D27AA-E1EF-456B-9CFC-4B190DD09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FFB8F-BB95-4A30-AD2B-E8F583C7607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B505A-E391-4AC2-BD3C-C35243A1B1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AC018-C7F2-461E-8274-698A60DA13F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AB6F8-03D7-488F-B091-248E2E0FE7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9C648-AE26-4E56-ACA4-1388D03CEAD1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40AB7-B4CE-4A2E-93FB-2CED038F1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390830-2CFF-4668-BC0F-5764381F0DDB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B4F10-18D8-4738-9CEE-BD9D4ACFBB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D93AA-9900-4D1B-BBA5-2891F2BC28A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BD245-3C50-4AFA-A8C0-DD7DBE5C4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BECAE7E-093A-42BE-BA85-1B28B60969B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5B02238-11E6-43F8-BF4E-0F4A1F1760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58035"/>
            <a:ext cx="12192000" cy="1447800"/>
          </a:xfrm>
        </p:spPr>
        <p:txBody>
          <a:bodyPr anchor="t"/>
          <a:lstStyle/>
          <a:p>
            <a:pPr defTabSz="4000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 ശ്രീയേശു നാഥാ!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50214-901C-48F9-85D3-CDAE0B8EC2D7}"/>
              </a:ext>
            </a:extLst>
          </p:cNvPr>
          <p:cNvSpPr/>
          <p:nvPr/>
        </p:nvSpPr>
        <p:spPr>
          <a:xfrm>
            <a:off x="0" y="31827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Yeshu-naayakaa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200021" cy="27432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0"/>
              </a:spcAft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ദാസരിന്നഴലൊഴിച്ചുള്ളിൽ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ആനന്ദമേകും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യേശുവേ! കൃപയിന്നഴകേ!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നാശലോകത്തിൽ മനുഷ്യ-നായുദിച്ചമെയ് വെളിച്ചം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വീശുമതി ശോഭയുള്ളോരു -വെളിച്ചമതിൻ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ഈശനേ! യേശു നായകനേ!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361CC-C5CF-4060-BCCA-303DCF9E7F73}"/>
              </a:ext>
            </a:extLst>
          </p:cNvPr>
          <p:cNvSpPr/>
          <p:nvPr/>
        </p:nvSpPr>
        <p:spPr>
          <a:xfrm>
            <a:off x="-1" y="3657600"/>
            <a:ext cx="12200021" cy="312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Daasarinnazhalozhichulhil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Kripayinnazhake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manushyanaayudhicha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meyvelicham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Veeshumathi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shobhayulloru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velhichamathin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301639898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D403-4B26-4DE2-80C7-986868BEB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യേശുദേവാ! യേശുനായകാ!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4CD6B-5DF4-482E-9711-781348FC6A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Yeshudevaa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Yeshunaayakaa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398358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58035"/>
            <a:ext cx="12192000" cy="1447800"/>
          </a:xfrm>
        </p:spPr>
        <p:txBody>
          <a:bodyPr anchor="t"/>
          <a:lstStyle/>
          <a:p>
            <a:pPr defTabSz="4000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 ശ്രീയേശു നാഥാ!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50214-901C-48F9-85D3-CDAE0B8EC2D7}"/>
              </a:ext>
            </a:extLst>
          </p:cNvPr>
          <p:cNvSpPr/>
          <p:nvPr/>
        </p:nvSpPr>
        <p:spPr>
          <a:xfrm>
            <a:off x="0" y="31827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Yeshu-naayakaa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3799990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200021" cy="29718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0"/>
              </a:spcAft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</a:rPr>
              <a:t>ആയിരമായിരം വാനവർ വണങ്ങും പതി-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നായിരം പേരിലുത്തമനേ!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</a:rPr>
              <a:t>കായമെടുത്താദം പാപമേറ്റതിനെ മാറ്റുവാനായ്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മായ്മറ്റുള്ളോരു കുഞ്ഞാടായ് മണ്ണിതിൽ വന്ന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മന്നവനേ! യേശുനാഥനേ! </a:t>
            </a:r>
            <a:r>
              <a:rPr lang="en-US" sz="3200" b="1" dirty="0">
                <a:latin typeface="Kartika" panose="02020503030404060203" pitchFamily="18" charset="0"/>
              </a:rPr>
              <a:t>									</a:t>
            </a:r>
            <a:r>
              <a:rPr lang="ml-IN" sz="3200" b="1" dirty="0">
                <a:latin typeface="Kartika" panose="02020503030404060203" pitchFamily="18" charset="0"/>
              </a:rPr>
              <a:t>- യേശു....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361CC-C5CF-4060-BCCA-303DCF9E7F73}"/>
              </a:ext>
            </a:extLst>
          </p:cNvPr>
          <p:cNvSpPr/>
          <p:nvPr/>
        </p:nvSpPr>
        <p:spPr>
          <a:xfrm>
            <a:off x="-1" y="3657600"/>
            <a:ext cx="12200021" cy="312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Aayiramaayiram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vaanavar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Naayiram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periluththamane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Kaayameduthaatham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paapamettathine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maatuvaanai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Maayamattullhoru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kunjaadai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mannhithil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65674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58035"/>
            <a:ext cx="12192000" cy="1447800"/>
          </a:xfrm>
        </p:spPr>
        <p:txBody>
          <a:bodyPr anchor="t"/>
          <a:lstStyle/>
          <a:p>
            <a:pPr defTabSz="4000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 ശ്രീയേശു നാഥാ!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50214-901C-48F9-85D3-CDAE0B8EC2D7}"/>
              </a:ext>
            </a:extLst>
          </p:cNvPr>
          <p:cNvSpPr/>
          <p:nvPr/>
        </p:nvSpPr>
        <p:spPr>
          <a:xfrm>
            <a:off x="0" y="31827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Yeshu-naayakaa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6184864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200021" cy="29718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0"/>
              </a:spcAft>
              <a:defRPr/>
            </a:pP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spc="-150" dirty="0">
                <a:latin typeface="Kartika" panose="02020503030404060203" pitchFamily="18" charset="0"/>
              </a:rPr>
              <a:t>പാപമെല്ലാമൊഴിപ്പതിന്നായ്- പിതാവിൽ നിന്നും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താപമറ്റോരാണയിനാലേ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ശോഭനമായ് മുദ്രയിട്ടുള്ളോരു പടച്ചട്ട നീട്ടേ-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റ്റപ്പനിഷ്ടംചെയ് വതിനായി വന്നൊരു യേശു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ക്രിസ്തനേ! മഹാപുരോഹിതാ! </a:t>
            </a:r>
            <a:r>
              <a:rPr lang="en-US" sz="3200" b="1" dirty="0">
                <a:latin typeface="Kartika" panose="02020503030404060203" pitchFamily="18" charset="0"/>
              </a:rPr>
              <a:t>						</a:t>
            </a:r>
            <a:r>
              <a:rPr lang="ml-IN" sz="3200" b="1" dirty="0">
                <a:latin typeface="Kartika" panose="02020503030404060203" pitchFamily="18" charset="0"/>
              </a:rPr>
              <a:t>- യേശു....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361CC-C5CF-4060-BCCA-303DCF9E7F73}"/>
              </a:ext>
            </a:extLst>
          </p:cNvPr>
          <p:cNvSpPr/>
          <p:nvPr/>
        </p:nvSpPr>
        <p:spPr>
          <a:xfrm>
            <a:off x="-1" y="3657600"/>
            <a:ext cx="12200021" cy="312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Paapanellanozhippathinai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pithaavil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Thaapamattorranhayinaale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Shobhanamai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mudrayittullhoru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padachatta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neette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ttappanishtam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cheyvathinayi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purohithaa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01194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58035"/>
            <a:ext cx="12192000" cy="1447800"/>
          </a:xfrm>
        </p:spPr>
        <p:txBody>
          <a:bodyPr anchor="t"/>
          <a:lstStyle/>
          <a:p>
            <a:pPr defTabSz="4000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 ശ്രീയേശു നാഥാ!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50214-901C-48F9-85D3-CDAE0B8EC2D7}"/>
              </a:ext>
            </a:extLst>
          </p:cNvPr>
          <p:cNvSpPr/>
          <p:nvPr/>
        </p:nvSpPr>
        <p:spPr>
          <a:xfrm>
            <a:off x="0" y="31827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Yeshu-naayakaa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7780944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200021" cy="29718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0"/>
              </a:spcAft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</a:rPr>
              <a:t>പാതകനാകുന്ന സാത്താനെ- ജയിപ്പതിന്നു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യൂദകുല ശേഖരനായി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</a:rPr>
              <a:t>ബേതലേമെന്നൂരതിൽ- ദാവീദി നില്ലം തന്നിലുള്ള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കന്നിമേരി തന്നുദരത്തിൽ - വന്നുപിറന്ന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യേശുമഹാ രാജ രാജനേ!</a:t>
            </a:r>
            <a:r>
              <a:rPr lang="en-US" sz="3200" b="1" dirty="0">
                <a:latin typeface="Kartika" panose="02020503030404060203" pitchFamily="18" charset="0"/>
              </a:rPr>
              <a:t>									</a:t>
            </a:r>
            <a:r>
              <a:rPr lang="ml-IN" sz="3200" b="1" dirty="0">
                <a:latin typeface="Kartika" panose="02020503030404060203" pitchFamily="18" charset="0"/>
              </a:rPr>
              <a:t> - യേശു....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361CC-C5CF-4060-BCCA-303DCF9E7F73}"/>
              </a:ext>
            </a:extLst>
          </p:cNvPr>
          <p:cNvSpPr/>
          <p:nvPr/>
        </p:nvSpPr>
        <p:spPr>
          <a:xfrm>
            <a:off x="-1" y="3657600"/>
            <a:ext cx="12200021" cy="312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Paathakanaakunna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saathaane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jayippathinnu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Yoodakulashekharanaayi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Bethelemennoorathil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daaveedinillam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thannillullha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Kannimeri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thannudarathil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vannupirhanna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Yeshumahaa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raajaraajane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298588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58035"/>
            <a:ext cx="12192000" cy="1447800"/>
          </a:xfrm>
        </p:spPr>
        <p:txBody>
          <a:bodyPr anchor="t"/>
          <a:lstStyle/>
          <a:p>
            <a:pPr defTabSz="4000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 ശ്രീയേശു നാഥാ!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50214-901C-48F9-85D3-CDAE0B8EC2D7}"/>
              </a:ext>
            </a:extLst>
          </p:cNvPr>
          <p:cNvSpPr/>
          <p:nvPr/>
        </p:nvSpPr>
        <p:spPr>
          <a:xfrm>
            <a:off x="0" y="31827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Yeshu-naayakaa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65198014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200021" cy="29718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0"/>
              </a:spcAft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</a:rPr>
              <a:t>ജ്ഞാനമറ്റുള്ളോരു ലോകത്തി-ന്നിരുളകറ്റി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വാന രാജ്യത്തിൻ രഹസ്യങ്ങൾ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മാനവരിന്നുള്ളിലാക്കി ദീനമൊക്കെ ഭേദമാക്കി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ഹീനരെ ചേർത്തു സുവിശേഷം എളിയവർക്ക്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തന്ന യേശുവേ! പ്രവാചകാ! </a:t>
            </a:r>
            <a:r>
              <a:rPr lang="en-US" sz="3200" b="1" dirty="0">
                <a:latin typeface="Kartika" panose="02020503030404060203" pitchFamily="18" charset="0"/>
              </a:rPr>
              <a:t>									</a:t>
            </a:r>
            <a:r>
              <a:rPr lang="ml-IN" sz="3200" b="1" dirty="0">
                <a:latin typeface="Kartika" panose="02020503030404060203" pitchFamily="18" charset="0"/>
              </a:rPr>
              <a:t>- യേശു....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361CC-C5CF-4060-BCCA-303DCF9E7F73}"/>
              </a:ext>
            </a:extLst>
          </p:cNvPr>
          <p:cNvSpPr/>
          <p:nvPr/>
        </p:nvSpPr>
        <p:spPr>
          <a:xfrm>
            <a:off x="-1" y="3657600"/>
            <a:ext cx="12200021" cy="312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Gnaanamattullhoru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lokathi-nnirulhakatti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Vaanaraajyathin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rahasyangalh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Maanavarinnulhillakki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deenamokke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bhedamaakki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Heenare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suvishesham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elhiyavarkku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Pravaachakaa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1741176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58035"/>
            <a:ext cx="12192000" cy="1447800"/>
          </a:xfrm>
        </p:spPr>
        <p:txBody>
          <a:bodyPr anchor="t"/>
          <a:lstStyle/>
          <a:p>
            <a:pPr defTabSz="4000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 ശ്രീയേശു നാഥാ!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50214-901C-48F9-85D3-CDAE0B8EC2D7}"/>
              </a:ext>
            </a:extLst>
          </p:cNvPr>
          <p:cNvSpPr/>
          <p:nvPr/>
        </p:nvSpPr>
        <p:spPr>
          <a:xfrm>
            <a:off x="0" y="31827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Yeshu-naayakaa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69682375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200021" cy="2971800"/>
          </a:xfrm>
        </p:spPr>
        <p:txBody>
          <a:bodyPr anchor="t"/>
          <a:lstStyle/>
          <a:p>
            <a:pPr algn="l" defTabSz="400050">
              <a:lnSpc>
                <a:spcPct val="125000"/>
              </a:lnSpc>
              <a:spcAft>
                <a:spcPts val="0"/>
              </a:spcAft>
              <a:defRPr/>
            </a:pPr>
            <a:r>
              <a:rPr lang="ml-IN" sz="3200" b="1" dirty="0">
                <a:latin typeface="Kartika" panose="02020503030404060203" pitchFamily="18" charset="0"/>
              </a:rPr>
              <a:t>6	എളിയ ശിഷ്യർക്കമലനാത്മാവേ- നൽകുവാൻ സ്വർഗ്ഗ-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സ്ഥലപിതാവിൻ വലമമർന്നോനേ!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   </a:t>
            </a:r>
            <a:r>
              <a:rPr lang="ml-IN" sz="3200" b="1" dirty="0">
                <a:latin typeface="Kartika" panose="02020503030404060203" pitchFamily="18" charset="0"/>
              </a:rPr>
              <a:t>പുഴുവതായോരടിയനു നിൻ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കഴലിണത്താരഭയമാണെ	കരളലിഞ്ഞു കൃപയിൽ നടത്തി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- നീ വരുന്നേരം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കനകലോകം ചേർത്തു കൊള്ളുക </a:t>
            </a:r>
            <a:r>
              <a:rPr lang="en-US" sz="3200" b="1" dirty="0">
                <a:latin typeface="Kartika" panose="02020503030404060203" pitchFamily="18" charset="0"/>
              </a:rPr>
              <a:t>					</a:t>
            </a:r>
            <a:r>
              <a:rPr lang="ml-IN" sz="3200" b="1" dirty="0">
                <a:latin typeface="Kartika" panose="02020503030404060203" pitchFamily="18" charset="0"/>
              </a:rPr>
              <a:t>- യേശു....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361CC-C5CF-4060-BCCA-303DCF9E7F73}"/>
              </a:ext>
            </a:extLst>
          </p:cNvPr>
          <p:cNvSpPr/>
          <p:nvPr/>
        </p:nvSpPr>
        <p:spPr>
          <a:xfrm>
            <a:off x="-1" y="3657600"/>
            <a:ext cx="12200021" cy="312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Elhiya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shishyarkkamalan-aathmave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Sthalapithaavin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valamamarnnone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Puzhuvathaayor-adiyanu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kazhalinhaththaarabhayamaanhe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Karalhalinju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nadaththi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nee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varunneram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Kanaka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kollhuka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51895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6766"/>
            <a:ext cx="12192000" cy="1447800"/>
          </a:xfrm>
        </p:spPr>
        <p:txBody>
          <a:bodyPr anchor="t"/>
          <a:lstStyle/>
          <a:p>
            <a:pPr defTabSz="4000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 ശ്രീയേശു നാഥാ!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യേശുദേവാ! യേശുനായകാ!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50214-901C-48F9-85D3-CDAE0B8EC2D7}"/>
              </a:ext>
            </a:extLst>
          </p:cNvPr>
          <p:cNvSpPr/>
          <p:nvPr/>
        </p:nvSpPr>
        <p:spPr>
          <a:xfrm>
            <a:off x="0" y="31827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Yeshu-naayakaa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21523-29B1-4E4B-B8A7-FB48E5901BD6}"/>
              </a:ext>
            </a:extLst>
          </p:cNvPr>
          <p:cNvSpPr/>
          <p:nvPr/>
        </p:nvSpPr>
        <p:spPr>
          <a:xfrm>
            <a:off x="9176431" y="2115234"/>
            <a:ext cx="3015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(യുസ്തുസ് യൌസേഫ്)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6EE7C7-C0BC-4459-9ECD-C73839CDBA27}"/>
              </a:ext>
            </a:extLst>
          </p:cNvPr>
          <p:cNvSpPr/>
          <p:nvPr/>
        </p:nvSpPr>
        <p:spPr>
          <a:xfrm>
            <a:off x="9591544" y="4608748"/>
            <a:ext cx="24070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sz="2000" i="1" dirty="0" err="1">
                <a:solidFill>
                  <a:srgbClr val="000000"/>
                </a:solidFill>
                <a:latin typeface="Arial" panose="020B0604020202020204" pitchFamily="34" charset="0"/>
              </a:rPr>
              <a:t>Yusthus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Arial" panose="020B0604020202020204" pitchFamily="34" charset="0"/>
              </a:rPr>
              <a:t>Youseph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63874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262</Words>
  <Application>Microsoft Office PowerPoint</Application>
  <PresentationFormat>Widescreen</PresentationFormat>
  <Paragraphs>80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 യേശുദേവാ! യേശുനായകാ! ശ്രീയേശു നാഥാ!  യേശുദേവാ! യേശുനായകാ!</vt:lpstr>
      <vt:lpstr>1 ദാസരിന്നഴലൊഴിച്ചുള്ളിൽ - ആനന്ദമേകും  യേശുവേ! കൃപയിന്നഴകേ!  നാശലോകത്തിൽ മനുഷ്യ-നായുദിച്ചമെയ് വെളിച്ചം  വീശുമതി ശോഭയുള്ളോരു -വെളിച്ചമതിൻ  ഈശനേ! യേശു നായകനേ!         - യേശു....</vt:lpstr>
      <vt:lpstr>44 യേശുദേവാ! യേശുനായകാ!</vt:lpstr>
      <vt:lpstr> യേശുദേവാ! യേശുനായകാ! ശ്രീയേശു നാഥാ!  യേശുദേവാ! യേശുനായകാ!</vt:lpstr>
      <vt:lpstr>2 ആയിരമായിരം വാനവർ വണങ്ങും പതി-  നായിരം പേരിലുത്തമനേ!  കായമെടുത്താദം പാപമേറ്റതിനെ മാറ്റുവാനായ്  മായ്മറ്റുള്ളോരു കുഞ്ഞാടായ് മണ്ണിതിൽ വന്ന  മന്നവനേ! യേശുനാഥനേ!          - യേശു....</vt:lpstr>
      <vt:lpstr> യേശുദേവാ! യേശുനായകാ! ശ്രീയേശു നാഥാ!  യേശുദേവാ! യേശുനായകാ!</vt:lpstr>
      <vt:lpstr>3 പാപമെല്ലാമൊഴിപ്പതിന്നായ്- പിതാവിൽ നിന്നും  താപമറ്റോരാണയിനാലേ  ശോഭനമായ് മുദ്രയിട്ടുള്ളോരു പടച്ചട്ട നീട്ടേ-  റ്റപ്പനിഷ്ടംചെയ് വതിനായി വന്നൊരു യേശു  ക്രിസ്തനേ! മഹാപുരോഹിതാ!       - യേശു....</vt:lpstr>
      <vt:lpstr> യേശുദേവാ! യേശുനായകാ! ശ്രീയേശു നാഥാ!  യേശുദേവാ! യേശുനായകാ!</vt:lpstr>
      <vt:lpstr>4 പാതകനാകുന്ന സാത്താനെ- ജയിപ്പതിന്നു  യൂദകുല ശേഖരനായി  ബേതലേമെന്നൂരതിൽ- ദാവീദി നില്ലം തന്നിലുള്ള   കന്നിമേരി തന്നുദരത്തിൽ - വന്നുപിറന്ന   യേശുമഹാ രാജ രാജനേ!          - യേശു....</vt:lpstr>
      <vt:lpstr> യേശുദേവാ! യേശുനായകാ! ശ്രീയേശു നാഥാ!  യേശുദേവാ! യേശുനായകാ!</vt:lpstr>
      <vt:lpstr>5 ജ്ഞാനമറ്റുള്ളോരു ലോകത്തി-ന്നിരുളകറ്റി  വാന രാജ്യത്തിൻ രഹസ്യങ്ങൾ  മാനവരിന്നുള്ളിലാക്കി ദീനമൊക്കെ ഭേദമാക്കി  ഹീനരെ ചേർത്തു സുവിശേഷം എളിയവർക്ക്  തന്ന യേശുവേ! പ്രവാചകാ!          - യേശു....</vt:lpstr>
      <vt:lpstr> യേശുദേവാ! യേശുനായകാ! ശ്രീയേശു നാഥാ!  യേശുദേവാ! യേശുനായകാ!</vt:lpstr>
      <vt:lpstr>6 എളിയ ശിഷ്യർക്കമലനാത്മാവേ- നൽകുവാൻ സ്വർഗ്ഗ-  സ്ഥലപിതാവിൻ വലമമർന്നോനേ!    പുഴുവതായോരടിയനു നിൻ കഴലിണത്താരഭയമാണെ കരളലിഞ്ഞു കൃപയിൽ നടത്തി - നീ വരുന്നേരം  കനകലോകം ചേർത്തു കൊള്ളുക      - യേശു....</vt:lpstr>
      <vt:lpstr> യേശുദേവാ! യേശുനായകാ! ശ്രീയേശു നാഥാ!  യേശുദേവാ! യേശുനായകാ!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Yeshudeva yeshunayaka</dc:title>
  <dc:creator>Digital Input:;GM JOHN</dc:creator>
  <cp:lastModifiedBy>Acsah Mathews</cp:lastModifiedBy>
  <cp:revision>300</cp:revision>
  <dcterms:created xsi:type="dcterms:W3CDTF">2013-04-19T09:19:07Z</dcterms:created>
  <dcterms:modified xsi:type="dcterms:W3CDTF">2018-10-29T13:24:38Z</dcterms:modified>
</cp:coreProperties>
</file>