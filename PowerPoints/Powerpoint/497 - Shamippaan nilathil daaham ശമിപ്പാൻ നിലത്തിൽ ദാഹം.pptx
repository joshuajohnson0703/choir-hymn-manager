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5B012-9BEE-4F20-A9D3-FCF21BE9A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44B29-586A-4E3B-8705-BE6A71DFC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E1CC-5320-49A2-A8A7-6A55B9E0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92F1-921A-4A25-928A-5A8A8488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7810-69A2-4D41-AC7D-E1269659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6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74D6-A648-4E08-A430-699CD77A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64D7-8311-4F2E-B98E-22918FEB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2A4F6-9E41-43E7-A141-B9E932F0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E738-11E9-4F3F-8D78-D791264B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E8EBD-6135-4E5F-9E12-1EF40AD6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7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7089-0C21-489D-B2BC-EBA87970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F8BEC-C679-4DB8-B776-E7A5E702D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6CD64-F23F-4F18-8170-5A06C899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9AEAF-7A9D-4D43-92C4-6E665BE1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63C4-6296-49B0-A630-DD233342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8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EBB1E-5667-4FB6-B2AA-EF239E78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29AA-D8E7-4677-B8EA-BB06946B4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9A250-7CFC-4B68-8FD8-E02AB2C2C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03970-2004-4F1E-9FF2-35C8A1BF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9712C-0FB9-44B9-B7A4-3A861EA9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5B41C-3DCB-43F4-BE07-2EEC8082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2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FA2A-4561-4297-AA12-83BF5BC5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5C99B-D16E-48E1-BCB3-C95FCE09C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C859A-307E-431E-97CF-2550C3FA1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39669-D5A0-4906-8D22-CD34FF7BD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C4BA1-F47B-4EBE-B9D3-853C61331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1E69E-C8B2-4FFE-B150-C74F876F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9AEDB-5A93-41AF-B235-6E1DD59E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1F48C-D13E-4205-8F33-6BEE0A80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2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4870-4F83-487F-979A-BBECA7B6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6E7AC-9EBF-47B7-87AE-5F9EDA95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F985-6CEE-4211-8ABA-52FF9288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FE93E-6B96-4636-BE09-A8E07E9E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2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98C02-1B63-4472-AB59-15B11ED0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21E46-7264-4B9D-A6F4-965B723B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FA16-75E5-4E70-A51F-AF89579A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C7DF-0266-4411-AABB-9BAA7B87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F034C-F19F-4622-B835-1D54E7FC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5B141-5635-46DD-8B04-4574EDFB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51CF0-F8A4-46FE-9431-3E7DA0F5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08450-55F2-46EE-A851-D28DE186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961C3-F2C8-47C3-9E70-FDECEAC7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F9A0-8D7B-4065-9D0F-B84D27CA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DA2E7-5E51-4B3C-8204-27D209831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B562C-C25A-4D7B-9967-6546966A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1F007-9A88-4619-BF2F-3148FAA6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936D-B1F7-42BD-BC38-73C46AEB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B9F1E-57AD-4F25-9D30-ECE0ACF4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1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55A3-963A-4D30-9A2A-2F0DCFA2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210FC-8FA1-4FB1-8799-8EC05073F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1D7B4-B9DB-4D99-A8F8-E58F1635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A413-A5C9-4AC4-9B1E-69249A54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11AD-251F-4B04-BAA1-82113181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5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79328-7C6D-437F-A6FB-BFBFB7B9A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635A-B4A7-42BD-83D8-0567234BD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68B4-8700-4298-A4D2-B1098EF7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0904-EF6B-4A5A-8E27-63EBD7B1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DD9B-C622-4F85-856D-D4D977EE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5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841DE-2219-4C06-8CCB-CBFECFF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B059A-8C40-4B96-80EE-81C91B468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F4C31-F3A1-4FD3-AD8B-F76E9D8E2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181B0-55BE-45B5-B640-EC97A7128D9E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72C35-ECA0-4559-855E-2D06F9C5B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71EBC-9F31-446B-850A-185ECD0B1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A9016-2D52-4879-8CF1-750095F78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497</a:t>
            </a:r>
            <a:br>
              <a:rPr lang="en-US" dirty="0"/>
            </a:br>
            <a:r>
              <a:rPr lang="ml-IN" b="1">
                <a:solidFill>
                  <a:srgbClr val="000000"/>
                </a:solidFill>
                <a:latin typeface="Kartika" panose="02020503030404060203" pitchFamily="18" charset="0"/>
              </a:rPr>
              <a:t>ശമിപ്പാൻ നിലത്തിൽ ദാഹം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93002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Shamippaan </a:t>
            </a:r>
            <a:r>
              <a:rPr lang="en-US" sz="4000" b="1" dirty="0" err="1">
                <a:solidFill>
                  <a:srgbClr val="002060"/>
                </a:solidFill>
              </a:rPr>
              <a:t>nilaththil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daaham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Lord, I hear the showers of blessing – </a:t>
            </a:r>
            <a:r>
              <a:rPr lang="en-US" sz="3700" i="1" dirty="0">
                <a:solidFill>
                  <a:srgbClr val="002060"/>
                </a:solidFill>
              </a:rPr>
              <a:t>Mrs. </a:t>
            </a:r>
            <a:r>
              <a:rPr lang="en-US" sz="3700" i="1" dirty="0" err="1">
                <a:solidFill>
                  <a:srgbClr val="002060"/>
                </a:solidFill>
              </a:rPr>
              <a:t>Kodner</a:t>
            </a:r>
            <a:r>
              <a:rPr lang="en-US" sz="3700" i="1" dirty="0">
                <a:solidFill>
                  <a:srgbClr val="002060"/>
                </a:solidFill>
              </a:rPr>
              <a:t>, W.B. Bradbury</a:t>
            </a:r>
            <a:endParaRPr lang="en-US" sz="3700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ശമിപ്പാൻ നിലത്തിൽ ദാഹം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മാരി ധാരാളം കർത്താ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വർഷിച്ചതു കേൾക്കുന്നേന്‍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പെയ്യട്ടാശ്ശിസെന്‍മേലും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എനിക്കും എനിക്കും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ചാറ്റലെങ്കിലും വേണം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Shamippaan </a:t>
            </a:r>
            <a:r>
              <a:rPr lang="en-US" sz="3600" b="1" dirty="0" err="1">
                <a:solidFill>
                  <a:srgbClr val="002060"/>
                </a:solidFill>
              </a:rPr>
              <a:t>nilaththil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Maari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dhaaralham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karththa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</a:rPr>
              <a:t>varshichathu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kelhkkunnen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Peyyattaashisen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melum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enikkum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Chaattalenkilum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venham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കടന്നുപോകല്ലേ താതാ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ഹൃത്തോ പാപം തന്നെ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നീ വെടികിലും നിന്‍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കാരുണ്യം വർഷിക്കെന്മേല്‍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എന്‍മേലും എന്‍മേലും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കാരുണ്യം വർഷിക്കെന്മേല്‍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Kadannu </a:t>
            </a:r>
            <a:r>
              <a:rPr lang="en-US" sz="3600" b="1" dirty="0" err="1">
                <a:solidFill>
                  <a:srgbClr val="002060"/>
                </a:solidFill>
              </a:rPr>
              <a:t>pokalle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thaathaa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hriththo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paapam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thanne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vedikilum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Kaarunhyam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varshikkenmel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Enmelum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enmelum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Kaarunhyam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varshikkenmel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12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കൈവിടല്ലേ, നല്‍ രക്ഷകാ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 ഞാൻ സ്നേഹിക്കട്ടെ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കൃപയ്ക്കായ് വാഞ്ചിക്കുന്നേന്‍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ക്ഷണിക്കെന്നെയും കൂടെ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എന്നെയും എന്നെയും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ക്ഷണിക്കെന്നെയും കൂടെ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Kaividalle</a:t>
            </a:r>
            <a:r>
              <a:rPr lang="en-US" sz="3600" b="1" dirty="0">
                <a:solidFill>
                  <a:srgbClr val="002060"/>
                </a:solidFill>
              </a:rPr>
              <a:t>, </a:t>
            </a:r>
            <a:r>
              <a:rPr lang="en-US" sz="3600" b="1" dirty="0" err="1">
                <a:solidFill>
                  <a:srgbClr val="002060"/>
                </a:solidFill>
              </a:rPr>
              <a:t>nal-rakshakaa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snehikkatte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kripakkaai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vaanjikkunnen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Kshanhikk-enneyum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Kshanhikk-enneyum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049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കൈവിടല്ലേ ദൈവാത്മാവേ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പൊട്ടക്കണ്‍‌ തുറക്കും നീ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യേശുവിനു സാക്ഷി നീ താൻ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ശക്തിയേറും വാക്കു ചൊല്‍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എന്നോടും എന്നോടും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ശക്തിയേറും വാക്കു ചൊല്‍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Kaividalle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daivaathmaave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Pottakkanh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thurakkum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Yeshuvinu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saakshi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Shakthiyerhum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Ennodum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ennodum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Shakthiyerhum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9305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ദൈവസ്നേഹം ശുദ്ധം നിത്യം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ക്രിസ്തു രക്തം ധാരാളം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ദൈവകൃപ എത്ര ശക്തി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വർദ്ധിപ്പിക്കെന്നില്‍ ഇവ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എന്നിലും എന്നിലും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വർദ്ധിപ്പിക്കെന്നില്‍ ഇവ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Daivasneham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shudham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nithyam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Kristhu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dharalham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Daivakripa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shakthi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Vardhippikkennil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iva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ennilum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Vardhippikkennil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iva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2911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543818"/>
            <a:ext cx="12192000" cy="367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കൈവിടില്ലെന്നെ തിരിച്ചു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ചേർക്കുകെന്‍ ചിത്തം നിന്നിൽ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ജീവന്നുറവൊഴുക്കുമ്പോള്‍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ആശീർവ്വദിക്കെന്നെയും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എന്നെയും എന്നെയും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ആശീർവ്വദിക്കെന്നെയും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012139"/>
            <a:ext cx="12192000" cy="38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Kaividallenne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thirichu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Cherkkuken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chiththam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ninnil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Jeevannurha-vozhukkumbolh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Aashirvadikkenneyum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enneyum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Aashirvadikkenneyum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3916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1495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211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497 ശമിപ്പാൻ നിലത്തിൽ ദാഹം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Shamippan nilathil daaham</dc:title>
  <dc:creator>Acsah Mathews</dc:creator>
  <cp:lastModifiedBy>Acsah Mathews</cp:lastModifiedBy>
  <cp:revision>1</cp:revision>
  <dcterms:created xsi:type="dcterms:W3CDTF">2018-12-03T16:29:27Z</dcterms:created>
  <dcterms:modified xsi:type="dcterms:W3CDTF">2018-12-03T16:33:58Z</dcterms:modified>
</cp:coreProperties>
</file>