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3" r:id="rId4"/>
    <p:sldId id="274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FF88E-9555-4BAB-B4B6-D1C4A810B12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3897-978F-4886-92A8-8EEDC8FFC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A970C-EEE5-4AD8-85BB-4C31E08D940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33B08-FD27-4A50-AB52-42EAE919A2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669E2-A225-436F-BE5D-4B88ED7580E7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E85D4-1547-4346-B26B-95851589DF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9CF35-E04C-4BD6-8DD5-7E7F01EF9359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A5331-1446-40B4-9971-162B3917AE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4D22A-38DA-4A96-937E-629DEE7E9F91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13691-7BEA-472E-AC80-9A53D58A0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77136-1EEC-46C2-AF2C-17F7973EB91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CDC04-10ED-470A-80FB-965580E082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3FA47-EDCA-46EE-BE2D-8477B54FE870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8A9B8-8E69-4412-8FA2-2CBF6BFCC5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109BF-8F68-4102-93DC-A7243E3A8BBF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8145E-E914-47BE-9C0C-24D34460B4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C9587-E9E3-448E-A9DB-1AE99AB291F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3D367-7709-4EB8-85CD-854515637F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5FD90-CB1A-4087-955C-201ADA4684BA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2F1F8-C196-4037-A540-BEBEF231EF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4E4BB-9A62-456F-90BA-E92B838474E5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AD2E4-3666-431C-9D1A-E6A708FB00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CBE4DC3-E975-42E2-82E1-6226019BFC08}" type="datetimeFigureOut">
              <a:rPr lang="en-US"/>
              <a:pPr>
                <a:defRPr/>
              </a:pPr>
              <a:t>10/29/2018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9B8898-291E-4427-AF79-74ECFA9452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412A-858E-4E29-8272-F9485F005E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യേശുവിനെ സ്തുതി നീ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F63A7-6947-449E-8ABE-1C5D41EAE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sz="4000" b="1" dirty="0">
                <a:solidFill>
                  <a:schemeClr val="tx2">
                    <a:lumMod val="75000"/>
                  </a:schemeClr>
                </a:solidFill>
              </a:rPr>
              <a:t>Yeshuvine sthuthi nee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22075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95400"/>
            <a:ext cx="12192000" cy="25146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ചരണങ്ങൾ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നാശമില്ലാ സ്വർഗ്ഗ വാസിയാം ദൈവ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നന്ദനനാം പരമേശ്വരനായ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-യേശു...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നാകഭൂനരകത്രിലോ-കസൃഷ്ടാനര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ദേഹികൾക്കൊരു നവലോകമുണ്ടാക്കും 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-യേശു...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C52A9-E520-4144-A5A9-93EA0EE3C3C9}"/>
              </a:ext>
            </a:extLst>
          </p:cNvPr>
          <p:cNvSpPr/>
          <p:nvPr/>
        </p:nvSpPr>
        <p:spPr>
          <a:xfrm>
            <a:off x="0" y="15365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 നീ എൻ മനമേ!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 നീ- ക്രിസ്തു..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3DC0D-BCE4-4403-B426-B52BEC02872E}"/>
              </a:ext>
            </a:extLst>
          </p:cNvPr>
          <p:cNvSpPr/>
          <p:nvPr/>
        </p:nvSpPr>
        <p:spPr>
          <a:xfrm>
            <a:off x="0" y="4826766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Naashamilla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swargavaasiyaam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Nandananaam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parameshwaranaaya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Naakabhoo-naraka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thriloka-srishtaanara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Dehikalhkkoru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navalokamundaakkum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44136-CEF2-43EC-B3F4-E091EC8F1BDD}"/>
              </a:ext>
            </a:extLst>
          </p:cNvPr>
          <p:cNvSpPr/>
          <p:nvPr/>
        </p:nvSpPr>
        <p:spPr>
          <a:xfrm>
            <a:off x="0" y="3810000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 sthuthi nee en maname! </a:t>
            </a:r>
          </a:p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438400"/>
            <a:ext cx="12192000" cy="1015663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പാപികൾക്കരുൾ തരുവാനിഹ വസിച്ചു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ദീപവഴിയെ നരർക്കാ-യിഹ തെളിച്ച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-യേശു...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C52A9-E520-4144-A5A9-93EA0EE3C3C9}"/>
              </a:ext>
            </a:extLst>
          </p:cNvPr>
          <p:cNvSpPr/>
          <p:nvPr/>
        </p:nvSpPr>
        <p:spPr>
          <a:xfrm>
            <a:off x="0" y="13716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 നീ എൻ മനമേ!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 നീ- ക്രിസ്തു..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3DC0D-BCE4-4403-B426-B52BEC02872E}"/>
              </a:ext>
            </a:extLst>
          </p:cNvPr>
          <p:cNvSpPr/>
          <p:nvPr/>
        </p:nvSpPr>
        <p:spPr>
          <a:xfrm>
            <a:off x="0" y="5689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Paapikalkkarulh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tharuvaaniha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vasichu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Deepavazhiye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nararkaayiha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thelhicha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44136-CEF2-43EC-B3F4-E091EC8F1BDD}"/>
              </a:ext>
            </a:extLst>
          </p:cNvPr>
          <p:cNvSpPr/>
          <p:nvPr/>
        </p:nvSpPr>
        <p:spPr>
          <a:xfrm>
            <a:off x="0" y="4724638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 sthuthi nee en maname! </a:t>
            </a:r>
          </a:p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7964F-72BF-4316-8986-E144EFA4B7FE}"/>
              </a:ext>
            </a:extLst>
          </p:cNvPr>
          <p:cNvSpPr/>
          <p:nvPr/>
        </p:nvSpPr>
        <p:spPr>
          <a:xfrm>
            <a:off x="0" y="355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ബേതലേ ജനിച്ചു നസ്രേ- തലേ വളർന്നു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    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യറുശലേമരിച്ചുയിർ-ശ്രേയസ്സോടു ധരിച്ച 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-യേശു...</a:t>
            </a:r>
            <a:endParaRPr lang="en-US" sz="3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81519C-6B30-424F-BB47-C395BEA9E0EC}"/>
              </a:ext>
            </a:extLst>
          </p:cNvPr>
          <p:cNvSpPr/>
          <p:nvPr/>
        </p:nvSpPr>
        <p:spPr>
          <a:xfrm>
            <a:off x="0" y="37014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Bethele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nasrethale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valharnnu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Yerushalemarichchuyir-shreyassodu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dharicha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1430976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438400"/>
            <a:ext cx="12192000" cy="1015663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വേദവചനപ്പൊരുൾ ബോധമാവാനും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ബാധക..വൈരി നിപാതനാവാനും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-യേശു...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C52A9-E520-4144-A5A9-93EA0EE3C3C9}"/>
              </a:ext>
            </a:extLst>
          </p:cNvPr>
          <p:cNvSpPr/>
          <p:nvPr/>
        </p:nvSpPr>
        <p:spPr>
          <a:xfrm>
            <a:off x="0" y="13716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 നീ എൻ മനമേ!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യേശുവിനെ സ്തുതി നീ- ക്രിസ്തു..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3DC0D-BCE4-4403-B426-B52BEC02872E}"/>
              </a:ext>
            </a:extLst>
          </p:cNvPr>
          <p:cNvSpPr/>
          <p:nvPr/>
        </p:nvSpPr>
        <p:spPr>
          <a:xfrm>
            <a:off x="0" y="5689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Vedavachanapporulh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bodhamaavanum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Baadhaka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vairi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nipaathanaavaanum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44136-CEF2-43EC-B3F4-E091EC8F1BDD}"/>
              </a:ext>
            </a:extLst>
          </p:cNvPr>
          <p:cNvSpPr/>
          <p:nvPr/>
        </p:nvSpPr>
        <p:spPr>
          <a:xfrm>
            <a:off x="0" y="4724638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nl-NL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 sthuthi nee en maname! </a:t>
            </a:r>
          </a:p>
          <a:p>
            <a:pPr algn="ct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Yeshuvine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-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7964F-72BF-4316-8986-E144EFA4B7FE}"/>
              </a:ext>
            </a:extLst>
          </p:cNvPr>
          <p:cNvSpPr/>
          <p:nvPr/>
        </p:nvSpPr>
        <p:spPr>
          <a:xfrm>
            <a:off x="0" y="3559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5.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ബോധിച്ച സകലവും സാധിച്ചീടാനും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  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മോദിച്ചു രക്ഷസമ്പാദിച്ചീടാനും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-യേശു...</a:t>
            </a:r>
            <a:endParaRPr lang="en-US" sz="30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81519C-6B30-424F-BB47-C395BEA9E0EC}"/>
              </a:ext>
            </a:extLst>
          </p:cNvPr>
          <p:cNvSpPr/>
          <p:nvPr/>
        </p:nvSpPr>
        <p:spPr>
          <a:xfrm>
            <a:off x="0" y="3701462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Bodhicha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sakalavum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saadhicheedanum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Modichu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sambaadicheedanum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3782A-9162-46D3-B509-2F2D1D6CFCD2}"/>
              </a:ext>
            </a:extLst>
          </p:cNvPr>
          <p:cNvSpPr/>
          <p:nvPr/>
        </p:nvSpPr>
        <p:spPr>
          <a:xfrm>
            <a:off x="10058400" y="3461576"/>
            <a:ext cx="213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08B1F2-8382-4BC7-90F9-E427E13D4FE9}"/>
              </a:ext>
            </a:extLst>
          </p:cNvPr>
          <p:cNvSpPr/>
          <p:nvPr/>
        </p:nvSpPr>
        <p:spPr>
          <a:xfrm>
            <a:off x="10058400" y="6317397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5906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122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51 യേശുവിനെ സ്തുതി നീ</vt:lpstr>
      <vt:lpstr>ചരണങ്ങൾ 1 നാശമില്ലാ സ്വർഗ്ഗ വാസിയാം ദൈവ  നന്ദനനാം പരമേശ്വരനായ         -യേശു...  2 നാകഭൂനരകത്രിലോ-കസൃഷ്ടാനര  ദേഹികൾക്കൊരു നവലോകമുണ്ടാക്കും    -യേശു...</vt:lpstr>
      <vt:lpstr>4 പാപികൾക്കരുൾ തരുവാനിഹ വസിച്ചു  ദീപവഴിയെ നരർക്കാ-യിഹ തെളിച്ച      -യേശു...</vt:lpstr>
      <vt:lpstr>6 വേദവചനപ്പൊരുൾ ബോധമാവാനും  ബാധക..വൈരി നിപാതനാവാനും      -യേശു...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Yeshuvine sthuthi nee</dc:title>
  <dc:creator>Digital Input:;GM JOHN</dc:creator>
  <cp:lastModifiedBy>Acsah Mathews</cp:lastModifiedBy>
  <cp:revision>196</cp:revision>
  <dcterms:created xsi:type="dcterms:W3CDTF">2013-04-19T09:19:07Z</dcterms:created>
  <dcterms:modified xsi:type="dcterms:W3CDTF">2018-10-29T14:24:25Z</dcterms:modified>
</cp:coreProperties>
</file>