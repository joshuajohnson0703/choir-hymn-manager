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83CBE-B1BF-424A-930A-C5D08CC98E1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E05DD-045E-40E4-AA35-F0F61EC3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EF593-1BB6-4B85-AE38-CB0A98A29C7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AE7DA-67E9-4FBC-93E7-5C2950D57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79480-8CEE-4AD0-AB76-AF76DFF15FD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1DA1C-94DC-4E2F-B62E-0664510260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8A022-154C-4267-8071-46A29F61ECC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9FF90-885B-4DDA-A8AA-553993CC1F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7915A-2E8B-47B1-94F8-051E8F78915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CFC95-C6EB-43F3-BCA5-5E857CD7B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DB9B0-6164-42F9-AD93-AEB591FC498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D8ECE-1601-4681-A184-DEAC0F98E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CB436-8835-41B3-A9FC-B06890DA3BB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7B0F5-07F8-4579-A5C8-33E51A4D8F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BF6B1-D27D-4615-8DD6-853B1AB7DF5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E87F1-465C-4904-BB43-8B3203BB37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646AD-A7AF-4CA2-9927-4502668C176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FE34E-0A69-4925-B995-D8EB0FE58B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B95B8-904E-44FA-9A2C-D01C74C167E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1E37C-4A51-4947-961B-9395A253CA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30478-5E7B-4C87-B97C-B24D79AE388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E169C-0B63-4971-8A62-DF34C91C08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C10FD86-B3BF-453E-AAAC-88070405297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839670-ED94-4872-B09F-B13D2ADDC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D8DCA-1813-409D-A361-A8FD2A84D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ദേഹം  മണ്ണാകും മുമ്പെ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A28AE-C492-4996-A07C-388BF0692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Deham </a:t>
            </a:r>
            <a:r>
              <a:rPr lang="en-US" sz="4000" b="1" dirty="0" err="1">
                <a:solidFill>
                  <a:schemeClr val="tx2"/>
                </a:solidFill>
              </a:rPr>
              <a:t>mannhaakum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8BB050-7980-49CD-BB88-1A19EF513FBC}"/>
              </a:ext>
            </a:extLst>
          </p:cNvPr>
          <p:cNvSpPr/>
          <p:nvPr/>
        </p:nvSpPr>
        <p:spPr>
          <a:xfrm>
            <a:off x="2438400" y="5162549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8D066-1E24-42DD-9745-225CC487F733}"/>
              </a:ext>
            </a:extLst>
          </p:cNvPr>
          <p:cNvSpPr/>
          <p:nvPr/>
        </p:nvSpPr>
        <p:spPr>
          <a:xfrm>
            <a:off x="8370099" y="5162549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2800427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660400"/>
            <a:ext cx="12191999" cy="2743200"/>
          </a:xfrm>
        </p:spPr>
        <p:txBody>
          <a:bodyPr anchor="t"/>
          <a:lstStyle/>
          <a:p>
            <a:pPr>
              <a:tabLst>
                <a:tab pos="461963" algn="l"/>
              </a:tabLst>
              <a:defRPr/>
            </a:pPr>
            <a:r>
              <a:rPr lang="ml-IN" sz="28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ദേഹം  മണ്ണാകും മുമ്പെ തേടിക്കൊൾ! ദൈവ-കൃപ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 വാഴ്ച - ഒടുങ്ങും കാലം വാഴുവാൻ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 രക്ഷാകരനാം - യേശുവേ - ചേർന്നുകൊൾക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A34DA-9C7C-4162-B3AA-7CA1646D76BD}"/>
              </a:ext>
            </a:extLst>
          </p:cNvPr>
          <p:cNvSpPr/>
          <p:nvPr/>
        </p:nvSpPr>
        <p:spPr>
          <a:xfrm>
            <a:off x="0" y="3750846"/>
            <a:ext cx="12191998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Deham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mannhaakum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thedikolh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Daiva-kripa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1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26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6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Lokavazhcha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odungum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rakshaakaranaam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chernnukolhka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1064270"/>
            <a:ext cx="12191997" cy="1754326"/>
          </a:xfrm>
        </p:spPr>
        <p:txBody>
          <a:bodyPr anchor="t"/>
          <a:lstStyle/>
          <a:p>
            <a:pPr algn="l">
              <a:tabLst>
                <a:tab pos="461963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ബാലത, കോമളത്വം - വാടും പൂവോടു തുല്യം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ബലവും രക്തത്തിളപ്പും സൗഖ്യവും എല്ലാം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പാരിൽ ആർക്കും ഉറപ്പാൻ - പാടുള്ളതല്ലയല്ലോ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A34DA-9C7C-4162-B3AA-7CA1646D76BD}"/>
              </a:ext>
            </a:extLst>
          </p:cNvPr>
          <p:cNvSpPr/>
          <p:nvPr/>
        </p:nvSpPr>
        <p:spPr>
          <a:xfrm>
            <a:off x="2" y="4014253"/>
            <a:ext cx="121919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Baalatha,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komalhathvam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poovodu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thulyam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Balavum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rakthathilhappum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soukhyavum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aarhkkum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urhappaan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paadullhathallayallo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BE4470-0B66-4919-87D5-D228CE6933F1}"/>
              </a:ext>
            </a:extLst>
          </p:cNvPr>
          <p:cNvSpPr/>
          <p:nvPr/>
        </p:nvSpPr>
        <p:spPr>
          <a:xfrm>
            <a:off x="25403" y="3011964"/>
            <a:ext cx="121919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ദേഹം  മണ്ണാകും മുമ്പെ തേടിക്കൊൾ! ദൈവ-കൃപ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1CD4D-9BF0-40CA-8249-54D6CE6EA3A6}"/>
              </a:ext>
            </a:extLst>
          </p:cNvPr>
          <p:cNvSpPr/>
          <p:nvPr/>
        </p:nvSpPr>
        <p:spPr>
          <a:xfrm>
            <a:off x="0" y="5797560"/>
            <a:ext cx="11579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mannhaakum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mumbe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thedikolh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Daiva-kripa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5ABD7-C9F9-47D5-90AA-D28432C97616}"/>
              </a:ext>
            </a:extLst>
          </p:cNvPr>
          <p:cNvSpPr/>
          <p:nvPr/>
        </p:nvSpPr>
        <p:spPr>
          <a:xfrm>
            <a:off x="0" y="361175"/>
            <a:ext cx="12191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latin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0888077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1064270"/>
            <a:ext cx="12191997" cy="1754326"/>
          </a:xfrm>
        </p:spPr>
        <p:txBody>
          <a:bodyPr anchor="t"/>
          <a:lstStyle/>
          <a:p>
            <a:pPr algn="l">
              <a:tabLst>
                <a:tab pos="461963" algn="l"/>
              </a:tabLst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രോഗങ്ങൾ അങ്ങുമിങ്ങും ദേഹത്തിൽ പാർത്തിടുന്നു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ഏകൻ കല്പ്പിച്ചീടുമ്പോൾ - ഏകാമായവ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വേഗം കൂടി ഞെരുക്കും - പോകും ജീവൻ അതിനാൽ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A34DA-9C7C-4162-B3AA-7CA1646D76BD}"/>
              </a:ext>
            </a:extLst>
          </p:cNvPr>
          <p:cNvSpPr/>
          <p:nvPr/>
        </p:nvSpPr>
        <p:spPr>
          <a:xfrm>
            <a:off x="2" y="4014253"/>
            <a:ext cx="121919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Rogangal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angumingum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paarthidunnu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kalpicheedumbolh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ekamaayava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njerukkum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athinaal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BE4470-0B66-4919-87D5-D228CE6933F1}"/>
              </a:ext>
            </a:extLst>
          </p:cNvPr>
          <p:cNvSpPr/>
          <p:nvPr/>
        </p:nvSpPr>
        <p:spPr>
          <a:xfrm>
            <a:off x="25403" y="3011964"/>
            <a:ext cx="121919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ദേഹം  മണ്ണാകും മുമ്പെ തേടിക്കൊൾ! ദൈവ-കൃപ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1CD4D-9BF0-40CA-8249-54D6CE6EA3A6}"/>
              </a:ext>
            </a:extLst>
          </p:cNvPr>
          <p:cNvSpPr/>
          <p:nvPr/>
        </p:nvSpPr>
        <p:spPr>
          <a:xfrm>
            <a:off x="0" y="5797560"/>
            <a:ext cx="11579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mannhaakum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mumbe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thedikolh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Daiva-kripa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5ABD7-C9F9-47D5-90AA-D28432C97616}"/>
              </a:ext>
            </a:extLst>
          </p:cNvPr>
          <p:cNvSpPr/>
          <p:nvPr/>
        </p:nvSpPr>
        <p:spPr>
          <a:xfrm>
            <a:off x="0" y="361175"/>
            <a:ext cx="12191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484294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1064270"/>
            <a:ext cx="12191997" cy="1754326"/>
          </a:xfrm>
        </p:spPr>
        <p:txBody>
          <a:bodyPr anchor="t"/>
          <a:lstStyle/>
          <a:p>
            <a:pPr algn="l">
              <a:tabLst>
                <a:tab pos="461963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ചുറ്റിലും ആപത്തുകൾ തുക ബഹുവായിങ്ങുണ്ടേ!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തെറ്റി നിൽപാൻ നിനക്കു – ശേഷിയില്ലയ്യോ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പറ്റിക്കൊൾ നീ പരനെ-ഭയന്നുകൊൾ നേരമെല്ലാം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A34DA-9C7C-4162-B3AA-7CA1646D76BD}"/>
              </a:ext>
            </a:extLst>
          </p:cNvPr>
          <p:cNvSpPr/>
          <p:nvPr/>
        </p:nvSpPr>
        <p:spPr>
          <a:xfrm>
            <a:off x="2" y="4014253"/>
            <a:ext cx="121919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Chuttilum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aapathukalh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bahuvaayingunde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sheshiyillayyo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Pattikolh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bhayannukolh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neramellaam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BE4470-0B66-4919-87D5-D228CE6933F1}"/>
              </a:ext>
            </a:extLst>
          </p:cNvPr>
          <p:cNvSpPr/>
          <p:nvPr/>
        </p:nvSpPr>
        <p:spPr>
          <a:xfrm>
            <a:off x="25403" y="3011964"/>
            <a:ext cx="121919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ദേഹം  മണ്ണാകും മുമ്പെ തേടിക്കൊൾ! ദൈവ-കൃപ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1CD4D-9BF0-40CA-8249-54D6CE6EA3A6}"/>
              </a:ext>
            </a:extLst>
          </p:cNvPr>
          <p:cNvSpPr/>
          <p:nvPr/>
        </p:nvSpPr>
        <p:spPr>
          <a:xfrm>
            <a:off x="0" y="5797560"/>
            <a:ext cx="11579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mannhaakum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mumbe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thedikolh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Daiva-kripa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5ABD7-C9F9-47D5-90AA-D28432C97616}"/>
              </a:ext>
            </a:extLst>
          </p:cNvPr>
          <p:cNvSpPr/>
          <p:nvPr/>
        </p:nvSpPr>
        <p:spPr>
          <a:xfrm>
            <a:off x="0" y="361175"/>
            <a:ext cx="12191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1169803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1064270"/>
            <a:ext cx="12191997" cy="1754326"/>
          </a:xfrm>
        </p:spPr>
        <p:txBody>
          <a:bodyPr anchor="t"/>
          <a:lstStyle/>
          <a:p>
            <a:pPr algn="l">
              <a:tabLst>
                <a:tab pos="461963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 മങ്ങിടും മുമ്പേ-കതകടച്ചിടും മുമ്പേ-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കായമെങ്ങും തരിച്ചു മരവിക്കും മുമ്പേ-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ബോധം നീങ്ങിടും മുമ്പേ-ഭീതി പിടികൂടും മുമ്പേ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A34DA-9C7C-4162-B3AA-7CA1646D76BD}"/>
              </a:ext>
            </a:extLst>
          </p:cNvPr>
          <p:cNvSpPr/>
          <p:nvPr/>
        </p:nvSpPr>
        <p:spPr>
          <a:xfrm>
            <a:off x="2" y="4014253"/>
            <a:ext cx="121919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Kaazhcha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mangidum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kaathadacheedum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Kaayamengum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tharichu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maravikkum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Bodham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neengidum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bheethi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pidikoodum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BE4470-0B66-4919-87D5-D228CE6933F1}"/>
              </a:ext>
            </a:extLst>
          </p:cNvPr>
          <p:cNvSpPr/>
          <p:nvPr/>
        </p:nvSpPr>
        <p:spPr>
          <a:xfrm>
            <a:off x="25403" y="3011964"/>
            <a:ext cx="121919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ദേഹം  മണ്ണാകും മുമ്പെ തേടിക്കൊൾ! ദൈവ-കൃപ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1CD4D-9BF0-40CA-8249-54D6CE6EA3A6}"/>
              </a:ext>
            </a:extLst>
          </p:cNvPr>
          <p:cNvSpPr/>
          <p:nvPr/>
        </p:nvSpPr>
        <p:spPr>
          <a:xfrm>
            <a:off x="0" y="5797560"/>
            <a:ext cx="11579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mannhaakum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mumbe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thedikolh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Daiva-kripa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5ABD7-C9F9-47D5-90AA-D28432C97616}"/>
              </a:ext>
            </a:extLst>
          </p:cNvPr>
          <p:cNvSpPr/>
          <p:nvPr/>
        </p:nvSpPr>
        <p:spPr>
          <a:xfrm>
            <a:off x="0" y="361175"/>
            <a:ext cx="12191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466239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1064270"/>
            <a:ext cx="12191997" cy="1754326"/>
          </a:xfrm>
        </p:spPr>
        <p:txBody>
          <a:bodyPr anchor="t"/>
          <a:lstStyle/>
          <a:p>
            <a:pPr algn="l">
              <a:tabLst>
                <a:tab pos="461963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ക്രൂരപ്പേക്കൂട്ടം വന്നു-കൊണ്ടുപോയിടും മുമ്പേ-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ഘോര പാതാളത്തീയിൽ - വീണു പോംമുമ്പേ-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കാരുണ്യ കർത്തൻ യേശു - നാഥനെ ചേർന്നുകൊൾക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A34DA-9C7C-4162-B3AA-7CA1646D76BD}"/>
              </a:ext>
            </a:extLst>
          </p:cNvPr>
          <p:cNvSpPr/>
          <p:nvPr/>
        </p:nvSpPr>
        <p:spPr>
          <a:xfrm>
            <a:off x="2" y="4014253"/>
            <a:ext cx="121919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Kroorapekkoottam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kondupoyidum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Ghorapaathalhatheeyil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Kaarunhya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naadhane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chernnukolhka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BE4470-0B66-4919-87D5-D228CE6933F1}"/>
              </a:ext>
            </a:extLst>
          </p:cNvPr>
          <p:cNvSpPr/>
          <p:nvPr/>
        </p:nvSpPr>
        <p:spPr>
          <a:xfrm>
            <a:off x="25403" y="3011964"/>
            <a:ext cx="121919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ദേഹം  മണ്ണാകും മുമ്പെ തേടിക്കൊൾ! ദൈവ-കൃപ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1CD4D-9BF0-40CA-8249-54D6CE6EA3A6}"/>
              </a:ext>
            </a:extLst>
          </p:cNvPr>
          <p:cNvSpPr/>
          <p:nvPr/>
        </p:nvSpPr>
        <p:spPr>
          <a:xfrm>
            <a:off x="0" y="5797560"/>
            <a:ext cx="11579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mannhaakum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mumbe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thedikolh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Daiva-kripa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5ABD7-C9F9-47D5-90AA-D28432C97616}"/>
              </a:ext>
            </a:extLst>
          </p:cNvPr>
          <p:cNvSpPr/>
          <p:nvPr/>
        </p:nvSpPr>
        <p:spPr>
          <a:xfrm>
            <a:off x="0" y="361175"/>
            <a:ext cx="12191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1296838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200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162 ദേഹം  മണ്ണാകും മുമ്പെ</vt:lpstr>
      <vt:lpstr>പല്ലവി ദേഹം  മണ്ണാകും മുമ്പെ തേടിക്കൊൾ! ദൈവ-കൃപ   അനുപല്ലവി ലോക വാഴ്ച - ഒടുങ്ങും കാലം വാഴുവാൻ  ഏക രക്ഷാകരനാം - യേശുവേ - ചേർന്നുകൊൾക  </vt:lpstr>
      <vt:lpstr>ബാലത, കോമളത്വം - വാടും പൂവോടു തുല്യം ബലവും രക്തത്തിളപ്പും സൗഖ്യവും എല്ലാം പാരിൽ ആർക്കും ഉറപ്പാൻ - പാടുള്ളതല്ലയല്ലോ</vt:lpstr>
      <vt:lpstr>രോഗങ്ങൾ അങ്ങുമിങ്ങും ദേഹത്തിൽ പാർത്തിടുന്നു ഏകൻ കല്പ്പിച്ചീടുമ്പോൾ - ഏകാമായവ വേഗം കൂടി ഞെരുക്കും - പോകും ജീവൻ അതിനാൽ</vt:lpstr>
      <vt:lpstr>ചുറ്റിലും ആപത്തുകൾ തുക ബഹുവായിങ്ങുണ്ടേ! തെറ്റി നിൽപാൻ നിനക്കു – ശേഷിയില്ലയ്യോ പറ്റിക്കൊൾ നീ പരനെ-ഭയന്നുകൊൾ നേരമെല്ലാം</vt:lpstr>
      <vt:lpstr>കാഴ്ച മങ്ങിടും മുമ്പേ-കതകടച്ചിടും മുമ്പേ- കായമെങ്ങും തരിച്ചു മരവിക്കും മുമ്പേ- ബോധം നീങ്ങിടും മുമ്പേ-ഭീതി പിടികൂടും മുമ്പേ </vt:lpstr>
      <vt:lpstr>ക്രൂരപ്പേക്കൂട്ടം വന്നു-കൊണ്ടുപോയിടും മുമ്പേ- ഘോര പാതാളത്തീയിൽ - വീണു പോംമുമ്പേ- കാരുണ്യ കർത്തൻ യേശു - നാഥനെ ചേർന്നുകൊൾക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Deham mannakum mumbe</dc:title>
  <dc:creator>Digital Input:; GM JOHN; Acsah Mathews</dc:creator>
  <cp:lastModifiedBy>Acsah Mathews</cp:lastModifiedBy>
  <cp:revision>258</cp:revision>
  <dcterms:created xsi:type="dcterms:W3CDTF">2013-04-19T09:19:07Z</dcterms:created>
  <dcterms:modified xsi:type="dcterms:W3CDTF">2018-11-06T17:10:29Z</dcterms:modified>
</cp:coreProperties>
</file>