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3" r:id="rId2"/>
    <p:sldId id="286" r:id="rId3"/>
    <p:sldId id="289" r:id="rId4"/>
    <p:sldId id="290" r:id="rId5"/>
    <p:sldId id="291" r:id="rId6"/>
    <p:sldId id="292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8" d="100"/>
          <a:sy n="48" d="100"/>
        </p:scale>
        <p:origin x="48" y="88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D8CA52-5403-431D-A810-2DA2576977CB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E5C879-86CC-48FE-B900-5E51FE39FB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A3C4C7-4A9D-404E-B2F3-A8549B7FB199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102F14-6AB4-44D7-B4C1-488DACDFBC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41" y="16584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599" y="609600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D43943-CA84-42D1-AA60-4A22FD722629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3B011D-5E9B-4FE6-8849-4897AB7F9B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F5A80C-8C4C-4CD6-B0ED-891E347379BF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721C59-DB7E-4308-A236-923CC04FF9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F9F150-3E7D-4825-8E0E-89626BECB56F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227D9D-B8B7-4B75-9A36-200AC1A3A4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47E076-F6B0-40C5-9D90-C6A650204BDA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9E0693-5FC5-4925-982F-0721E4558A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7A16EA-F6A6-4070-A082-D94C429D138F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B67F1F-9C3A-4151-9BBC-1F5721A6BB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ADF7A0-5E55-41F9-8BFD-3E2652EC5360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B2DFF3-F762-418C-824D-EBE13A90A2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470A13-A7D8-4AE9-97C2-4BF9CE6A6E39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B0951A-DEAE-43F8-8CD0-EDD39238A6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D4F6EA-F83E-4CF8-B838-A210F016E217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BCBBCB-EC8B-4749-A5F3-246324E81C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9A3B7E-BB20-44E7-AA20-B66A34701DB2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FDB30C-69BF-4E3B-81C6-2509562C8B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CAB6360-B5E5-4BA0-8489-14A8A2CC995C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C1FA061-B6A7-4A38-B99F-B29FE199BB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5053C-387F-41CD-B9D9-604BC260A8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384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ക്രിസ്ത്യ</a:t>
            </a:r>
            <a:r>
              <a:rPr lang="en-US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b="1" dirty="0">
                <a:latin typeface="Kartika" panose="02020503030404060203" pitchFamily="18" charset="0"/>
              </a:rPr>
              <a:t>സൈന്യമേ! </a:t>
            </a:r>
            <a:r>
              <a:rPr lang="ml-IN" b="1">
                <a:latin typeface="Kartika" panose="02020503030404060203" pitchFamily="18" charset="0"/>
              </a:rPr>
              <a:t>വാ!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8D2A49-5A88-449E-BCA6-5D0ADB5FF8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886200"/>
            <a:ext cx="12192000" cy="1752600"/>
          </a:xfrm>
        </p:spPr>
        <p:txBody>
          <a:bodyPr/>
          <a:lstStyle/>
          <a:p>
            <a:r>
              <a:rPr lang="fi-FI" sz="4000" b="1" dirty="0">
                <a:solidFill>
                  <a:srgbClr val="002060"/>
                </a:solidFill>
              </a:rPr>
              <a:t>Kristhya Sainyame! Vaa!</a:t>
            </a:r>
          </a:p>
          <a:p>
            <a:r>
              <a:rPr lang="fi-FI" sz="3800" i="1" dirty="0">
                <a:solidFill>
                  <a:srgbClr val="002060"/>
                </a:solidFill>
              </a:rPr>
              <a:t>Onward Christian Soldiers – </a:t>
            </a:r>
            <a:r>
              <a:rPr lang="fi-FI" sz="3600" i="1" dirty="0">
                <a:solidFill>
                  <a:srgbClr val="002060"/>
                </a:solidFill>
              </a:rPr>
              <a:t>S. Baring Gould</a:t>
            </a:r>
          </a:p>
        </p:txBody>
      </p:sp>
    </p:spTree>
    <p:extLst>
      <p:ext uri="{BB962C8B-B14F-4D97-AF65-F5344CB8AC3E}">
        <p14:creationId xmlns:p14="http://schemas.microsoft.com/office/powerpoint/2010/main" val="2514609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26504" y="533400"/>
            <a:ext cx="12192000" cy="2342322"/>
          </a:xfrm>
        </p:spPr>
        <p:txBody>
          <a:bodyPr anchor="t"/>
          <a:lstStyle/>
          <a:p>
            <a:pPr algn="l" defTabSz="463550">
              <a:lnSpc>
                <a:spcPct val="110000"/>
              </a:lnSpc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ക്രിസ്ത്യ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സൈന്യമേ! വാ! പോരിൻ നിരയായ്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മുമ്പേ പോയ യേശു തന്നെ നോക്കീടിൻ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ക്രിസ്തു രാജൻ ഇപ്പോൾ വൈരികൾക്കെതിർ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മുമ്പോട്ടെത്തി പോരിൽ കാണ്‍മീൻ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,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തൻ കൊടി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C19E6C-E039-4227-8B73-BE91756BF32E}"/>
              </a:ext>
            </a:extLst>
          </p:cNvPr>
          <p:cNvSpPr/>
          <p:nvPr/>
        </p:nvSpPr>
        <p:spPr>
          <a:xfrm>
            <a:off x="154056" y="2819400"/>
            <a:ext cx="1178284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ക്രിസ്ത്യ  സൈന്യമേ! വാ! പോരിൻ നിരയായ്</a:t>
            </a:r>
            <a:br>
              <a:rPr lang="ml-IN" sz="32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മുമ്പേ പോയ യേശു തന്നെ നോക്കീടിൻ</a:t>
            </a:r>
            <a:endParaRPr lang="en-US" sz="3200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63F647-EEAF-419A-A463-900B91AF961B}"/>
              </a:ext>
            </a:extLst>
          </p:cNvPr>
          <p:cNvSpPr/>
          <p:nvPr/>
        </p:nvSpPr>
        <p:spPr>
          <a:xfrm>
            <a:off x="0" y="3810000"/>
            <a:ext cx="12064448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200" b="1" dirty="0">
                <a:solidFill>
                  <a:srgbClr val="002060"/>
                </a:solidFill>
                <a:latin typeface="+mn-lt"/>
              </a:rPr>
              <a:t>1. Kristhya Sainyame! Vaa! Porin nirayaai </a:t>
            </a:r>
          </a:p>
          <a:p>
            <a:r>
              <a:rPr lang="en-US" sz="32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Mumbe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poya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yeshu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thanne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nokkeedin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Kristhu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raajan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ippolh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vairikalhkkethir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fi-FI" sz="3200" b="1" dirty="0">
                <a:solidFill>
                  <a:srgbClr val="002060"/>
                </a:solidFill>
                <a:latin typeface="+mn-lt"/>
              </a:rPr>
              <a:t>    Mumbotteththi poril kaanhmeen than kodi 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C323C5-B173-4AB6-8F69-66876FD5BB8B}"/>
              </a:ext>
            </a:extLst>
          </p:cNvPr>
          <p:cNvSpPr/>
          <p:nvPr/>
        </p:nvSpPr>
        <p:spPr>
          <a:xfrm>
            <a:off x="609600" y="5704050"/>
            <a:ext cx="105156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fi-FI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Kristhya sainyame! Vaa porin nirayaay </a:t>
            </a:r>
          </a:p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Mumbe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poya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thanne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nokkidin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26504" y="533400"/>
            <a:ext cx="12192000" cy="2342322"/>
          </a:xfrm>
        </p:spPr>
        <p:txBody>
          <a:bodyPr anchor="t"/>
          <a:lstStyle/>
          <a:p>
            <a:pPr algn="l" defTabSz="463550">
              <a:lnSpc>
                <a:spcPct val="11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സാത്താൻ സേന എല്ലാം പാഞ്ഞോടുന്നു കാണ്‍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മുന്നോട്ടോടി എത്തിൻ ക്രിസ്ത്യ സൈന്യമേ!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പാതാളം ഇളകി ജയ ഭേരിയാൽ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ഘോഷിച്ചാന്ദിപ്പിൻ പാടിണ്‍ ഉച്ചത്തിൽ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C19E6C-E039-4227-8B73-BE91756BF32E}"/>
              </a:ext>
            </a:extLst>
          </p:cNvPr>
          <p:cNvSpPr/>
          <p:nvPr/>
        </p:nvSpPr>
        <p:spPr>
          <a:xfrm>
            <a:off x="154056" y="2819400"/>
            <a:ext cx="1178284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ക്രിസ്ത്യ  സൈന്യമേ! വാ! പോരിൻ നിരയായ്</a:t>
            </a:r>
            <a:br>
              <a:rPr lang="ml-IN" sz="32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മുമ്പേ പോയ യേശു തന്നെ നോക്കീടിൻ</a:t>
            </a:r>
            <a:endParaRPr lang="en-US" sz="3200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63F647-EEAF-419A-A463-900B91AF961B}"/>
              </a:ext>
            </a:extLst>
          </p:cNvPr>
          <p:cNvSpPr/>
          <p:nvPr/>
        </p:nvSpPr>
        <p:spPr>
          <a:xfrm>
            <a:off x="0" y="3810000"/>
            <a:ext cx="12064448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200" b="1" dirty="0">
                <a:solidFill>
                  <a:srgbClr val="002060"/>
                </a:solidFill>
                <a:latin typeface="+mn-lt"/>
              </a:rPr>
              <a:t>2. Saathaan sena elaam paanjodunnu kaanh</a:t>
            </a:r>
          </a:p>
          <a:p>
            <a:r>
              <a:rPr lang="fi-FI" sz="3200" b="1" dirty="0">
                <a:solidFill>
                  <a:srgbClr val="002060"/>
                </a:solidFill>
                <a:latin typeface="+mn-lt"/>
              </a:rPr>
              <a:t>    Munnottodi ethin kristhya sainyame!</a:t>
            </a:r>
          </a:p>
          <a:p>
            <a:r>
              <a:rPr lang="fi-FI" sz="3200" b="1" dirty="0">
                <a:solidFill>
                  <a:srgbClr val="002060"/>
                </a:solidFill>
                <a:latin typeface="+mn-lt"/>
              </a:rPr>
              <a:t>    Paathalham ilhaki jaya bheriyaal</a:t>
            </a:r>
          </a:p>
          <a:p>
            <a:r>
              <a:rPr lang="fi-FI" sz="3200" b="1" dirty="0">
                <a:solidFill>
                  <a:srgbClr val="002060"/>
                </a:solidFill>
                <a:latin typeface="+mn-lt"/>
              </a:rPr>
              <a:t>    Ghoshichaanandippin paadin uchaththil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C323C5-B173-4AB6-8F69-66876FD5BB8B}"/>
              </a:ext>
            </a:extLst>
          </p:cNvPr>
          <p:cNvSpPr/>
          <p:nvPr/>
        </p:nvSpPr>
        <p:spPr>
          <a:xfrm>
            <a:off x="609600" y="5704050"/>
            <a:ext cx="105156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fi-FI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Kristhya sainyame! Vaa porin nirayaay </a:t>
            </a:r>
          </a:p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Mumbe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poya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thanne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nokkidin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29020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26504" y="533400"/>
            <a:ext cx="12192000" cy="2342322"/>
          </a:xfrm>
        </p:spPr>
        <p:txBody>
          <a:bodyPr anchor="t"/>
          <a:lstStyle/>
          <a:p>
            <a:pPr algn="l" defTabSz="463550">
              <a:lnSpc>
                <a:spcPct val="11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വൻ സേനയെ പോലെ പോകുന്നീ സഭ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ശുദ്ധർ പോയ മാർഗ്ഗേ നാമും പോകുന്നു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നാം ഏവരും ഏകം ഏക ശരീരം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സ്നേഹം ആശാ ബന്ധം എന്നതിൽ ഏകം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C19E6C-E039-4227-8B73-BE91756BF32E}"/>
              </a:ext>
            </a:extLst>
          </p:cNvPr>
          <p:cNvSpPr/>
          <p:nvPr/>
        </p:nvSpPr>
        <p:spPr>
          <a:xfrm>
            <a:off x="154056" y="2819400"/>
            <a:ext cx="1178284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ക്രിസ്ത്യ  സൈന്യമേ! വാ! പോരിൻ നിരയായ്</a:t>
            </a:r>
            <a:br>
              <a:rPr lang="ml-IN" sz="32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മുമ്പേ പോയ യേശു തന്നെ നോക്കീടിൻ</a:t>
            </a:r>
            <a:endParaRPr lang="en-US" sz="3200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63F647-EEAF-419A-A463-900B91AF961B}"/>
              </a:ext>
            </a:extLst>
          </p:cNvPr>
          <p:cNvSpPr/>
          <p:nvPr/>
        </p:nvSpPr>
        <p:spPr>
          <a:xfrm>
            <a:off x="0" y="3810000"/>
            <a:ext cx="12064448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200" b="1" dirty="0">
                <a:solidFill>
                  <a:srgbClr val="002060"/>
                </a:solidFill>
                <a:latin typeface="+mn-lt"/>
              </a:rPr>
              <a:t>3. Van senaye pole pokunnee sabha</a:t>
            </a:r>
          </a:p>
          <a:p>
            <a:r>
              <a:rPr lang="fi-FI" sz="3200" b="1" dirty="0">
                <a:solidFill>
                  <a:srgbClr val="002060"/>
                </a:solidFill>
                <a:latin typeface="+mn-lt"/>
              </a:rPr>
              <a:t>    Shudhdhar poya maargge naamum pokunnu</a:t>
            </a:r>
          </a:p>
          <a:p>
            <a:r>
              <a:rPr lang="fi-FI" sz="3200" b="1" dirty="0">
                <a:solidFill>
                  <a:srgbClr val="002060"/>
                </a:solidFill>
                <a:latin typeface="+mn-lt"/>
              </a:rPr>
              <a:t>    Naam aevarum aekam aeka shareeram</a:t>
            </a:r>
          </a:p>
          <a:p>
            <a:r>
              <a:rPr lang="fi-FI" sz="3200" b="1" dirty="0">
                <a:solidFill>
                  <a:srgbClr val="002060"/>
                </a:solidFill>
                <a:latin typeface="+mn-lt"/>
              </a:rPr>
              <a:t>    Sneham aashaa bandham ennathil aekam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C323C5-B173-4AB6-8F69-66876FD5BB8B}"/>
              </a:ext>
            </a:extLst>
          </p:cNvPr>
          <p:cNvSpPr/>
          <p:nvPr/>
        </p:nvSpPr>
        <p:spPr>
          <a:xfrm>
            <a:off x="609600" y="5704050"/>
            <a:ext cx="105156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fi-FI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Kristhya sainyame! Vaa porin nirayaay </a:t>
            </a:r>
          </a:p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Mumbe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poya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thanne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nokkidin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54119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26504" y="533400"/>
            <a:ext cx="12192000" cy="2342322"/>
          </a:xfrm>
        </p:spPr>
        <p:txBody>
          <a:bodyPr anchor="t"/>
          <a:lstStyle/>
          <a:p>
            <a:pPr algn="l" defTabSz="463550">
              <a:lnSpc>
                <a:spcPct val="11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ലോകരാജ്യം എല്ലാം പോകും ഇല്ലാതായ്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ക്രിസ്തു സഭ എന്നും എന്നും ഇരിക്കും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നരകത്തിൻ വാതില എതിരായ് വരാ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 എന്നു ചൊന്ന വാക്കു മാറ്റ മില്ലാ താം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C19E6C-E039-4227-8B73-BE91756BF32E}"/>
              </a:ext>
            </a:extLst>
          </p:cNvPr>
          <p:cNvSpPr/>
          <p:nvPr/>
        </p:nvSpPr>
        <p:spPr>
          <a:xfrm>
            <a:off x="154056" y="2819400"/>
            <a:ext cx="1178284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ക്രിസ്ത്യ  സൈന്യമേ! വാ! പോരിൻ നിരയായ്</a:t>
            </a:r>
            <a:br>
              <a:rPr lang="ml-IN" sz="32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മുമ്പേ പോയ യേശു തന്നെ നോക്കീടിൻ</a:t>
            </a:r>
            <a:endParaRPr lang="en-US" sz="3200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63F647-EEAF-419A-A463-900B91AF961B}"/>
              </a:ext>
            </a:extLst>
          </p:cNvPr>
          <p:cNvSpPr/>
          <p:nvPr/>
        </p:nvSpPr>
        <p:spPr>
          <a:xfrm>
            <a:off x="0" y="3810000"/>
            <a:ext cx="12064448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200" b="1" dirty="0">
                <a:solidFill>
                  <a:srgbClr val="002060"/>
                </a:solidFill>
                <a:latin typeface="+mn-lt"/>
              </a:rPr>
              <a:t>4. Loka raajyam elaam pokum illathaai</a:t>
            </a:r>
          </a:p>
          <a:p>
            <a:r>
              <a:rPr lang="fi-FI" sz="3200" b="1" dirty="0">
                <a:solidFill>
                  <a:srgbClr val="002060"/>
                </a:solidFill>
                <a:latin typeface="+mn-lt"/>
              </a:rPr>
              <a:t>    Kristhu sabha ennum ennum irikkum</a:t>
            </a:r>
          </a:p>
          <a:p>
            <a:r>
              <a:rPr lang="fi-FI" sz="3200" b="1" dirty="0">
                <a:solidFill>
                  <a:srgbClr val="002060"/>
                </a:solidFill>
                <a:latin typeface="+mn-lt"/>
              </a:rPr>
              <a:t>    Narakaththin vaathil ethiraaivaraa</a:t>
            </a:r>
          </a:p>
          <a:p>
            <a:r>
              <a:rPr lang="fi-FI" sz="3200" b="1" dirty="0">
                <a:solidFill>
                  <a:srgbClr val="002060"/>
                </a:solidFill>
                <a:latin typeface="+mn-lt"/>
              </a:rPr>
              <a:t>    Ennu chonna vaakku maatamillaathaam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C323C5-B173-4AB6-8F69-66876FD5BB8B}"/>
              </a:ext>
            </a:extLst>
          </p:cNvPr>
          <p:cNvSpPr/>
          <p:nvPr/>
        </p:nvSpPr>
        <p:spPr>
          <a:xfrm>
            <a:off x="609600" y="5704050"/>
            <a:ext cx="105156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fi-FI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Kristhya sainyame! Vaa porin nirayaay </a:t>
            </a:r>
          </a:p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Mumbe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poya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thanne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nokkidin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16595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26504" y="533400"/>
            <a:ext cx="12192000" cy="2342322"/>
          </a:xfrm>
        </p:spPr>
        <p:txBody>
          <a:bodyPr anchor="t"/>
          <a:lstStyle/>
          <a:p>
            <a:pPr algn="l" defTabSz="463550">
              <a:lnSpc>
                <a:spcPct val="11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5	ഹേജനമേ! മുമ്പോട്ടോടി വന്നീടിൻ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ഈ കൂട്ടത്തോ ടൊന്നി ച്ചാനന്ദിച്ചീടിൻ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മഹത്വം സ്തുതിയും മാനം എന്നിവ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യേശു രാജനെന്നും ആയിരിക്കട്ടെ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C19E6C-E039-4227-8B73-BE91756BF32E}"/>
              </a:ext>
            </a:extLst>
          </p:cNvPr>
          <p:cNvSpPr/>
          <p:nvPr/>
        </p:nvSpPr>
        <p:spPr>
          <a:xfrm>
            <a:off x="154056" y="2819400"/>
            <a:ext cx="1178284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ക്രിസ്ത്യ  സൈന്യമേ! വാ! പോരിൻ നിരയായ്</a:t>
            </a:r>
            <a:br>
              <a:rPr lang="ml-IN" sz="32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മുമ്പേ പോയ യേശു തന്നെ നോക്കീടിൻ</a:t>
            </a:r>
            <a:endParaRPr lang="en-US" sz="3200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63F647-EEAF-419A-A463-900B91AF961B}"/>
              </a:ext>
            </a:extLst>
          </p:cNvPr>
          <p:cNvSpPr/>
          <p:nvPr/>
        </p:nvSpPr>
        <p:spPr>
          <a:xfrm>
            <a:off x="0" y="3810000"/>
            <a:ext cx="12064448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200" b="1" dirty="0">
                <a:solidFill>
                  <a:srgbClr val="002060"/>
                </a:solidFill>
                <a:latin typeface="+mn-lt"/>
              </a:rPr>
              <a:t>5. Hey janame! Mumbottodi vanneedin</a:t>
            </a:r>
          </a:p>
          <a:p>
            <a:r>
              <a:rPr lang="fi-FI" sz="3200" b="1" dirty="0">
                <a:solidFill>
                  <a:srgbClr val="002060"/>
                </a:solidFill>
                <a:latin typeface="+mn-lt"/>
              </a:rPr>
              <a:t>    Ee koottaththodonnichchaanandicheedin</a:t>
            </a:r>
          </a:p>
          <a:p>
            <a:r>
              <a:rPr lang="fi-FI" sz="3200" b="1" dirty="0">
                <a:solidFill>
                  <a:srgbClr val="002060"/>
                </a:solidFill>
                <a:latin typeface="+mn-lt"/>
              </a:rPr>
              <a:t>    Mahathwam sthuthiyum maanam enniva</a:t>
            </a:r>
          </a:p>
          <a:p>
            <a:r>
              <a:rPr lang="fi-FI" sz="3200" b="1" dirty="0">
                <a:solidFill>
                  <a:srgbClr val="002060"/>
                </a:solidFill>
                <a:latin typeface="+mn-lt"/>
              </a:rPr>
              <a:t>    Yeshu raajanennum aayirikkatte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C323C5-B173-4AB6-8F69-66876FD5BB8B}"/>
              </a:ext>
            </a:extLst>
          </p:cNvPr>
          <p:cNvSpPr/>
          <p:nvPr/>
        </p:nvSpPr>
        <p:spPr>
          <a:xfrm>
            <a:off x="609600" y="5704050"/>
            <a:ext cx="105156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fi-FI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Kristhya sainyame! Vaa porin nirayaay </a:t>
            </a:r>
          </a:p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Mumbe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poya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thanne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nokkidin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21413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1872</TotalTime>
  <Words>228</Words>
  <Application>Microsoft Office PowerPoint</Application>
  <PresentationFormat>Widescreen</PresentationFormat>
  <Paragraphs>48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384 ക്രിസ്ത്യ സൈന്യമേ! വാ!</vt:lpstr>
      <vt:lpstr>1 ക്രിസ്ത്യ സൈന്യമേ! വാ! പോരിൻ നിരയായ്  മുമ്പേ പോയ യേശു തന്നെ നോക്കീടിൻ   ക്രിസ്തു രാജൻ ഇപ്പോൾ വൈരികൾക്കെതിർ   മുമ്പോട്ടെത്തി പോരിൽ കാണ്‍മീൻ, തൻ കൊടി </vt:lpstr>
      <vt:lpstr>2 സാത്താൻ സേന എല്ലാം പാഞ്ഞോടുന്നു കാണ്‍   മുന്നോട്ടോടി എത്തിൻ ക്രിസ്ത്യ സൈന്യമേ!  പാതാളം ഇളകി ജയ ഭേരിയാൽ   ഘോഷിച്ചാന്ദിപ്പിൻ പാടിണ്‍ ഉച്ചത്തിൽ</vt:lpstr>
      <vt:lpstr>3 വൻ സേനയെ പോലെ പോകുന്നീ സഭ   ശുദ്ധർ പോയ മാർഗ്ഗേ നാമും പോകുന്നു   നാം ഏവരും ഏകം ഏക ശരീരം   സ്നേഹം ആശാ ബന്ധം എന്നതിൽ ഏകം</vt:lpstr>
      <vt:lpstr>4 ലോകരാജ്യം എല്ലാം പോകും ഇല്ലാതായ്   ക്രിസ്തു സഭ എന്നും എന്നും ഇരിക്കും   നരകത്തിൻ വാതില എതിരായ് വരാ    എന്നു ചൊന്ന വാക്കു മാറ്റ മില്ലാ താം</vt:lpstr>
      <vt:lpstr>5 ഹേജനമേ! മുമ്പോട്ടോടി വന്നീടിൻ   ഈ കൂട്ടത്തോ ടൊന്നി ച്ചാനന്ദിച്ചീടിൻ   മഹത്വം സ്തുതിയും മാനം എന്നിവ   യേശു രാജനെന്നും ആയിരിക്കട്ടെ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Kristhya sainyame vaa</dc:title>
  <dc:creator>Digital Input; GM JOHN; Acsah Mathews</dc:creator>
  <cp:lastModifiedBy>Acsah Mathews</cp:lastModifiedBy>
  <cp:revision>515</cp:revision>
  <dcterms:created xsi:type="dcterms:W3CDTF">2013-04-19T09:19:07Z</dcterms:created>
  <dcterms:modified xsi:type="dcterms:W3CDTF">2018-11-23T19:43:20Z</dcterms:modified>
</cp:coreProperties>
</file>